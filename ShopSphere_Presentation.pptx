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handoutMasters/handoutMaster1.xml" ContentType="application/vnd.openxmlformats-officedocument.presentationml.handoutMaster+xml"/>
  <Override PartName="/ppt/media/image1.svg" ContentType="image/svg+xml"/>
  <Override PartName="/ppt/media/image24.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4.svg" ContentType="image/svg+xml"/>
  <Override PartName="/ppt/media/image5.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11/relationships/webextensiontaskpanes" Target="ppt/webextensions/taskpanes.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62"/>
  </p:notesMasterIdLst>
  <p:handoutMasterIdLst>
    <p:handoutMasterId r:id="rId63"/>
  </p:handoutMasterIdLst>
  <p:sldIdLst>
    <p:sldId id="329" r:id="rId88"/>
    <p:sldId id="330" r:id="rId89"/>
    <p:sldId id="331" r:id="rId90"/>
    <p:sldId id="332" r:id="rId91"/>
    <p:sldId id="333" r:id="rId92"/>
    <p:sldId id="334" r:id="rId93"/>
    <p:sldId id="335" r:id="rId94"/>
    <p:sldId id="336" r:id="rId95"/>
    <p:sldId id="337" r:id="rId96"/>
    <p:sldId id="338" r:id="rId97"/>
    <p:sldId id="258" r:id="rId14"/>
  </p:sldIdLst>
  <p:sldSz cx="12192000" cy="6858000"/>
  <p:notesSz cx="6858000" cy="9144000"/>
  <p:embeddedFontLst>
    <p:embeddedFont>
      <p:font typeface="Amazon Ember" panose="020B0603020204020204" pitchFamily="34" charset="0"/>
      <p:regular r:id="rId64"/>
      <p:bold r:id="rId65"/>
      <p:italic r:id="rId66"/>
      <p:boldItalic r:id="rId67"/>
    </p:embeddedFont>
    <p:embeddedFont>
      <p:font typeface="Amazon Ember Display" panose="020F0603020204020204" pitchFamily="34" charset="0"/>
      <p:regular r:id="rId68"/>
      <p:bold r:id="rId69"/>
      <p:italic r:id="rId70"/>
      <p:boldItalic r:id="rId71"/>
    </p:embeddedFont>
    <p:embeddedFont>
      <p:font typeface="Ember Modern Display" panose="020B0604020202020204" charset="0"/>
      <p:regular r:id="rId72"/>
      <p:bold r:id="rId73"/>
      <p:italic r:id="rId74"/>
      <p:boldItalic r:id="rId75"/>
    </p:embeddedFont>
    <p:embeddedFont>
      <p:font typeface="Ember Modern Display Medium" panose="020B0604020202020204" charset="0"/>
      <p:regular r:id="rId76"/>
      <p:italic r:id="rId77"/>
    </p:embeddedFont>
    <p:embeddedFont>
      <p:font typeface="Ember Modern SemiMono Beta 08" panose="020B0604020202020204" charset="0"/>
      <p:regular r:id="rId78"/>
    </p:embeddedFont>
    <p:embeddedFont>
      <p:font typeface="Ember Modern Text" panose="020B0604020202020204" charset="0"/>
      <p:regular r:id="rId79"/>
      <p:bold r:id="rId80"/>
      <p:italic r:id="rId81"/>
      <p:boldItalic r:id="rId8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youts" id="{2E57D13D-176F-47EA-A31C-BB4DE80595EF}">
          <p14:sldIdLst>
            <p14:sldId id="25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3D0806A-7A41-7349-F723-E8FCDAE81650}" name="Ruth Nelson" initials="RN" userId="S::ruth@itsv4.com::a5a7c089-794a-453b-a836-2b789f708f64" providerId="AD"/>
  <p188:author id="{BC286BAA-A06D-F6C3-5DB7-F50A54B16D31}" name="Shannon Roman" initials="SR" userId="82f6a13fd5889df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78FF"/>
    <a:srgbClr val="B052FF"/>
    <a:srgbClr val="FF4D8B"/>
    <a:srgbClr val="D27DE3"/>
    <a:srgbClr val="000000"/>
    <a:srgbClr val="86C348"/>
    <a:srgbClr val="97529B"/>
    <a:srgbClr val="AC6F5C"/>
    <a:srgbClr val="A6360D"/>
    <a:srgbClr val="8F0A3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081" autoAdjust="0"/>
  </p:normalViewPr>
  <p:slideViewPr>
    <p:cSldViewPr snapToGrid="0" showGuides="1">
      <p:cViewPr>
        <p:scale>
          <a:sx n="158" d="100"/>
          <a:sy n="158" d="100"/>
        </p:scale>
        <p:origin x="342" y="-108"/>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78" d="100"/>
          <a:sy n="78" d="100"/>
        </p:scale>
        <p:origin x="2856" y="9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4" Type="http://schemas.openxmlformats.org/officeDocument/2006/relationships/slide" Target="slides/slide11.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notesMaster" Target="notesMasters/notesMaster1.xml"/><Relationship Id="rId63" Type="http://schemas.openxmlformats.org/officeDocument/2006/relationships/handoutMaster" Target="handoutMasters/handoutMaster1.xml"/><Relationship Id="rId64" Type="http://schemas.openxmlformats.org/officeDocument/2006/relationships/font" Target="fonts/font1.fntdata"/><Relationship Id="rId65" Type="http://schemas.openxmlformats.org/officeDocument/2006/relationships/font" Target="fonts/font2.fntdata"/><Relationship Id="rId66" Type="http://schemas.openxmlformats.org/officeDocument/2006/relationships/font" Target="fonts/font3.fntdata"/><Relationship Id="rId67" Type="http://schemas.openxmlformats.org/officeDocument/2006/relationships/font" Target="fonts/font4.fntdata"/><Relationship Id="rId68" Type="http://schemas.openxmlformats.org/officeDocument/2006/relationships/font" Target="fonts/font5.fntdata"/><Relationship Id="rId69" Type="http://schemas.openxmlformats.org/officeDocument/2006/relationships/font" Target="fonts/font6.fntdata"/><Relationship Id="rId70" Type="http://schemas.openxmlformats.org/officeDocument/2006/relationships/font" Target="fonts/font7.fntdata"/><Relationship Id="rId71" Type="http://schemas.openxmlformats.org/officeDocument/2006/relationships/font" Target="fonts/font8.fntdata"/><Relationship Id="rId72" Type="http://schemas.openxmlformats.org/officeDocument/2006/relationships/font" Target="fonts/font9.fntdata"/><Relationship Id="rId73" Type="http://schemas.openxmlformats.org/officeDocument/2006/relationships/font" Target="fonts/font10.fntdata"/><Relationship Id="rId74" Type="http://schemas.openxmlformats.org/officeDocument/2006/relationships/font" Target="fonts/font11.fntdata"/><Relationship Id="rId75" Type="http://schemas.openxmlformats.org/officeDocument/2006/relationships/font" Target="fonts/font12.fntdata"/><Relationship Id="rId76" Type="http://schemas.openxmlformats.org/officeDocument/2006/relationships/font" Target="fonts/font13.fntdata"/><Relationship Id="rId77" Type="http://schemas.openxmlformats.org/officeDocument/2006/relationships/font" Target="fonts/font14.fntdata"/><Relationship Id="rId78" Type="http://schemas.openxmlformats.org/officeDocument/2006/relationships/font" Target="fonts/font15.fntdata"/><Relationship Id="rId79" Type="http://schemas.openxmlformats.org/officeDocument/2006/relationships/font" Target="fonts/font16.fntdata"/><Relationship Id="rId80" Type="http://schemas.openxmlformats.org/officeDocument/2006/relationships/font" Target="fonts/font17.fntdata"/><Relationship Id="rId81" Type="http://schemas.openxmlformats.org/officeDocument/2006/relationships/font" Target="fonts/font18.fntdata"/><Relationship Id="rId82" Type="http://schemas.openxmlformats.org/officeDocument/2006/relationships/font" Target="fonts/font19.fntdata"/><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 Id="rId87" Type="http://schemas.microsoft.com/office/2018/10/relationships/authors" Target="authors.xml"/><Relationship Id="rId88" Type="http://schemas.openxmlformats.org/officeDocument/2006/relationships/slide" Target="slides/slide1.xml"/><Relationship Id="rId89" Type="http://schemas.openxmlformats.org/officeDocument/2006/relationships/slide" Target="slides/slide2.xml"/><Relationship Id="rId90" Type="http://schemas.openxmlformats.org/officeDocument/2006/relationships/slide" Target="slides/slide3.xml"/><Relationship Id="rId91" Type="http://schemas.openxmlformats.org/officeDocument/2006/relationships/slide" Target="slides/slide4.xml"/><Relationship Id="rId92" Type="http://schemas.openxmlformats.org/officeDocument/2006/relationships/slide" Target="slides/slide5.xml"/><Relationship Id="rId93" Type="http://schemas.openxmlformats.org/officeDocument/2006/relationships/slide" Target="slides/slide6.xml"/><Relationship Id="rId94" Type="http://schemas.openxmlformats.org/officeDocument/2006/relationships/slide" Target="slides/slide7.xml"/><Relationship Id="rId95" Type="http://schemas.openxmlformats.org/officeDocument/2006/relationships/slide" Target="slides/slide8.xml"/><Relationship Id="rId96" Type="http://schemas.openxmlformats.org/officeDocument/2006/relationships/slide" Target="slides/slide9.xml"/><Relationship Id="rId97" Type="http://schemas.openxmlformats.org/officeDocument/2006/relationships/slide" Target="slides/slide10.xml"/><Relationship Id="rId9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themeOverride" Target="../theme/themeOverride2.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3881930932645463E-2"/>
          <c:y val="6.2640427437601537E-2"/>
          <c:w val="0.88920418196288686"/>
          <c:h val="0.68758808505871749"/>
        </c:manualLayout>
      </c:layout>
      <c:barChart>
        <c:barDir val="col"/>
        <c:grouping val="clustered"/>
        <c:varyColors val="0"/>
        <c:ser>
          <c:idx val="0"/>
          <c:order val="0"/>
          <c:tx>
            <c:strRef>
              <c:f>Sheet1!$B$1</c:f>
              <c:strCache>
                <c:ptCount val="1"/>
                <c:pt idx="0">
                  <c:v>Series 1</c:v>
                </c:pt>
              </c:strCache>
            </c:strRef>
          </c:tx>
          <c:spPr>
            <a:solidFill>
              <a:srgbClr val="475AA4"/>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EA0-44AC-A6CD-1BFB677F581B}"/>
            </c:ext>
          </c:extLst>
        </c:ser>
        <c:ser>
          <c:idx val="1"/>
          <c:order val="1"/>
          <c:tx>
            <c:strRef>
              <c:f>Sheet1!$C$1</c:f>
              <c:strCache>
                <c:ptCount val="1"/>
                <c:pt idx="0">
                  <c:v>Series 2</c:v>
                </c:pt>
              </c:strCache>
            </c:strRef>
          </c:tx>
          <c:spPr>
            <a:solidFill>
              <a:srgbClr val="5F95F0"/>
            </a:solidFill>
            <a:ln>
              <a:noFill/>
            </a:ln>
            <a:effectLst/>
          </c:spPr>
          <c:invertIfNegative val="0"/>
          <c:dPt>
            <c:idx val="0"/>
            <c:invertIfNegative val="0"/>
            <c:bubble3D val="0"/>
            <c:spPr>
              <a:solidFill>
                <a:srgbClr val="5F95F0"/>
              </a:solidFill>
              <a:ln>
                <a:noFill/>
              </a:ln>
              <a:effectLst/>
            </c:spPr>
            <c:extLst>
              <c:ext xmlns:c16="http://schemas.microsoft.com/office/drawing/2014/chart" uri="{C3380CC4-5D6E-409C-BE32-E72D297353CC}">
                <c16:uniqueId val="{00000000-306D-4087-8644-5B74287D6FA9}"/>
              </c:ext>
            </c:extLst>
          </c:dPt>
          <c:dPt>
            <c:idx val="1"/>
            <c:invertIfNegative val="0"/>
            <c:bubble3D val="0"/>
            <c:spPr>
              <a:solidFill>
                <a:srgbClr val="FF6200"/>
              </a:solidFill>
              <a:ln>
                <a:noFill/>
              </a:ln>
              <a:effectLst/>
            </c:spPr>
            <c:extLst>
              <c:ext xmlns:c16="http://schemas.microsoft.com/office/drawing/2014/chart" uri="{C3380CC4-5D6E-409C-BE32-E72D297353CC}">
                <c16:uniqueId val="{00000006-DF6A-48D2-98A3-BFD50DAC0B52}"/>
              </c:ext>
            </c:extLst>
          </c:dPt>
          <c:dPt>
            <c:idx val="2"/>
            <c:invertIfNegative val="0"/>
            <c:bubble3D val="0"/>
            <c:spPr>
              <a:solidFill>
                <a:srgbClr val="5F95F0"/>
              </a:solidFill>
              <a:ln>
                <a:noFill/>
              </a:ln>
              <a:effectLst/>
            </c:spPr>
            <c:extLst>
              <c:ext xmlns:c16="http://schemas.microsoft.com/office/drawing/2014/chart" uri="{C3380CC4-5D6E-409C-BE32-E72D297353CC}">
                <c16:uniqueId val="{00000001-306D-4087-8644-5B74287D6FA9}"/>
              </c:ext>
            </c:extLst>
          </c:dPt>
          <c:dPt>
            <c:idx val="3"/>
            <c:invertIfNegative val="0"/>
            <c:bubble3D val="0"/>
            <c:spPr>
              <a:solidFill>
                <a:srgbClr val="5F95F0"/>
              </a:solidFill>
              <a:ln>
                <a:noFill/>
              </a:ln>
              <a:effectLst/>
            </c:spPr>
            <c:extLst>
              <c:ext xmlns:c16="http://schemas.microsoft.com/office/drawing/2014/chart" uri="{C3380CC4-5D6E-409C-BE32-E72D297353CC}">
                <c16:uniqueId val="{00000002-306D-4087-8644-5B74287D6FA9}"/>
              </c:ext>
            </c:extLst>
          </c:dPt>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EA0-44AC-A6CD-1BFB677F581B}"/>
            </c:ext>
          </c:extLst>
        </c:ser>
        <c:ser>
          <c:idx val="2"/>
          <c:order val="2"/>
          <c:tx>
            <c:strRef>
              <c:f>Sheet1!$D$1</c:f>
              <c:strCache>
                <c:ptCount val="1"/>
                <c:pt idx="0">
                  <c:v>Series 3</c:v>
                </c:pt>
              </c:strCache>
            </c:strRef>
          </c:tx>
          <c:spPr>
            <a:solidFill>
              <a:srgbClr val="0578FF"/>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EA0-44AC-A6CD-1BFB677F581B}"/>
            </c:ext>
          </c:extLst>
        </c:ser>
        <c:dLbls>
          <c:showLegendKey val="0"/>
          <c:showVal val="0"/>
          <c:showCatName val="0"/>
          <c:showSerName val="0"/>
          <c:showPercent val="0"/>
          <c:showBubbleSize val="0"/>
        </c:dLbls>
        <c:gapWidth val="352"/>
        <c:overlap val="-36"/>
        <c:axId val="1813959183"/>
        <c:axId val="1813486799"/>
      </c:barChart>
      <c:catAx>
        <c:axId val="1813959183"/>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solidFill>
                    <a:latin typeface="Ember Modern SemiMono Beta 08" panose="020B0503020204020204" pitchFamily="34" charset="0"/>
                    <a:ea typeface="+mn-ea"/>
                    <a:cs typeface="+mn-cs"/>
                  </a:defRPr>
                </a:pPr>
                <a:r>
                  <a:rPr lang="en-US">
                    <a:latin typeface="Ember Modern SemiMono Beta 08" panose="020B0503020204020204" pitchFamily="34" charset="0"/>
                  </a:rPr>
                  <a:t>Axis Title</a:t>
                </a:r>
              </a:p>
            </c:rich>
          </c:tx>
          <c:layout>
            <c:manualLayout>
              <c:xMode val="edge"/>
              <c:yMode val="edge"/>
              <c:x val="0.46639545034738333"/>
              <c:y val="0.87551899355614449"/>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Ember Modern SemiMono Beta 08" panose="020B0503020204020204" pitchFamily="34" charset="0"/>
                  <a:ea typeface="+mn-ea"/>
                  <a:cs typeface="+mn-cs"/>
                </a:defRPr>
              </a:pPr>
              <a:endParaRPr lang="en-US"/>
            </a:p>
          </c:txPr>
        </c:title>
        <c:numFmt formatCode="General" sourceLinked="1"/>
        <c:majorTickMark val="none"/>
        <c:minorTickMark val="none"/>
        <c:tickLblPos val="nextTo"/>
        <c:spPr>
          <a:noFill/>
          <a:ln w="9525" cap="flat" cmpd="sng" algn="ctr">
            <a:solidFill>
              <a:schemeClr val="tx2"/>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Ember Modern SemiMono Beta 08" panose="020B0503020204020204" pitchFamily="34" charset="0"/>
                <a:ea typeface="+mn-ea"/>
                <a:cs typeface="+mn-cs"/>
              </a:defRPr>
            </a:pPr>
            <a:endParaRPr lang="en-US"/>
          </a:p>
        </c:txPr>
        <c:crossAx val="1813486799"/>
        <c:crosses val="autoZero"/>
        <c:auto val="1"/>
        <c:lblAlgn val="ctr"/>
        <c:lblOffset val="100"/>
        <c:noMultiLvlLbl val="0"/>
      </c:catAx>
      <c:valAx>
        <c:axId val="1813486799"/>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Ember Modern SemiMono Beta 08" panose="020B0503020204020204" pitchFamily="34" charset="0"/>
                    <a:ea typeface="+mn-ea"/>
                    <a:cs typeface="+mn-cs"/>
                  </a:defRPr>
                </a:pPr>
                <a:r>
                  <a:rPr lang="en-US">
                    <a:latin typeface="Ember Modern SemiMono Beta 08" panose="020B0503020204020204" pitchFamily="34" charset="0"/>
                  </a:rPr>
                  <a:t>Axis Title</a:t>
                </a:r>
              </a:p>
            </c:rich>
          </c:tx>
          <c:layout>
            <c:manualLayout>
              <c:xMode val="edge"/>
              <c:yMode val="edge"/>
              <c:x val="0"/>
              <c:y val="0.33358383291043753"/>
            </c:manualLayout>
          </c:layout>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Ember Modern SemiMono Beta 08" panose="020B0503020204020204" pitchFamily="34" charset="0"/>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18139591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4079428873394937E-2"/>
          <c:y val="1.5670553457484863E-2"/>
          <c:w val="0.89900662636476936"/>
          <c:h val="0.72648662659763996"/>
        </c:manualLayout>
      </c:layout>
      <c:areaChart>
        <c:grouping val="standard"/>
        <c:varyColors val="0"/>
        <c:ser>
          <c:idx val="0"/>
          <c:order val="0"/>
          <c:tx>
            <c:strRef>
              <c:f>Sheet1!$B$1</c:f>
              <c:strCache>
                <c:ptCount val="1"/>
                <c:pt idx="0">
                  <c:v>Option 1</c:v>
                </c:pt>
              </c:strCache>
            </c:strRef>
          </c:tx>
          <c:spPr>
            <a:solidFill>
              <a:schemeClr val="accent3">
                <a:alpha val="33000"/>
              </a:schemeClr>
            </a:solidFill>
            <a:ln w="25400">
              <a:solidFill>
                <a:srgbClr val="B052FF"/>
              </a:solidFill>
            </a:ln>
            <a:effectLst/>
          </c:spPr>
          <c:cat>
            <c:strRef>
              <c:f>Sheet1!$A$2:$A$5</c:f>
              <c:strCache>
                <c:ptCount val="4"/>
                <c:pt idx="0">
                  <c:v>Q1</c:v>
                </c:pt>
                <c:pt idx="1">
                  <c:v>Q2</c:v>
                </c:pt>
                <c:pt idx="2">
                  <c:v>Q3</c:v>
                </c:pt>
                <c:pt idx="3">
                  <c:v>Q4</c:v>
                </c:pt>
              </c:strCache>
            </c:strRef>
          </c:cat>
          <c:val>
            <c:numRef>
              <c:f>Sheet1!$B$2:$B$5</c:f>
              <c:numCache>
                <c:formatCode>General</c:formatCode>
                <c:ptCount val="4"/>
                <c:pt idx="0">
                  <c:v>4.3</c:v>
                </c:pt>
                <c:pt idx="1">
                  <c:v>2.5</c:v>
                </c:pt>
                <c:pt idx="2">
                  <c:v>3.5</c:v>
                </c:pt>
                <c:pt idx="3">
                  <c:v>4.5</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0-A57F-4C06-BEE3-5732C4C44711}"/>
            </c:ext>
          </c:extLst>
        </c:ser>
        <c:ser>
          <c:idx val="1"/>
          <c:order val="1"/>
          <c:tx>
            <c:strRef>
              <c:f>Sheet1!$C$1</c:f>
              <c:strCache>
                <c:ptCount val="1"/>
                <c:pt idx="0">
                  <c:v>Option 2</c:v>
                </c:pt>
              </c:strCache>
            </c:strRef>
          </c:tx>
          <c:spPr>
            <a:solidFill>
              <a:schemeClr val="accent4">
                <a:alpha val="26873"/>
              </a:schemeClr>
            </a:solidFill>
            <a:ln w="25400">
              <a:solidFill>
                <a:srgbClr val="FF4D8B"/>
              </a:solidFill>
            </a:ln>
            <a:effectLst/>
          </c:spPr>
          <c:cat>
            <c:strRef>
              <c:f>Sheet1!$A$2:$A$5</c:f>
              <c:strCache>
                <c:ptCount val="4"/>
                <c:pt idx="0">
                  <c:v>Q1</c:v>
                </c:pt>
                <c:pt idx="1">
                  <c:v>Q2</c:v>
                </c:pt>
                <c:pt idx="2">
                  <c:v>Q3</c:v>
                </c:pt>
                <c:pt idx="3">
                  <c:v>Q4</c:v>
                </c:pt>
              </c:strCache>
            </c:strRef>
          </c:cat>
          <c:val>
            <c:numRef>
              <c:f>Sheet1!$C$2:$C$5</c:f>
              <c:numCache>
                <c:formatCode>General</c:formatCode>
                <c:ptCount val="4"/>
                <c:pt idx="0">
                  <c:v>2.4</c:v>
                </c:pt>
                <c:pt idx="1">
                  <c:v>4.4000000000000004</c:v>
                </c:pt>
                <c:pt idx="2">
                  <c:v>1.8</c:v>
                </c:pt>
                <c:pt idx="3">
                  <c:v>2.8</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1-A57F-4C06-BEE3-5732C4C44711}"/>
            </c:ext>
          </c:extLst>
        </c:ser>
        <c:ser>
          <c:idx val="2"/>
          <c:order val="2"/>
          <c:tx>
            <c:strRef>
              <c:f>Sheet1!$D$1</c:f>
              <c:strCache>
                <c:ptCount val="1"/>
                <c:pt idx="0">
                  <c:v>Option 3</c:v>
                </c:pt>
              </c:strCache>
            </c:strRef>
          </c:tx>
          <c:spPr>
            <a:solidFill>
              <a:srgbClr val="FF6200">
                <a:alpha val="20000"/>
              </a:srgbClr>
            </a:solidFill>
            <a:ln w="25400">
              <a:solidFill>
                <a:srgbClr val="FF6200"/>
              </a:solidFill>
            </a:ln>
            <a:effectLst/>
          </c:spPr>
          <c:cat>
            <c:strRef>
              <c:f>Sheet1!$A$2:$A$5</c:f>
              <c:strCache>
                <c:ptCount val="4"/>
                <c:pt idx="0">
                  <c:v>Q1</c:v>
                </c:pt>
                <c:pt idx="1">
                  <c:v>Q2</c:v>
                </c:pt>
                <c:pt idx="2">
                  <c:v>Q3</c:v>
                </c:pt>
                <c:pt idx="3">
                  <c:v>Q4</c:v>
                </c:pt>
              </c:strCache>
            </c:strRef>
          </c:cat>
          <c:val>
            <c:numRef>
              <c:f>Sheet1!$D$2:$D$5</c:f>
              <c:numCache>
                <c:formatCode>General</c:formatCode>
                <c:ptCount val="4"/>
                <c:pt idx="0">
                  <c:v>1.2</c:v>
                </c:pt>
                <c:pt idx="1">
                  <c:v>1.6</c:v>
                </c:pt>
                <c:pt idx="2">
                  <c:v>2.8</c:v>
                </c:pt>
                <c:pt idx="3">
                  <c:v>5.3</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2-A57F-4C06-BEE3-5732C4C44711}"/>
            </c:ext>
          </c:extLst>
        </c:ser>
        <c:dLbls>
          <c:showLegendKey val="0"/>
          <c:showVal val="0"/>
          <c:showCatName val="0"/>
          <c:showSerName val="0"/>
          <c:showPercent val="0"/>
          <c:showBubbleSize val="0"/>
        </c:dLbls>
        <c:axId val="1813959183"/>
        <c:axId val="1813486799"/>
      </c:areaChart>
      <c:catAx>
        <c:axId val="1813959183"/>
        <c:scaling>
          <c:orientation val="minMax"/>
        </c:scaling>
        <c:delete val="0"/>
        <c:axPos val="b"/>
        <c:numFmt formatCode="General" sourceLinked="1"/>
        <c:majorTickMark val="none"/>
        <c:minorTickMark val="none"/>
        <c:tickLblPos val="nextTo"/>
        <c:spPr>
          <a:noFill/>
          <a:ln w="9525" cap="flat" cmpd="sng" algn="ctr">
            <a:solidFill>
              <a:schemeClr val="tx2"/>
            </a:solidFill>
            <a:round/>
          </a:ln>
          <a:effectLst/>
        </c:spPr>
        <c:txPr>
          <a:bodyPr rot="-60000000" spcFirstLastPara="1" vertOverflow="ellipsis" vert="horz" wrap="square" anchor="ctr" anchorCtr="1"/>
          <a:lstStyle/>
          <a:p>
            <a:pPr>
              <a:defRPr sz="1400" b="0" i="0" u="none" strike="noStrike" kern="1200" cap="all" spc="100" baseline="0">
                <a:solidFill>
                  <a:schemeClr val="tx1"/>
                </a:solidFill>
                <a:latin typeface="Ember Modern SemiMono Beta 08" panose="020B0503020204020204" pitchFamily="34" charset="0"/>
                <a:ea typeface="+mn-ea"/>
                <a:cs typeface="+mn-cs"/>
              </a:defRPr>
            </a:pPr>
            <a:endParaRPr lang="en-US"/>
          </a:p>
        </c:txPr>
        <c:crossAx val="1813486799"/>
        <c:crosses val="autoZero"/>
        <c:auto val="1"/>
        <c:lblAlgn val="ctr"/>
        <c:lblOffset val="100"/>
        <c:noMultiLvlLbl val="0"/>
      </c:catAx>
      <c:valAx>
        <c:axId val="181348679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Ember Modern SemiMono Beta 08" panose="020B0503020204020204" pitchFamily="34" charset="0"/>
                <a:ea typeface="+mn-ea"/>
                <a:cs typeface="+mn-cs"/>
              </a:defRPr>
            </a:pPr>
            <a:endParaRPr lang="en-US"/>
          </a:p>
        </c:txPr>
        <c:crossAx val="1813959183"/>
        <c:crosses val="autoZero"/>
        <c:crossBetween val="midCat"/>
      </c:valAx>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4DCDA45-E43A-6A68-196B-6259A05D8623}"/>
              </a:ext>
            </a:extLst>
          </p:cNvPr>
          <p:cNvSpPr>
            <a:spLocks noGrp="1"/>
          </p:cNvSpPr>
          <p:nvPr>
            <p:ph type="sldNum" sz="quarter" idx="3"/>
          </p:nvPr>
        </p:nvSpPr>
        <p:spPr>
          <a:xfrm>
            <a:off x="1943100" y="8685213"/>
            <a:ext cx="2971800" cy="458787"/>
          </a:xfrm>
          <a:prstGeom prst="rect">
            <a:avLst/>
          </a:prstGeom>
        </p:spPr>
        <p:txBody>
          <a:bodyPr vert="horz" lIns="91440" tIns="45720" rIns="91440" bIns="45720" rtlCol="0" anchor="b"/>
          <a:lstStyle>
            <a:lvl1pPr algn="r">
              <a:defRPr sz="1200"/>
            </a:lvl1pPr>
          </a:lstStyle>
          <a:p>
            <a:pPr algn="ctr"/>
            <a:fld id="{994C97FB-6A54-4416-AA04-8C53433011EC}" type="slidenum">
              <a:rPr lang="en-US" smtClean="0"/>
              <a:pPr algn="ctr"/>
              <a:t>‹#›</a:t>
            </a:fld>
            <a:endParaRPr lang="en-US"/>
          </a:p>
        </p:txBody>
      </p:sp>
    </p:spTree>
    <p:extLst>
      <p:ext uri="{BB962C8B-B14F-4D97-AF65-F5344CB8AC3E}">
        <p14:creationId xmlns:p14="http://schemas.microsoft.com/office/powerpoint/2010/main" val="14716150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1943100" y="8685213"/>
            <a:ext cx="2971800" cy="458787"/>
          </a:xfrm>
          <a:prstGeom prst="rect">
            <a:avLst/>
          </a:prstGeom>
        </p:spPr>
        <p:txBody>
          <a:bodyPr vert="horz" lIns="91440" tIns="45720" rIns="91440" bIns="45720" rtlCol="0" anchor="b"/>
          <a:lstStyle>
            <a:lvl1pPr algn="ctr">
              <a:defRPr sz="1200"/>
            </a:lvl1pPr>
          </a:lstStyle>
          <a:p>
            <a:pPr algn="ctr"/>
            <a:fld id="{EDCB8EEF-DE8A-4637-801F-E667F695251A}" type="slidenum">
              <a:rPr lang="en-US" smtClean="0"/>
              <a:pPr/>
              <a:t>‹#›</a:t>
            </a:fld>
            <a:endParaRPr lang="en-US"/>
          </a:p>
        </p:txBody>
      </p:sp>
    </p:spTree>
    <p:extLst>
      <p:ext uri="{BB962C8B-B14F-4D97-AF65-F5344CB8AC3E}">
        <p14:creationId xmlns:p14="http://schemas.microsoft.com/office/powerpoint/2010/main" val="3400358269"/>
      </p:ext>
    </p:extLst>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mn-lt"/>
        <a:ea typeface="+mn-ea"/>
        <a:cs typeface="+mn-cs"/>
      </a:defRPr>
    </a:lvl1pPr>
    <a:lvl2pPr marL="173038" indent="0" algn="l" defTabSz="914400" rtl="0" eaLnBrk="1" latinLnBrk="0" hangingPunct="1">
      <a:buFont typeface="Ember Modern Text" panose="020B0503020204020204" pitchFamily="34" charset="0"/>
      <a:buChar char="•"/>
      <a:defRPr sz="1600" kern="1200">
        <a:solidFill>
          <a:schemeClr val="tx1"/>
        </a:solidFill>
        <a:latin typeface="+mn-lt"/>
        <a:ea typeface="+mn-ea"/>
        <a:cs typeface="+mn-cs"/>
      </a:defRPr>
    </a:lvl2pPr>
    <a:lvl3pPr marL="284163" indent="0" algn="l" defTabSz="914400" rtl="0" eaLnBrk="1" latinLnBrk="0" hangingPunct="1">
      <a:buFont typeface="Ember Modern Text" panose="020B0503020204020204" pitchFamily="34" charset="0"/>
      <a:buChar char="•"/>
      <a:defRPr sz="1600" kern="1200">
        <a:solidFill>
          <a:schemeClr val="tx1"/>
        </a:solidFill>
        <a:latin typeface="+mn-lt"/>
        <a:ea typeface="+mn-ea"/>
        <a:cs typeface="+mn-cs"/>
      </a:defRPr>
    </a:lvl3pPr>
    <a:lvl4pPr marL="457200" indent="0" algn="l" defTabSz="914400" rtl="0" eaLnBrk="1" latinLnBrk="0" hangingPunct="1">
      <a:buFont typeface="Ember Modern Text" panose="020B0503020204020204" pitchFamily="34" charset="0"/>
      <a:buChar char="•"/>
      <a:defRPr sz="1600" kern="1200">
        <a:solidFill>
          <a:schemeClr val="tx1"/>
        </a:solidFill>
        <a:latin typeface="+mn-lt"/>
        <a:ea typeface="+mn-ea"/>
        <a:cs typeface="+mn-cs"/>
      </a:defRPr>
    </a:lvl4pPr>
    <a:lvl5pPr marL="630238" indent="0" algn="l" defTabSz="914400" rtl="0" eaLnBrk="1" latinLnBrk="0" hangingPunct="1">
      <a:buFont typeface="Ember Modern Text" panose="020B0503020204020204" pitchFamily="34" charset="0"/>
      <a:buChar char="•"/>
      <a:defRPr sz="16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lgn="ctr"/>
            <a:fld id="{EDCB8EEF-DE8A-4637-801F-E667F695251A}" type="slidenum">
              <a:rPr lang="en-US" smtClean="0"/>
              <a:pPr algn="ctr"/>
              <a:t>28</a:t>
            </a:fld>
            <a:endParaRPr lang="en-US"/>
          </a:p>
        </p:txBody>
      </p:sp>
    </p:spTree>
    <p:extLst>
      <p:ext uri="{BB962C8B-B14F-4D97-AF65-F5344CB8AC3E}">
        <p14:creationId xmlns:p14="http://schemas.microsoft.com/office/powerpoint/2010/main" val="1075535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lgn="ctr"/>
            <a:fld id="{EDCB8EEF-DE8A-4637-801F-E667F695251A}" type="slidenum">
              <a:rPr lang="en-US" smtClean="0"/>
              <a:pPr algn="ctr"/>
              <a:t>43</a:t>
            </a:fld>
            <a:endParaRPr lang="en-US"/>
          </a:p>
        </p:txBody>
      </p:sp>
    </p:spTree>
    <p:extLst>
      <p:ext uri="{BB962C8B-B14F-4D97-AF65-F5344CB8AC3E}">
        <p14:creationId xmlns:p14="http://schemas.microsoft.com/office/powerpoint/2010/main" val="4143838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F62D71-FA90-31CB-972D-109860144E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33062" y="1903759"/>
            <a:ext cx="3265714" cy="711386"/>
          </a:xfrm>
          <a:prstGeom prst="rect">
            <a:avLst/>
          </a:prstGeom>
        </p:spPr>
      </p:pic>
      <p:sp>
        <p:nvSpPr>
          <p:cNvPr id="4" name="Rectangle 3">
            <a:extLst>
              <a:ext uri="{FF2B5EF4-FFF2-40B4-BE49-F238E27FC236}">
                <a16:creationId xmlns:a16="http://schemas.microsoft.com/office/drawing/2014/main" id="{D753880B-29CC-248A-37A4-FCF6D5ACA2CF}"/>
              </a:ext>
            </a:extLst>
          </p:cNvPr>
          <p:cNvSpPr/>
          <p:nvPr userDrawn="1"/>
        </p:nvSpPr>
        <p:spPr>
          <a:xfrm>
            <a:off x="10668000" y="3811167"/>
            <a:ext cx="1524000" cy="1524000"/>
          </a:xfrm>
          <a:prstGeom prst="rect">
            <a:avLst/>
          </a:prstGeom>
          <a:solidFill>
            <a:srgbClr val="B49E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 name="Rectangle 4">
            <a:extLst>
              <a:ext uri="{FF2B5EF4-FFF2-40B4-BE49-F238E27FC236}">
                <a16:creationId xmlns:a16="http://schemas.microsoft.com/office/drawing/2014/main" id="{73CE7833-BBC6-AF1F-26F0-E8950129FEC3}"/>
              </a:ext>
            </a:extLst>
          </p:cNvPr>
          <p:cNvSpPr/>
          <p:nvPr userDrawn="1"/>
        </p:nvSpPr>
        <p:spPr>
          <a:xfrm>
            <a:off x="7620000" y="3810000"/>
            <a:ext cx="762000" cy="762000"/>
          </a:xfrm>
          <a:prstGeom prst="rect">
            <a:avLst/>
          </a:prstGeom>
          <a:solidFill>
            <a:srgbClr val="5F95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6" name="Rectangle 5">
            <a:extLst>
              <a:ext uri="{FF2B5EF4-FFF2-40B4-BE49-F238E27FC236}">
                <a16:creationId xmlns:a16="http://schemas.microsoft.com/office/drawing/2014/main" id="{D7AD4839-24CE-3E5B-35C1-0F23066D2A63}"/>
              </a:ext>
            </a:extLst>
          </p:cNvPr>
          <p:cNvSpPr/>
          <p:nvPr userDrawn="1"/>
        </p:nvSpPr>
        <p:spPr>
          <a:xfrm>
            <a:off x="9144000" y="5334000"/>
            <a:ext cx="1524000" cy="1524000"/>
          </a:xfrm>
          <a:prstGeom prst="rect">
            <a:avLst/>
          </a:prstGeom>
          <a:solidFill>
            <a:srgbClr val="3A60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8" name="Rectangle 7">
            <a:extLst>
              <a:ext uri="{FF2B5EF4-FFF2-40B4-BE49-F238E27FC236}">
                <a16:creationId xmlns:a16="http://schemas.microsoft.com/office/drawing/2014/main" id="{38AE316A-B66B-49EE-9080-518E1027F40D}"/>
              </a:ext>
            </a:extLst>
          </p:cNvPr>
          <p:cNvSpPr/>
          <p:nvPr userDrawn="1"/>
        </p:nvSpPr>
        <p:spPr>
          <a:xfrm>
            <a:off x="7620000" y="5328558"/>
            <a:ext cx="1524000" cy="1524000"/>
          </a:xfrm>
          <a:prstGeom prst="rect">
            <a:avLst/>
          </a:prstGeom>
          <a:solidFill>
            <a:srgbClr val="FF7A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9" name="Rectangle 8">
            <a:extLst>
              <a:ext uri="{FF2B5EF4-FFF2-40B4-BE49-F238E27FC236}">
                <a16:creationId xmlns:a16="http://schemas.microsoft.com/office/drawing/2014/main" id="{930E5A35-112E-7888-4835-6437A2555F57}"/>
              </a:ext>
            </a:extLst>
          </p:cNvPr>
          <p:cNvSpPr/>
          <p:nvPr userDrawn="1"/>
        </p:nvSpPr>
        <p:spPr>
          <a:xfrm>
            <a:off x="6858000" y="5334000"/>
            <a:ext cx="762000" cy="762000"/>
          </a:xfrm>
          <a:prstGeom prst="rect">
            <a:avLst/>
          </a:prstGeom>
          <a:solidFill>
            <a:srgbClr val="563B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0" name="Rectangle 9">
            <a:extLst>
              <a:ext uri="{FF2B5EF4-FFF2-40B4-BE49-F238E27FC236}">
                <a16:creationId xmlns:a16="http://schemas.microsoft.com/office/drawing/2014/main" id="{A1FA6EA7-6A91-5391-3320-7769B4453B25}"/>
              </a:ext>
            </a:extLst>
          </p:cNvPr>
          <p:cNvSpPr/>
          <p:nvPr userDrawn="1"/>
        </p:nvSpPr>
        <p:spPr>
          <a:xfrm>
            <a:off x="6096000" y="5334000"/>
            <a:ext cx="762000" cy="762000"/>
          </a:xfrm>
          <a:prstGeom prst="rect">
            <a:avLst/>
          </a:prstGeom>
          <a:solidFill>
            <a:srgbClr val="05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1" name="Rectangle 10">
            <a:extLst>
              <a:ext uri="{FF2B5EF4-FFF2-40B4-BE49-F238E27FC236}">
                <a16:creationId xmlns:a16="http://schemas.microsoft.com/office/drawing/2014/main" id="{BF238610-6124-5538-E25E-94B1E53FC852}"/>
              </a:ext>
            </a:extLst>
          </p:cNvPr>
          <p:cNvSpPr/>
          <p:nvPr userDrawn="1"/>
        </p:nvSpPr>
        <p:spPr>
          <a:xfrm>
            <a:off x="6096000" y="6100665"/>
            <a:ext cx="762000" cy="762000"/>
          </a:xfrm>
          <a:prstGeom prst="rect">
            <a:avLst/>
          </a:prstGeom>
          <a:solidFill>
            <a:srgbClr val="580E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2" name="Rectangle 11">
            <a:extLst>
              <a:ext uri="{FF2B5EF4-FFF2-40B4-BE49-F238E27FC236}">
                <a16:creationId xmlns:a16="http://schemas.microsoft.com/office/drawing/2014/main" id="{7334171F-D214-028A-B04A-E319D7EDEFF1}"/>
              </a:ext>
            </a:extLst>
          </p:cNvPr>
          <p:cNvSpPr/>
          <p:nvPr userDrawn="1"/>
        </p:nvSpPr>
        <p:spPr>
          <a:xfrm>
            <a:off x="9144000" y="4573167"/>
            <a:ext cx="762000" cy="762000"/>
          </a:xfrm>
          <a:prstGeom prst="rect">
            <a:avLst/>
          </a:prstGeom>
          <a:solidFill>
            <a:srgbClr val="AC6F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3" name="Rectangle 12">
            <a:extLst>
              <a:ext uri="{FF2B5EF4-FFF2-40B4-BE49-F238E27FC236}">
                <a16:creationId xmlns:a16="http://schemas.microsoft.com/office/drawing/2014/main" id="{68F39146-9F34-8CCE-0C38-921A673FAADE}"/>
              </a:ext>
            </a:extLst>
          </p:cNvPr>
          <p:cNvSpPr/>
          <p:nvPr userDrawn="1"/>
        </p:nvSpPr>
        <p:spPr>
          <a:xfrm>
            <a:off x="9906000" y="3048000"/>
            <a:ext cx="762000" cy="762000"/>
          </a:xfrm>
          <a:prstGeom prst="rect">
            <a:avLst/>
          </a:prstGeom>
          <a:solidFill>
            <a:srgbClr val="475A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4" name="Rectangle 13">
            <a:extLst>
              <a:ext uri="{FF2B5EF4-FFF2-40B4-BE49-F238E27FC236}">
                <a16:creationId xmlns:a16="http://schemas.microsoft.com/office/drawing/2014/main" id="{91DF1E23-DF90-12FF-80F6-2F09256DDF7D}"/>
              </a:ext>
            </a:extLst>
          </p:cNvPr>
          <p:cNvSpPr/>
          <p:nvPr userDrawn="1"/>
        </p:nvSpPr>
        <p:spPr>
          <a:xfrm>
            <a:off x="9144000" y="3048000"/>
            <a:ext cx="762000" cy="762000"/>
          </a:xfrm>
          <a:prstGeom prst="rect">
            <a:avLst/>
          </a:prstGeom>
          <a:solidFill>
            <a:srgbClr val="8F0A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5" name="Rectangle 14">
            <a:extLst>
              <a:ext uri="{FF2B5EF4-FFF2-40B4-BE49-F238E27FC236}">
                <a16:creationId xmlns:a16="http://schemas.microsoft.com/office/drawing/2014/main" id="{38E16C0E-4F68-C217-DD3E-97D5D4785FAC}"/>
              </a:ext>
            </a:extLst>
          </p:cNvPr>
          <p:cNvSpPr/>
          <p:nvPr userDrawn="1"/>
        </p:nvSpPr>
        <p:spPr>
          <a:xfrm>
            <a:off x="6858000" y="3048000"/>
            <a:ext cx="762000"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6" name="Rectangle 15">
            <a:extLst>
              <a:ext uri="{FF2B5EF4-FFF2-40B4-BE49-F238E27FC236}">
                <a16:creationId xmlns:a16="http://schemas.microsoft.com/office/drawing/2014/main" id="{8AAC3192-303A-B268-0FD0-1E7104C73A6E}"/>
              </a:ext>
            </a:extLst>
          </p:cNvPr>
          <p:cNvSpPr/>
          <p:nvPr userDrawn="1"/>
        </p:nvSpPr>
        <p:spPr>
          <a:xfrm>
            <a:off x="5334000" y="4573167"/>
            <a:ext cx="762000" cy="762000"/>
          </a:xfrm>
          <a:prstGeom prst="rect">
            <a:avLst/>
          </a:prstGeom>
          <a:solidFill>
            <a:srgbClr val="D27D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7" name="Rectangle 16">
            <a:extLst>
              <a:ext uri="{FF2B5EF4-FFF2-40B4-BE49-F238E27FC236}">
                <a16:creationId xmlns:a16="http://schemas.microsoft.com/office/drawing/2014/main" id="{A24455E7-40F1-2992-6B87-212CAF8E94BB}"/>
              </a:ext>
            </a:extLst>
          </p:cNvPr>
          <p:cNvSpPr/>
          <p:nvPr userDrawn="1"/>
        </p:nvSpPr>
        <p:spPr>
          <a:xfrm>
            <a:off x="10668000" y="2296107"/>
            <a:ext cx="762000" cy="762000"/>
          </a:xfrm>
          <a:prstGeom prst="rect">
            <a:avLst/>
          </a:prstGeom>
          <a:solidFill>
            <a:srgbClr val="FE7A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8" name="Rectangle 17">
            <a:extLst>
              <a:ext uri="{FF2B5EF4-FFF2-40B4-BE49-F238E27FC236}">
                <a16:creationId xmlns:a16="http://schemas.microsoft.com/office/drawing/2014/main" id="{2FE9BEA9-1559-F055-0AFA-B5F0E3E9F9F6}"/>
              </a:ext>
            </a:extLst>
          </p:cNvPr>
          <p:cNvSpPr/>
          <p:nvPr userDrawn="1"/>
        </p:nvSpPr>
        <p:spPr>
          <a:xfrm>
            <a:off x="5334000" y="6100665"/>
            <a:ext cx="762000" cy="762000"/>
          </a:xfrm>
          <a:prstGeom prst="rect">
            <a:avLst/>
          </a:prstGeom>
          <a:solidFill>
            <a:srgbClr val="3B44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03" name="Rectangle 102">
            <a:extLst>
              <a:ext uri="{FF2B5EF4-FFF2-40B4-BE49-F238E27FC236}">
                <a16:creationId xmlns:a16="http://schemas.microsoft.com/office/drawing/2014/main" id="{19D3FFF6-15AA-9098-CBD7-F2BFB3C57069}"/>
              </a:ext>
            </a:extLst>
          </p:cNvPr>
          <p:cNvSpPr/>
          <p:nvPr userDrawn="1"/>
        </p:nvSpPr>
        <p:spPr>
          <a:xfrm>
            <a:off x="7620000" y="4573167"/>
            <a:ext cx="762000" cy="762000"/>
          </a:xfrm>
          <a:prstGeom prst="rect">
            <a:avLst/>
          </a:prstGeom>
          <a:solidFill>
            <a:srgbClr val="FF4D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04" name="Rectangle 103">
            <a:extLst>
              <a:ext uri="{FF2B5EF4-FFF2-40B4-BE49-F238E27FC236}">
                <a16:creationId xmlns:a16="http://schemas.microsoft.com/office/drawing/2014/main" id="{B277665A-9C82-142F-3D0C-F7B9F8F1E506}"/>
              </a:ext>
            </a:extLst>
          </p:cNvPr>
          <p:cNvSpPr/>
          <p:nvPr userDrawn="1"/>
        </p:nvSpPr>
        <p:spPr>
          <a:xfrm>
            <a:off x="10668000" y="6100665"/>
            <a:ext cx="762000" cy="762000"/>
          </a:xfrm>
          <a:prstGeom prst="rect">
            <a:avLst/>
          </a:prstGeom>
          <a:solidFill>
            <a:srgbClr val="F3C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05" name="Rectangle 104">
            <a:extLst>
              <a:ext uri="{FF2B5EF4-FFF2-40B4-BE49-F238E27FC236}">
                <a16:creationId xmlns:a16="http://schemas.microsoft.com/office/drawing/2014/main" id="{A8976272-679F-426D-FB70-E4E35ADFEDE5}"/>
              </a:ext>
            </a:extLst>
          </p:cNvPr>
          <p:cNvSpPr/>
          <p:nvPr userDrawn="1"/>
        </p:nvSpPr>
        <p:spPr>
          <a:xfrm>
            <a:off x="11430000" y="5328558"/>
            <a:ext cx="762000" cy="762000"/>
          </a:xfrm>
          <a:prstGeom prst="rect">
            <a:avLst/>
          </a:prstGeom>
          <a:solidFill>
            <a:srgbClr val="580E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06" name="Rectangle 105">
            <a:extLst>
              <a:ext uri="{FF2B5EF4-FFF2-40B4-BE49-F238E27FC236}">
                <a16:creationId xmlns:a16="http://schemas.microsoft.com/office/drawing/2014/main" id="{D6C97A5B-86E8-49A8-1BFF-E9C56A2B0ABB}"/>
              </a:ext>
            </a:extLst>
          </p:cNvPr>
          <p:cNvSpPr/>
          <p:nvPr userDrawn="1"/>
        </p:nvSpPr>
        <p:spPr>
          <a:xfrm>
            <a:off x="11430000" y="6090558"/>
            <a:ext cx="762000" cy="762000"/>
          </a:xfrm>
          <a:prstGeom prst="rect">
            <a:avLst/>
          </a:prstGeom>
          <a:solidFill>
            <a:srgbClr val="A636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09" name="Rectangle 108">
            <a:extLst>
              <a:ext uri="{FF2B5EF4-FFF2-40B4-BE49-F238E27FC236}">
                <a16:creationId xmlns:a16="http://schemas.microsoft.com/office/drawing/2014/main" id="{31BC1A7B-2CF3-F2A0-49A4-0C3AFE08052D}"/>
              </a:ext>
            </a:extLst>
          </p:cNvPr>
          <p:cNvSpPr/>
          <p:nvPr userDrawn="1"/>
        </p:nvSpPr>
        <p:spPr>
          <a:xfrm>
            <a:off x="10668000" y="3048000"/>
            <a:ext cx="762000" cy="762000"/>
          </a:xfrm>
          <a:prstGeom prst="rect">
            <a:avLst/>
          </a:prstGeom>
          <a:solidFill>
            <a:srgbClr val="86C3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Tree>
    <p:extLst>
      <p:ext uri="{BB962C8B-B14F-4D97-AF65-F5344CB8AC3E}">
        <p14:creationId xmlns:p14="http://schemas.microsoft.com/office/powerpoint/2010/main" val="1096924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16="http://schemas.microsoft.com/office/drawing/2014/main" xmlns:asvg="http://schemas.microsoft.com/office/drawing/2016/SVG/main" xmlns:p15="http://schemas.microsoft.com/office/powerpoint/2012/main"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BB274E-D402-4E08-C30B-82AEB7C37033}"/>
              </a:ext>
            </a:extLst>
          </p:cNvPr>
          <p:cNvSpPr/>
          <p:nvPr userDrawn="1"/>
        </p:nvSpPr>
        <p:spPr>
          <a:xfrm>
            <a:off x="-1" y="-1"/>
            <a:ext cx="1143001" cy="114300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0A7AD8-222E-777F-935B-4BD98EBB79C2}"/>
              </a:ext>
            </a:extLst>
          </p:cNvPr>
          <p:cNvSpPr>
            <a:spLocks noGrp="1"/>
          </p:cNvSpPr>
          <p:nvPr>
            <p:ph type="ctrTitle" hasCustomPrompt="1"/>
          </p:nvPr>
        </p:nvSpPr>
        <p:spPr>
          <a:xfrm>
            <a:off x="1314449" y="2286000"/>
            <a:ext cx="9614289" cy="1625600"/>
          </a:xfrm>
        </p:spPr>
        <p:txBody>
          <a:bodyPr anchor="t"/>
          <a:lstStyle>
            <a:lvl1pPr algn="l">
              <a:defRPr sz="4800"/>
            </a:lvl1pPr>
          </a:lstStyle>
          <a:p>
            <a:r>
              <a:rPr lang="en-US" dirty="0"/>
              <a:t>Enter presentation title</a:t>
            </a:r>
          </a:p>
        </p:txBody>
      </p:sp>
      <p:sp>
        <p:nvSpPr>
          <p:cNvPr id="3" name="Subtitle 2">
            <a:extLst>
              <a:ext uri="{FF2B5EF4-FFF2-40B4-BE49-F238E27FC236}">
                <a16:creationId xmlns:a16="http://schemas.microsoft.com/office/drawing/2014/main" id="{B9E13682-84F7-E822-DF44-9B2EC984C1E8}"/>
              </a:ext>
            </a:extLst>
          </p:cNvPr>
          <p:cNvSpPr>
            <a:spLocks noGrp="1"/>
          </p:cNvSpPr>
          <p:nvPr>
            <p:ph type="subTitle" idx="1" hasCustomPrompt="1"/>
          </p:nvPr>
        </p:nvSpPr>
        <p:spPr>
          <a:xfrm>
            <a:off x="1314449" y="1936749"/>
            <a:ext cx="9614288" cy="284162"/>
          </a:xfrm>
        </p:spPr>
        <p:txBody>
          <a:bodyPr/>
          <a:lstStyle>
            <a:lvl1pPr marL="0" indent="0" algn="l">
              <a:buNone/>
              <a:defRPr sz="1400" cap="all" spc="300" baseline="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sponsor information or eyebrow</a:t>
            </a:r>
          </a:p>
        </p:txBody>
      </p:sp>
      <p:sp>
        <p:nvSpPr>
          <p:cNvPr id="8" name="Text Placeholder 7">
            <a:extLst>
              <a:ext uri="{FF2B5EF4-FFF2-40B4-BE49-F238E27FC236}">
                <a16:creationId xmlns:a16="http://schemas.microsoft.com/office/drawing/2014/main" id="{B7E178D2-0792-2E7D-7AA2-C291F1D06D45}"/>
              </a:ext>
            </a:extLst>
          </p:cNvPr>
          <p:cNvSpPr>
            <a:spLocks noGrp="1"/>
          </p:cNvSpPr>
          <p:nvPr>
            <p:ph type="body" sz="quarter" idx="10" hasCustomPrompt="1"/>
          </p:nvPr>
        </p:nvSpPr>
        <p:spPr>
          <a:xfrm>
            <a:off x="1314449" y="4254500"/>
            <a:ext cx="4495803" cy="449262"/>
          </a:xfrm>
        </p:spPr>
        <p:txBody>
          <a:bodyPr/>
          <a:lstStyle>
            <a:lvl1pPr marL="0" indent="0">
              <a:spcAft>
                <a:spcPts val="1000"/>
              </a:spcAft>
              <a:buNone/>
              <a:defRPr sz="2000"/>
            </a:lvl1pPr>
            <a:lvl2pPr>
              <a:buNone/>
              <a:defRPr/>
            </a:lvl2pPr>
            <a:lvl3pPr>
              <a:buNone/>
              <a:defRPr/>
            </a:lvl3pPr>
            <a:lvl4pPr>
              <a:buNone/>
              <a:defRPr/>
            </a:lvl4pPr>
            <a:lvl5pPr>
              <a:buNone/>
              <a:defRPr/>
            </a:lvl5pPr>
          </a:lstStyle>
          <a:p>
            <a:pPr lvl="0"/>
            <a:r>
              <a:rPr lang="en-US" dirty="0"/>
              <a:t>Speaker name</a:t>
            </a:r>
          </a:p>
        </p:txBody>
      </p:sp>
      <p:sp>
        <p:nvSpPr>
          <p:cNvPr id="10" name="Text Placeholder 9">
            <a:extLst>
              <a:ext uri="{FF2B5EF4-FFF2-40B4-BE49-F238E27FC236}">
                <a16:creationId xmlns:a16="http://schemas.microsoft.com/office/drawing/2014/main" id="{B4F87544-BE6D-365A-B7D0-B676F66DD000}"/>
              </a:ext>
            </a:extLst>
          </p:cNvPr>
          <p:cNvSpPr>
            <a:spLocks noGrp="1"/>
          </p:cNvSpPr>
          <p:nvPr>
            <p:ph type="body" sz="quarter" idx="11" hasCustomPrompt="1"/>
          </p:nvPr>
        </p:nvSpPr>
        <p:spPr>
          <a:xfrm>
            <a:off x="1314449" y="1350935"/>
            <a:ext cx="9614289" cy="284162"/>
          </a:xfrm>
        </p:spPr>
        <p:txBody>
          <a:bodyPr/>
          <a:lstStyle>
            <a:lvl1pPr>
              <a:buNone/>
              <a:defRPr sz="1400" cap="all" spc="300" baseline="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a:buNone/>
              <a:defRPr sz="1800" cap="all" baseline="0"/>
            </a:lvl2pPr>
            <a:lvl3pPr>
              <a:buNone/>
              <a:defRPr sz="1600" cap="all" baseline="0"/>
            </a:lvl3pPr>
            <a:lvl4pPr>
              <a:buNone/>
              <a:defRPr sz="1400" cap="all" baseline="0"/>
            </a:lvl4pPr>
            <a:lvl5pPr>
              <a:buNone/>
              <a:defRPr sz="1400" cap="all" baseline="0"/>
            </a:lvl5pPr>
          </a:lstStyle>
          <a:p>
            <a:pPr lvl="0"/>
            <a:r>
              <a:rPr lang="en-US" dirty="0"/>
              <a:t>Enter session ID</a:t>
            </a:r>
          </a:p>
        </p:txBody>
      </p:sp>
      <p:sp>
        <p:nvSpPr>
          <p:cNvPr id="15" name="Rectangle 14">
            <a:extLst>
              <a:ext uri="{FF2B5EF4-FFF2-40B4-BE49-F238E27FC236}">
                <a16:creationId xmlns:a16="http://schemas.microsoft.com/office/drawing/2014/main" id="{5F638BE4-9F4E-53A9-00FA-65B750F543B7}"/>
              </a:ext>
            </a:extLst>
          </p:cNvPr>
          <p:cNvSpPr/>
          <p:nvPr/>
        </p:nvSpPr>
        <p:spPr>
          <a:xfrm>
            <a:off x="0" y="0"/>
            <a:ext cx="1142694" cy="1142694"/>
          </a:xfrm>
          <a:prstGeom prst="rect">
            <a:avLst/>
          </a:prstGeom>
          <a:noFill/>
          <a:ln w="3833" cap="flat">
            <a:noFill/>
            <a:prstDash val="solid"/>
            <a:round/>
          </a:ln>
        </p:spPr>
        <p:txBody>
          <a:bodyPr/>
          <a:lstStyle/>
          <a:p>
            <a:endParaRPr lang="en-US"/>
          </a:p>
        </p:txBody>
      </p:sp>
      <p:grpSp>
        <p:nvGrpSpPr>
          <p:cNvPr id="16" name="Graphic 4">
            <a:extLst>
              <a:ext uri="{FF2B5EF4-FFF2-40B4-BE49-F238E27FC236}">
                <a16:creationId xmlns:a16="http://schemas.microsoft.com/office/drawing/2014/main" id="{08C21FB6-6B2F-72D8-131C-0E7CFAA0979F}"/>
              </a:ext>
            </a:extLst>
          </p:cNvPr>
          <p:cNvGrpSpPr/>
          <p:nvPr/>
        </p:nvGrpSpPr>
        <p:grpSpPr>
          <a:xfrm>
            <a:off x="194901" y="357329"/>
            <a:ext cx="753020" cy="467423"/>
            <a:chOff x="194901" y="357329"/>
            <a:chExt cx="753020" cy="467423"/>
          </a:xfrm>
        </p:grpSpPr>
        <p:sp>
          <p:nvSpPr>
            <p:cNvPr id="17" name="Freeform: Shape 16">
              <a:extLst>
                <a:ext uri="{FF2B5EF4-FFF2-40B4-BE49-F238E27FC236}">
                  <a16:creationId xmlns:a16="http://schemas.microsoft.com/office/drawing/2014/main" id="{B18F13C3-3387-2377-BB0A-3850EA61D152}"/>
                </a:ext>
              </a:extLst>
            </p:cNvPr>
            <p:cNvSpPr/>
            <p:nvPr/>
          </p:nvSpPr>
          <p:spPr>
            <a:xfrm>
              <a:off x="240184" y="357329"/>
              <a:ext cx="652393" cy="235567"/>
            </a:xfrm>
            <a:custGeom>
              <a:avLst/>
              <a:gdLst>
                <a:gd name="csX0" fmla="*/ 481155 w 652393"/>
                <a:gd name="csY0" fmla="*/ 166014 h 235567"/>
                <a:gd name="csX1" fmla="*/ 567984 w 652393"/>
                <a:gd name="csY1" fmla="*/ 236071 h 235567"/>
                <a:gd name="csX2" fmla="*/ 653050 w 652393"/>
                <a:gd name="csY2" fmla="*/ 162210 h 235567"/>
                <a:gd name="csX3" fmla="*/ 597249 w 652393"/>
                <a:gd name="csY3" fmla="*/ 97042 h 235567"/>
                <a:gd name="csX4" fmla="*/ 565400 w 652393"/>
                <a:gd name="csY4" fmla="*/ 89166 h 235567"/>
                <a:gd name="csX5" fmla="*/ 538999 w 652393"/>
                <a:gd name="csY5" fmla="*/ 65814 h 235567"/>
                <a:gd name="csX6" fmla="*/ 567305 w 652393"/>
                <a:gd name="csY6" fmla="*/ 43750 h 235567"/>
                <a:gd name="csX7" fmla="*/ 597449 w 652393"/>
                <a:gd name="csY7" fmla="*/ 68801 h 235567"/>
                <a:gd name="csX8" fmla="*/ 606161 w 652393"/>
                <a:gd name="csY8" fmla="*/ 75385 h 235567"/>
                <a:gd name="csX9" fmla="*/ 642363 w 652393"/>
                <a:gd name="csY9" fmla="*/ 69207 h 235567"/>
                <a:gd name="csX10" fmla="*/ 648149 w 652393"/>
                <a:gd name="csY10" fmla="*/ 59433 h 235567"/>
                <a:gd name="csX11" fmla="*/ 567305 w 652393"/>
                <a:gd name="csY11" fmla="*/ 504 h 235567"/>
                <a:gd name="csX12" fmla="*/ 484966 w 652393"/>
                <a:gd name="csY12" fmla="*/ 69342 h 235567"/>
                <a:gd name="csX13" fmla="*/ 547707 w 652393"/>
                <a:gd name="csY13" fmla="*/ 134786 h 235567"/>
                <a:gd name="csX14" fmla="*/ 571385 w 652393"/>
                <a:gd name="csY14" fmla="*/ 140488 h 235567"/>
                <a:gd name="csX15" fmla="*/ 599017 w 652393"/>
                <a:gd name="csY15" fmla="*/ 167575 h 235567"/>
                <a:gd name="csX16" fmla="*/ 568122 w 652393"/>
                <a:gd name="csY16" fmla="*/ 192760 h 235567"/>
                <a:gd name="csX17" fmla="*/ 531782 w 652393"/>
                <a:gd name="csY17" fmla="*/ 156646 h 235567"/>
                <a:gd name="csX18" fmla="*/ 523074 w 652393"/>
                <a:gd name="csY18" fmla="*/ 150059 h 235567"/>
                <a:gd name="csX19" fmla="*/ 486868 w 652393"/>
                <a:gd name="csY19" fmla="*/ 156240 h 235567"/>
                <a:gd name="csX20" fmla="*/ 481155 w 652393"/>
                <a:gd name="csY20" fmla="*/ 166014 h 235567"/>
                <a:gd name="csX21" fmla="*/ 192011 w 652393"/>
                <a:gd name="csY21" fmla="*/ 13269 h 235567"/>
                <a:gd name="csX22" fmla="*/ 241484 w 652393"/>
                <a:gd name="csY22" fmla="*/ 224940 h 235567"/>
                <a:gd name="csX23" fmla="*/ 249103 w 652393"/>
                <a:gd name="csY23" fmla="*/ 231186 h 235567"/>
                <a:gd name="csX24" fmla="*/ 298374 w 652393"/>
                <a:gd name="csY24" fmla="*/ 231186 h 235567"/>
                <a:gd name="csX25" fmla="*/ 305993 w 652393"/>
                <a:gd name="csY25" fmla="*/ 224940 h 235567"/>
                <a:gd name="csX26" fmla="*/ 333962 w 652393"/>
                <a:gd name="csY26" fmla="*/ 99213 h 235567"/>
                <a:gd name="csX27" fmla="*/ 336140 w 652393"/>
                <a:gd name="csY27" fmla="*/ 99213 h 235567"/>
                <a:gd name="csX28" fmla="*/ 364040 w 652393"/>
                <a:gd name="csY28" fmla="*/ 224940 h 235567"/>
                <a:gd name="csX29" fmla="*/ 371663 w 652393"/>
                <a:gd name="csY29" fmla="*/ 231186 h 235567"/>
                <a:gd name="csX30" fmla="*/ 420998 w 652393"/>
                <a:gd name="csY30" fmla="*/ 231186 h 235567"/>
                <a:gd name="csX31" fmla="*/ 428618 w 652393"/>
                <a:gd name="csY31" fmla="*/ 224940 h 235567"/>
                <a:gd name="csX32" fmla="*/ 478022 w 652393"/>
                <a:gd name="csY32" fmla="*/ 13269 h 235567"/>
                <a:gd name="csX33" fmla="*/ 471760 w 652393"/>
                <a:gd name="csY33" fmla="*/ 5393 h 235567"/>
                <a:gd name="csX34" fmla="*/ 428146 w 652393"/>
                <a:gd name="csY34" fmla="*/ 5393 h 235567"/>
                <a:gd name="csX35" fmla="*/ 420519 w 652393"/>
                <a:gd name="csY35" fmla="*/ 11912 h 235567"/>
                <a:gd name="csX36" fmla="*/ 394118 w 652393"/>
                <a:gd name="csY36" fmla="*/ 166083 h 235567"/>
                <a:gd name="csX37" fmla="*/ 391940 w 652393"/>
                <a:gd name="csY37" fmla="*/ 166083 h 235567"/>
                <a:gd name="csX38" fmla="*/ 362748 w 652393"/>
                <a:gd name="csY38" fmla="*/ 11639 h 235567"/>
                <a:gd name="csX39" fmla="*/ 354853 w 652393"/>
                <a:gd name="csY39" fmla="*/ 5393 h 235567"/>
                <a:gd name="csX40" fmla="*/ 315249 w 652393"/>
                <a:gd name="csY40" fmla="*/ 5393 h 235567"/>
                <a:gd name="csX41" fmla="*/ 307354 w 652393"/>
                <a:gd name="csY41" fmla="*/ 11639 h 235567"/>
                <a:gd name="csX42" fmla="*/ 278162 w 652393"/>
                <a:gd name="csY42" fmla="*/ 166083 h 235567"/>
                <a:gd name="csX43" fmla="*/ 275984 w 652393"/>
                <a:gd name="csY43" fmla="*/ 166083 h 235567"/>
                <a:gd name="csX44" fmla="*/ 249579 w 652393"/>
                <a:gd name="csY44" fmla="*/ 11912 h 235567"/>
                <a:gd name="csX45" fmla="*/ 241960 w 652393"/>
                <a:gd name="csY45" fmla="*/ 5393 h 235567"/>
                <a:gd name="csX46" fmla="*/ 198273 w 652393"/>
                <a:gd name="csY46" fmla="*/ 5393 h 235567"/>
                <a:gd name="csX47" fmla="*/ 192011 w 652393"/>
                <a:gd name="csY47" fmla="*/ 13269 h 235567"/>
                <a:gd name="csX48" fmla="*/ 57817 w 652393"/>
                <a:gd name="csY48" fmla="*/ 160922 h 235567"/>
                <a:gd name="csX49" fmla="*/ 108038 w 652393"/>
                <a:gd name="csY49" fmla="*/ 119513 h 235567"/>
                <a:gd name="csX50" fmla="*/ 123894 w 652393"/>
                <a:gd name="csY50" fmla="*/ 121142 h 235567"/>
                <a:gd name="csX51" fmla="*/ 123894 w 652393"/>
                <a:gd name="csY51" fmla="*/ 135395 h 235567"/>
                <a:gd name="csX52" fmla="*/ 87079 w 652393"/>
                <a:gd name="csY52" fmla="*/ 192760 h 235567"/>
                <a:gd name="csX53" fmla="*/ 57817 w 652393"/>
                <a:gd name="csY53" fmla="*/ 160922 h 235567"/>
                <a:gd name="csX54" fmla="*/ 65847 w 652393"/>
                <a:gd name="csY54" fmla="*/ 236071 h 235567"/>
                <a:gd name="csX55" fmla="*/ 123350 w 652393"/>
                <a:gd name="csY55" fmla="*/ 198600 h 235567"/>
                <a:gd name="csX56" fmla="*/ 125528 w 652393"/>
                <a:gd name="csY56" fmla="*/ 198600 h 235567"/>
                <a:gd name="csX57" fmla="*/ 130969 w 652393"/>
                <a:gd name="csY57" fmla="*/ 224127 h 235567"/>
                <a:gd name="csX58" fmla="*/ 138592 w 652393"/>
                <a:gd name="csY58" fmla="*/ 231186 h 235567"/>
                <a:gd name="csX59" fmla="*/ 172413 w 652393"/>
                <a:gd name="csY59" fmla="*/ 231186 h 235567"/>
                <a:gd name="csX60" fmla="*/ 179491 w 652393"/>
                <a:gd name="csY60" fmla="*/ 224127 h 235567"/>
                <a:gd name="csX61" fmla="*/ 179491 w 652393"/>
                <a:gd name="csY61" fmla="*/ 87605 h 235567"/>
                <a:gd name="csX62" fmla="*/ 92930 w 652393"/>
                <a:gd name="csY62" fmla="*/ 504 h 235567"/>
                <a:gd name="csX63" fmla="*/ 7527 w 652393"/>
                <a:gd name="csY63" fmla="*/ 59433 h 235567"/>
                <a:gd name="csX64" fmla="*/ 13313 w 652393"/>
                <a:gd name="csY64" fmla="*/ 69207 h 235567"/>
                <a:gd name="csX65" fmla="*/ 49515 w 652393"/>
                <a:gd name="csY65" fmla="*/ 75385 h 235567"/>
                <a:gd name="csX66" fmla="*/ 58224 w 652393"/>
                <a:gd name="csY66" fmla="*/ 68801 h 235567"/>
                <a:gd name="csX67" fmla="*/ 92930 w 652393"/>
                <a:gd name="csY67" fmla="*/ 43750 h 235567"/>
                <a:gd name="csX68" fmla="*/ 123894 w 652393"/>
                <a:gd name="csY68" fmla="*/ 80477 h 235567"/>
                <a:gd name="csX69" fmla="*/ 123894 w 652393"/>
                <a:gd name="csY69" fmla="*/ 90524 h 235567"/>
                <a:gd name="csX70" fmla="*/ 100009 w 652393"/>
                <a:gd name="csY70" fmla="*/ 88418 h 235567"/>
                <a:gd name="csX71" fmla="*/ 656 w 652393"/>
                <a:gd name="csY71" fmla="*/ 168254 h 235567"/>
                <a:gd name="csX72" fmla="*/ 65847 w 652393"/>
                <a:gd name="csY72" fmla="*/ 236071 h 2355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652393" h="235567">
                  <a:moveTo>
                    <a:pt x="481155" y="166014"/>
                  </a:moveTo>
                  <a:cubicBezTo>
                    <a:pt x="489867" y="210886"/>
                    <a:pt x="522253" y="236071"/>
                    <a:pt x="567984" y="236071"/>
                  </a:cubicBezTo>
                  <a:cubicBezTo>
                    <a:pt x="617799" y="236071"/>
                    <a:pt x="653050" y="204847"/>
                    <a:pt x="653050" y="162210"/>
                  </a:cubicBezTo>
                  <a:cubicBezTo>
                    <a:pt x="653050" y="127385"/>
                    <a:pt x="634471" y="106207"/>
                    <a:pt x="597249" y="97042"/>
                  </a:cubicBezTo>
                  <a:lnTo>
                    <a:pt x="565400" y="89166"/>
                  </a:lnTo>
                  <a:cubicBezTo>
                    <a:pt x="548386" y="84956"/>
                    <a:pt x="538999" y="78034"/>
                    <a:pt x="538999" y="65814"/>
                  </a:cubicBezTo>
                  <a:cubicBezTo>
                    <a:pt x="538999" y="53524"/>
                    <a:pt x="548589" y="43750"/>
                    <a:pt x="567305" y="43750"/>
                  </a:cubicBezTo>
                  <a:cubicBezTo>
                    <a:pt x="583434" y="43750"/>
                    <a:pt x="593162" y="53256"/>
                    <a:pt x="597449" y="68801"/>
                  </a:cubicBezTo>
                  <a:cubicBezTo>
                    <a:pt x="598948" y="74027"/>
                    <a:pt x="601740" y="76133"/>
                    <a:pt x="606161" y="75385"/>
                  </a:cubicBezTo>
                  <a:lnTo>
                    <a:pt x="642363" y="69207"/>
                  </a:lnTo>
                  <a:cubicBezTo>
                    <a:pt x="647129" y="68394"/>
                    <a:pt x="649441" y="64456"/>
                    <a:pt x="648149" y="59433"/>
                  </a:cubicBezTo>
                  <a:cubicBezTo>
                    <a:pt x="638214" y="20938"/>
                    <a:pt x="611061" y="504"/>
                    <a:pt x="567305" y="504"/>
                  </a:cubicBezTo>
                  <a:cubicBezTo>
                    <a:pt x="518242" y="504"/>
                    <a:pt x="484966" y="27591"/>
                    <a:pt x="484966" y="69342"/>
                  </a:cubicBezTo>
                  <a:cubicBezTo>
                    <a:pt x="484966" y="103829"/>
                    <a:pt x="504902" y="124467"/>
                    <a:pt x="547707" y="134786"/>
                  </a:cubicBezTo>
                  <a:lnTo>
                    <a:pt x="571385" y="140488"/>
                  </a:lnTo>
                  <a:cubicBezTo>
                    <a:pt x="591394" y="145308"/>
                    <a:pt x="599017" y="153521"/>
                    <a:pt x="599017" y="167575"/>
                  </a:cubicBezTo>
                  <a:cubicBezTo>
                    <a:pt x="599017" y="182169"/>
                    <a:pt x="587514" y="192760"/>
                    <a:pt x="568122" y="192760"/>
                  </a:cubicBezTo>
                  <a:cubicBezTo>
                    <a:pt x="550019" y="192760"/>
                    <a:pt x="537500" y="181356"/>
                    <a:pt x="531782" y="156646"/>
                  </a:cubicBezTo>
                  <a:cubicBezTo>
                    <a:pt x="530628" y="151485"/>
                    <a:pt x="527633" y="149246"/>
                    <a:pt x="523074" y="150059"/>
                  </a:cubicBezTo>
                  <a:lnTo>
                    <a:pt x="486868" y="156240"/>
                  </a:lnTo>
                  <a:cubicBezTo>
                    <a:pt x="482240" y="157053"/>
                    <a:pt x="479997" y="160853"/>
                    <a:pt x="481155" y="166014"/>
                  </a:cubicBezTo>
                  <a:moveTo>
                    <a:pt x="192011" y="13269"/>
                  </a:moveTo>
                  <a:lnTo>
                    <a:pt x="241484" y="224940"/>
                  </a:lnTo>
                  <a:cubicBezTo>
                    <a:pt x="242435" y="229284"/>
                    <a:pt x="245020" y="231186"/>
                    <a:pt x="249103" y="231186"/>
                  </a:cubicBezTo>
                  <a:lnTo>
                    <a:pt x="298374" y="231186"/>
                  </a:lnTo>
                  <a:cubicBezTo>
                    <a:pt x="302453" y="231186"/>
                    <a:pt x="305042" y="229284"/>
                    <a:pt x="305993" y="224940"/>
                  </a:cubicBezTo>
                  <a:lnTo>
                    <a:pt x="333962" y="99213"/>
                  </a:lnTo>
                  <a:lnTo>
                    <a:pt x="336140" y="99213"/>
                  </a:lnTo>
                  <a:lnTo>
                    <a:pt x="364040" y="224940"/>
                  </a:lnTo>
                  <a:cubicBezTo>
                    <a:pt x="364995" y="229284"/>
                    <a:pt x="367579" y="231186"/>
                    <a:pt x="371663" y="231186"/>
                  </a:cubicBezTo>
                  <a:lnTo>
                    <a:pt x="420998" y="231186"/>
                  </a:lnTo>
                  <a:cubicBezTo>
                    <a:pt x="425078" y="231186"/>
                    <a:pt x="427598" y="229284"/>
                    <a:pt x="428618" y="224940"/>
                  </a:cubicBezTo>
                  <a:lnTo>
                    <a:pt x="478022" y="13269"/>
                  </a:lnTo>
                  <a:cubicBezTo>
                    <a:pt x="479180" y="8380"/>
                    <a:pt x="476661" y="5393"/>
                    <a:pt x="471760" y="5393"/>
                  </a:cubicBezTo>
                  <a:lnTo>
                    <a:pt x="428146" y="5393"/>
                  </a:lnTo>
                  <a:cubicBezTo>
                    <a:pt x="423786" y="5393"/>
                    <a:pt x="421202" y="7839"/>
                    <a:pt x="420519" y="11912"/>
                  </a:cubicBezTo>
                  <a:lnTo>
                    <a:pt x="394118" y="166083"/>
                  </a:lnTo>
                  <a:lnTo>
                    <a:pt x="391940" y="166083"/>
                  </a:lnTo>
                  <a:lnTo>
                    <a:pt x="362748" y="11639"/>
                  </a:lnTo>
                  <a:cubicBezTo>
                    <a:pt x="361931" y="7567"/>
                    <a:pt x="358936" y="5393"/>
                    <a:pt x="354853" y="5393"/>
                  </a:cubicBezTo>
                  <a:lnTo>
                    <a:pt x="315249" y="5393"/>
                  </a:lnTo>
                  <a:cubicBezTo>
                    <a:pt x="311166" y="5393"/>
                    <a:pt x="308102" y="7567"/>
                    <a:pt x="307354" y="11639"/>
                  </a:cubicBezTo>
                  <a:lnTo>
                    <a:pt x="278162" y="166083"/>
                  </a:lnTo>
                  <a:lnTo>
                    <a:pt x="275984" y="166083"/>
                  </a:lnTo>
                  <a:lnTo>
                    <a:pt x="249579" y="11912"/>
                  </a:lnTo>
                  <a:cubicBezTo>
                    <a:pt x="248831" y="7839"/>
                    <a:pt x="246316" y="5393"/>
                    <a:pt x="241960" y="5393"/>
                  </a:cubicBezTo>
                  <a:lnTo>
                    <a:pt x="198273" y="5393"/>
                  </a:lnTo>
                  <a:cubicBezTo>
                    <a:pt x="193372" y="5393"/>
                    <a:pt x="190853" y="8380"/>
                    <a:pt x="192011" y="13269"/>
                  </a:cubicBezTo>
                  <a:moveTo>
                    <a:pt x="57817" y="160922"/>
                  </a:moveTo>
                  <a:cubicBezTo>
                    <a:pt x="57817" y="135330"/>
                    <a:pt x="77005" y="119513"/>
                    <a:pt x="108038" y="119513"/>
                  </a:cubicBezTo>
                  <a:cubicBezTo>
                    <a:pt x="113004" y="119513"/>
                    <a:pt x="118177" y="120053"/>
                    <a:pt x="123894" y="121142"/>
                  </a:cubicBezTo>
                  <a:lnTo>
                    <a:pt x="123894" y="135395"/>
                  </a:lnTo>
                  <a:cubicBezTo>
                    <a:pt x="123894" y="172261"/>
                    <a:pt x="110761" y="192760"/>
                    <a:pt x="87079" y="192760"/>
                  </a:cubicBezTo>
                  <a:cubicBezTo>
                    <a:pt x="69179" y="192760"/>
                    <a:pt x="57817" y="180405"/>
                    <a:pt x="57817" y="160922"/>
                  </a:cubicBezTo>
                  <a:moveTo>
                    <a:pt x="65847" y="236071"/>
                  </a:moveTo>
                  <a:cubicBezTo>
                    <a:pt x="92589" y="236071"/>
                    <a:pt x="113479" y="222497"/>
                    <a:pt x="123350" y="198600"/>
                  </a:cubicBezTo>
                  <a:lnTo>
                    <a:pt x="125528" y="198600"/>
                  </a:lnTo>
                  <a:lnTo>
                    <a:pt x="130969" y="224127"/>
                  </a:lnTo>
                  <a:cubicBezTo>
                    <a:pt x="131924" y="228740"/>
                    <a:pt x="134646" y="231186"/>
                    <a:pt x="138592" y="231186"/>
                  </a:cubicBezTo>
                  <a:lnTo>
                    <a:pt x="172413" y="231186"/>
                  </a:lnTo>
                  <a:cubicBezTo>
                    <a:pt x="176496" y="231186"/>
                    <a:pt x="179491" y="228199"/>
                    <a:pt x="179491" y="224127"/>
                  </a:cubicBezTo>
                  <a:lnTo>
                    <a:pt x="179491" y="87605"/>
                  </a:lnTo>
                  <a:cubicBezTo>
                    <a:pt x="179491" y="30375"/>
                    <a:pt x="149750" y="504"/>
                    <a:pt x="92930" y="504"/>
                  </a:cubicBezTo>
                  <a:cubicBezTo>
                    <a:pt x="48630" y="504"/>
                    <a:pt x="17328" y="22027"/>
                    <a:pt x="7527" y="59433"/>
                  </a:cubicBezTo>
                  <a:cubicBezTo>
                    <a:pt x="6304" y="64456"/>
                    <a:pt x="8547" y="68394"/>
                    <a:pt x="13313" y="69207"/>
                  </a:cubicBezTo>
                  <a:lnTo>
                    <a:pt x="49515" y="75385"/>
                  </a:lnTo>
                  <a:cubicBezTo>
                    <a:pt x="53937" y="76133"/>
                    <a:pt x="56728" y="74027"/>
                    <a:pt x="58224" y="68801"/>
                  </a:cubicBezTo>
                  <a:cubicBezTo>
                    <a:pt x="62852" y="52236"/>
                    <a:pt x="74555" y="43750"/>
                    <a:pt x="92930" y="43750"/>
                  </a:cubicBezTo>
                  <a:cubicBezTo>
                    <a:pt x="113479" y="43750"/>
                    <a:pt x="123894" y="56105"/>
                    <a:pt x="123894" y="80477"/>
                  </a:cubicBezTo>
                  <a:lnTo>
                    <a:pt x="123894" y="90524"/>
                  </a:lnTo>
                  <a:cubicBezTo>
                    <a:pt x="116950" y="89097"/>
                    <a:pt x="109534" y="88418"/>
                    <a:pt x="100009" y="88418"/>
                  </a:cubicBezTo>
                  <a:cubicBezTo>
                    <a:pt x="39170" y="88418"/>
                    <a:pt x="656" y="119375"/>
                    <a:pt x="656" y="168254"/>
                  </a:cubicBezTo>
                  <a:cubicBezTo>
                    <a:pt x="656" y="208850"/>
                    <a:pt x="26788" y="236071"/>
                    <a:pt x="65847" y="236071"/>
                  </a:cubicBezTo>
                </a:path>
              </a:pathLst>
            </a:custGeom>
            <a:solidFill>
              <a:srgbClr val="000000"/>
            </a:solidFill>
            <a:ln w="3833" cap="flat">
              <a:noFill/>
              <a:prstDash val="solid"/>
              <a:round/>
            </a:ln>
          </p:spPr>
          <p:txBody>
            <a:bodyPr/>
            <a:lstStyle/>
            <a:p>
              <a:endParaRPr lang="en-US"/>
            </a:p>
          </p:txBody>
        </p:sp>
        <p:sp>
          <p:nvSpPr>
            <p:cNvPr id="18" name="Freeform: Shape 17">
              <a:extLst>
                <a:ext uri="{FF2B5EF4-FFF2-40B4-BE49-F238E27FC236}">
                  <a16:creationId xmlns:a16="http://schemas.microsoft.com/office/drawing/2014/main" id="{54BAD1BC-3763-D545-1E7B-3C4EBD4335B7}"/>
                </a:ext>
              </a:extLst>
            </p:cNvPr>
            <p:cNvSpPr/>
            <p:nvPr/>
          </p:nvSpPr>
          <p:spPr>
            <a:xfrm>
              <a:off x="194901" y="628148"/>
              <a:ext cx="753020" cy="196604"/>
            </a:xfrm>
            <a:custGeom>
              <a:avLst/>
              <a:gdLst>
                <a:gd name="csX0" fmla="*/ 605761 w 753020"/>
                <a:gd name="csY0" fmla="*/ 40048 h 196604"/>
                <a:gd name="csX1" fmla="*/ 628626 w 753020"/>
                <a:gd name="csY1" fmla="*/ 43851 h 196604"/>
                <a:gd name="csX2" fmla="*/ 709738 w 753020"/>
                <a:gd name="csY2" fmla="*/ 46026 h 196604"/>
                <a:gd name="csX3" fmla="*/ 683878 w 753020"/>
                <a:gd name="csY3" fmla="*/ 122870 h 196604"/>
                <a:gd name="csX4" fmla="*/ 680070 w 753020"/>
                <a:gd name="csY4" fmla="*/ 145678 h 196604"/>
                <a:gd name="csX5" fmla="*/ 685515 w 753020"/>
                <a:gd name="csY5" fmla="*/ 148124 h 196604"/>
                <a:gd name="csX6" fmla="*/ 708377 w 753020"/>
                <a:gd name="csY6" fmla="*/ 134274 h 196604"/>
                <a:gd name="csX7" fmla="*/ 746212 w 753020"/>
                <a:gd name="csY7" fmla="*/ 78880 h 196604"/>
                <a:gd name="csX8" fmla="*/ 749479 w 753020"/>
                <a:gd name="csY8" fmla="*/ 18053 h 196604"/>
                <a:gd name="csX9" fmla="*/ 691501 w 753020"/>
                <a:gd name="csY9" fmla="*/ 812 h 196604"/>
                <a:gd name="csX10" fmla="*/ 625903 w 753020"/>
                <a:gd name="csY10" fmla="*/ 16967 h 196604"/>
                <a:gd name="csX11" fmla="*/ 605761 w 753020"/>
                <a:gd name="csY11" fmla="*/ 40048 h 196604"/>
                <a:gd name="csX12" fmla="*/ 1755 w 753020"/>
                <a:gd name="csY12" fmla="*/ 28644 h 196604"/>
                <a:gd name="csX13" fmla="*/ 14551 w 753020"/>
                <a:gd name="csY13" fmla="*/ 49553 h 196604"/>
                <a:gd name="csX14" fmla="*/ 362417 w 753020"/>
                <a:gd name="csY14" fmla="*/ 197410 h 196604"/>
                <a:gd name="csX15" fmla="*/ 655299 w 753020"/>
                <a:gd name="csY15" fmla="*/ 103045 h 196604"/>
                <a:gd name="csX16" fmla="*/ 673536 w 753020"/>
                <a:gd name="csY16" fmla="*/ 77523 h 196604"/>
                <a:gd name="csX17" fmla="*/ 670541 w 753020"/>
                <a:gd name="csY17" fmla="*/ 70463 h 196604"/>
                <a:gd name="csX18" fmla="*/ 644685 w 753020"/>
                <a:gd name="csY18" fmla="*/ 74535 h 196604"/>
                <a:gd name="csX19" fmla="*/ 374392 w 753020"/>
                <a:gd name="csY19" fmla="*/ 131827 h 196604"/>
                <a:gd name="csX20" fmla="*/ 30065 w 753020"/>
                <a:gd name="csY20" fmla="*/ 24299 h 196604"/>
                <a:gd name="csX21" fmla="*/ 3933 w 753020"/>
                <a:gd name="csY21" fmla="*/ 15065 h 196604"/>
                <a:gd name="csX22" fmla="*/ 1755 w 753020"/>
                <a:gd name="csY22" fmla="*/ 28644 h 1966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753020" h="196604">
                  <a:moveTo>
                    <a:pt x="605761" y="40048"/>
                  </a:moveTo>
                  <a:cubicBezTo>
                    <a:pt x="608479" y="46294"/>
                    <a:pt x="616375" y="46428"/>
                    <a:pt x="628626" y="43851"/>
                  </a:cubicBezTo>
                  <a:cubicBezTo>
                    <a:pt x="661289" y="36926"/>
                    <a:pt x="702798" y="36109"/>
                    <a:pt x="709738" y="46026"/>
                  </a:cubicBezTo>
                  <a:cubicBezTo>
                    <a:pt x="716682" y="55934"/>
                    <a:pt x="701436" y="94494"/>
                    <a:pt x="683878" y="122870"/>
                  </a:cubicBezTo>
                  <a:cubicBezTo>
                    <a:pt x="677210" y="133595"/>
                    <a:pt x="674759" y="140386"/>
                    <a:pt x="680070" y="145678"/>
                  </a:cubicBezTo>
                  <a:cubicBezTo>
                    <a:pt x="681566" y="147173"/>
                    <a:pt x="683337" y="148124"/>
                    <a:pt x="685515" y="148124"/>
                  </a:cubicBezTo>
                  <a:cubicBezTo>
                    <a:pt x="692046" y="148124"/>
                    <a:pt x="700347" y="141333"/>
                    <a:pt x="708377" y="134274"/>
                  </a:cubicBezTo>
                  <a:cubicBezTo>
                    <a:pt x="725391" y="119204"/>
                    <a:pt x="738727" y="100334"/>
                    <a:pt x="746212" y="78880"/>
                  </a:cubicBezTo>
                  <a:cubicBezTo>
                    <a:pt x="753425" y="58242"/>
                    <a:pt x="757099" y="29188"/>
                    <a:pt x="749479" y="18053"/>
                  </a:cubicBezTo>
                  <a:cubicBezTo>
                    <a:pt x="742129" y="7462"/>
                    <a:pt x="713550" y="540"/>
                    <a:pt x="691501" y="812"/>
                  </a:cubicBezTo>
                  <a:cubicBezTo>
                    <a:pt x="668363" y="1081"/>
                    <a:pt x="646043" y="6376"/>
                    <a:pt x="625903" y="16967"/>
                  </a:cubicBezTo>
                  <a:cubicBezTo>
                    <a:pt x="613380" y="23755"/>
                    <a:pt x="601949" y="31358"/>
                    <a:pt x="605761" y="40048"/>
                  </a:cubicBezTo>
                  <a:moveTo>
                    <a:pt x="1755" y="28644"/>
                  </a:moveTo>
                  <a:cubicBezTo>
                    <a:pt x="3660" y="34346"/>
                    <a:pt x="8017" y="41543"/>
                    <a:pt x="14551" y="49553"/>
                  </a:cubicBezTo>
                  <a:cubicBezTo>
                    <a:pt x="98113" y="152465"/>
                    <a:pt x="232579" y="197410"/>
                    <a:pt x="362417" y="197410"/>
                  </a:cubicBezTo>
                  <a:cubicBezTo>
                    <a:pt x="475919" y="197410"/>
                    <a:pt x="585614" y="163328"/>
                    <a:pt x="655299" y="103045"/>
                  </a:cubicBezTo>
                  <a:cubicBezTo>
                    <a:pt x="667412" y="92592"/>
                    <a:pt x="673536" y="84037"/>
                    <a:pt x="673536" y="77523"/>
                  </a:cubicBezTo>
                  <a:cubicBezTo>
                    <a:pt x="673536" y="74804"/>
                    <a:pt x="672581" y="72495"/>
                    <a:pt x="670541" y="70463"/>
                  </a:cubicBezTo>
                  <a:cubicBezTo>
                    <a:pt x="664552" y="64217"/>
                    <a:pt x="655571" y="68833"/>
                    <a:pt x="644685" y="74535"/>
                  </a:cubicBezTo>
                  <a:cubicBezTo>
                    <a:pt x="579900" y="108475"/>
                    <a:pt x="480275" y="131827"/>
                    <a:pt x="374392" y="131827"/>
                  </a:cubicBezTo>
                  <a:cubicBezTo>
                    <a:pt x="254900" y="131827"/>
                    <a:pt x="126964" y="102232"/>
                    <a:pt x="30065" y="24299"/>
                  </a:cubicBezTo>
                  <a:cubicBezTo>
                    <a:pt x="20809" y="16967"/>
                    <a:pt x="10739" y="9770"/>
                    <a:pt x="3933" y="15065"/>
                  </a:cubicBezTo>
                  <a:cubicBezTo>
                    <a:pt x="1482" y="17102"/>
                    <a:pt x="-696" y="21040"/>
                    <a:pt x="1755" y="28644"/>
                  </a:cubicBezTo>
                </a:path>
              </a:pathLst>
            </a:custGeom>
            <a:solidFill>
              <a:schemeClr val="bg1"/>
            </a:solidFill>
            <a:ln w="3833" cap="flat">
              <a:noFill/>
              <a:prstDash val="solid"/>
              <a:round/>
            </a:ln>
          </p:spPr>
          <p:txBody>
            <a:bodyPr/>
            <a:lstStyle/>
            <a:p>
              <a:endParaRPr lang="en-US"/>
            </a:p>
          </p:txBody>
        </p:sp>
      </p:grpSp>
      <p:sp>
        <p:nvSpPr>
          <p:cNvPr id="7" name="Rectangle 6">
            <a:extLst>
              <a:ext uri="{FF2B5EF4-FFF2-40B4-BE49-F238E27FC236}">
                <a16:creationId xmlns:a16="http://schemas.microsoft.com/office/drawing/2014/main" id="{B4510C90-EC06-4C5E-7B37-1E031B78BB29}"/>
              </a:ext>
            </a:extLst>
          </p:cNvPr>
          <p:cNvSpPr/>
          <p:nvPr/>
        </p:nvSpPr>
        <p:spPr bwMode="invGray">
          <a:xfrm>
            <a:off x="0" y="6172200"/>
            <a:ext cx="4178300" cy="685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3">
            <a:extLst>
              <a:ext uri="{FF2B5EF4-FFF2-40B4-BE49-F238E27FC236}">
                <a16:creationId xmlns:a16="http://schemas.microsoft.com/office/drawing/2014/main" id="{86471DAE-9D97-F746-1CF2-817D83D9E517}"/>
              </a:ext>
            </a:extLst>
          </p:cNvPr>
          <p:cNvSpPr txBox="1">
            <a:spLocks noChangeArrowheads="1"/>
          </p:cNvSpPr>
          <p:nvPr/>
        </p:nvSpPr>
        <p:spPr bwMode="white">
          <a:xfrm>
            <a:off x="1295400" y="6393144"/>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tx1"/>
                </a:solidFill>
                <a:latin typeface="+mn-lt"/>
                <a:ea typeface="+mn-ea"/>
                <a:cs typeface="+mn-cs"/>
              </a:rPr>
              <a:t>© 2026, Amazon Web Services, Inc. or its affiliates. All rights reserved.</a:t>
            </a:r>
          </a:p>
        </p:txBody>
      </p:sp>
      <p:sp>
        <p:nvSpPr>
          <p:cNvPr id="9" name="Text Placeholder 8">
            <a:extLst>
              <a:ext uri="{FF2B5EF4-FFF2-40B4-BE49-F238E27FC236}">
                <a16:creationId xmlns:a16="http://schemas.microsoft.com/office/drawing/2014/main" id="{D3E5260E-B3BD-B2D6-247F-2377276AFD16}"/>
              </a:ext>
            </a:extLst>
          </p:cNvPr>
          <p:cNvSpPr>
            <a:spLocks noGrp="1"/>
          </p:cNvSpPr>
          <p:nvPr>
            <p:ph type="body" sz="quarter" idx="12" hasCustomPrompt="1"/>
          </p:nvPr>
        </p:nvSpPr>
        <p:spPr>
          <a:xfrm>
            <a:off x="1314449" y="4714875"/>
            <a:ext cx="4495803" cy="971550"/>
          </a:xfrm>
        </p:spPr>
        <p:txBody>
          <a:bodyPr/>
          <a:lstStyle>
            <a:lvl1pPr marL="0" indent="0">
              <a:spcAft>
                <a:spcPts val="300"/>
              </a:spcAft>
              <a:buNone/>
              <a:defRPr sz="1400" cap="none" baseline="0">
                <a:latin typeface="Ember Modern Text" panose="020B0503020204020204" pitchFamily="34" charset="0"/>
                <a:ea typeface="Ember Modern SemiMono Beta 08" panose="020B0503020204020204" pitchFamily="34" charset="0"/>
                <a:cs typeface="Ember Modern SemiMono Beta 08" panose="020B0503020204020204" pitchFamily="34" charset="0"/>
              </a:defRPr>
            </a:lvl1pPr>
            <a:lvl2pPr>
              <a:buNone/>
              <a:defRPr/>
            </a:lvl2pPr>
            <a:lvl3pPr>
              <a:buNone/>
              <a:defRPr/>
            </a:lvl3pPr>
            <a:lvl4pPr>
              <a:buNone/>
              <a:defRPr/>
            </a:lvl4pPr>
            <a:lvl5pPr>
              <a:buNone/>
              <a:defRPr/>
            </a:lvl5pPr>
          </a:lstStyle>
          <a:p>
            <a:pPr lvl="0"/>
            <a:r>
              <a:rPr lang="en-US" dirty="0"/>
              <a:t>Job title</a:t>
            </a:r>
            <a:br>
              <a:rPr lang="en-US" dirty="0"/>
            </a:br>
            <a:r>
              <a:rPr lang="en-US" dirty="0"/>
              <a:t>Company</a:t>
            </a:r>
          </a:p>
        </p:txBody>
      </p:sp>
    </p:spTree>
    <p:extLst>
      <p:ext uri="{BB962C8B-B14F-4D97-AF65-F5344CB8AC3E}">
        <p14:creationId xmlns:p14="http://schemas.microsoft.com/office/powerpoint/2010/main" val="20344962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xmlns:asvg="http://schemas.microsoft.com/office/drawing/2016/SVG/main" xmlns:p15="http://schemas.microsoft.com/office/powerpoint/2012/main">
      <p:transition>
        <p:fade/>
      </p:transition>
    </mc:Fallback>
  </mc:AlternateContent>
  <p:extLst>
    <p:ext uri="{DCECCB84-F9BA-43D5-87BE-67443E8EF086}">
      <p15:sldGuideLst xmlns:p15="http://schemas.microsoft.com/office/powerpoint/2012/main">
        <p15:guide id="1" userDrawn="1">
          <p15:clr>
            <a:srgbClr val="FBAE40"/>
          </p15:clr>
        </p15:guide>
        <p15:guide id="2" pos="7680" userDrawn="1">
          <p15:clr>
            <a:srgbClr val="FBAE40"/>
          </p15:clr>
        </p15:guide>
        <p15:guide id="3" pos="240" userDrawn="1">
          <p15:clr>
            <a:srgbClr val="FBAE40"/>
          </p15:clr>
        </p15:guide>
        <p15:guide id="4" pos="480" userDrawn="1">
          <p15:clr>
            <a:srgbClr val="FBAE40"/>
          </p15:clr>
        </p15:guide>
        <p15:guide id="5" pos="720" userDrawn="1">
          <p15:clr>
            <a:srgbClr val="FBAE40"/>
          </p15:clr>
        </p15:guide>
        <p15:guide id="6" pos="960" userDrawn="1">
          <p15:clr>
            <a:srgbClr val="FBAE40"/>
          </p15:clr>
        </p15:guide>
        <p15:guide id="7" pos="1200" userDrawn="1">
          <p15:clr>
            <a:srgbClr val="FBAE40"/>
          </p15:clr>
        </p15:guide>
        <p15:guide id="8" pos="1440" userDrawn="1">
          <p15:clr>
            <a:srgbClr val="FBAE40"/>
          </p15:clr>
        </p15:guide>
        <p15:guide id="9" pos="1680" userDrawn="1">
          <p15:clr>
            <a:srgbClr val="FBAE40"/>
          </p15:clr>
        </p15:guide>
        <p15:guide id="10" pos="1920" userDrawn="1">
          <p15:clr>
            <a:srgbClr val="FBAE40"/>
          </p15:clr>
        </p15:guide>
        <p15:guide id="11" pos="2160" userDrawn="1">
          <p15:clr>
            <a:srgbClr val="FBAE40"/>
          </p15:clr>
        </p15:guide>
        <p15:guide id="12" pos="2400" userDrawn="1">
          <p15:clr>
            <a:srgbClr val="FBAE40"/>
          </p15:clr>
        </p15:guide>
        <p15:guide id="13" pos="2640" userDrawn="1">
          <p15:clr>
            <a:srgbClr val="FBAE40"/>
          </p15:clr>
        </p15:guide>
        <p15:guide id="14" pos="2880" userDrawn="1">
          <p15:clr>
            <a:srgbClr val="FBAE40"/>
          </p15:clr>
        </p15:guide>
        <p15:guide id="15" pos="3120" userDrawn="1">
          <p15:clr>
            <a:srgbClr val="FBAE40"/>
          </p15:clr>
        </p15:guide>
        <p15:guide id="16" pos="3360" userDrawn="1">
          <p15:clr>
            <a:srgbClr val="FBAE40"/>
          </p15:clr>
        </p15:guide>
        <p15:guide id="17" pos="3600" userDrawn="1">
          <p15:clr>
            <a:srgbClr val="FBAE40"/>
          </p15:clr>
        </p15:guide>
        <p15:guide id="18" pos="3840" userDrawn="1">
          <p15:clr>
            <a:srgbClr val="FBAE40"/>
          </p15:clr>
        </p15:guide>
        <p15:guide id="19" pos="4080" userDrawn="1">
          <p15:clr>
            <a:srgbClr val="FBAE40"/>
          </p15:clr>
        </p15:guide>
        <p15:guide id="20" pos="4320" userDrawn="1">
          <p15:clr>
            <a:srgbClr val="FBAE40"/>
          </p15:clr>
        </p15:guide>
        <p15:guide id="21" pos="4560" userDrawn="1">
          <p15:clr>
            <a:srgbClr val="FBAE40"/>
          </p15:clr>
        </p15:guide>
        <p15:guide id="22" pos="4800" userDrawn="1">
          <p15:clr>
            <a:srgbClr val="FBAE40"/>
          </p15:clr>
        </p15:guide>
        <p15:guide id="23" pos="5040" userDrawn="1">
          <p15:clr>
            <a:srgbClr val="FBAE40"/>
          </p15:clr>
        </p15:guide>
        <p15:guide id="24" pos="5280" userDrawn="1">
          <p15:clr>
            <a:srgbClr val="FBAE40"/>
          </p15:clr>
        </p15:guide>
        <p15:guide id="25" pos="5520" userDrawn="1">
          <p15:clr>
            <a:srgbClr val="FBAE40"/>
          </p15:clr>
        </p15:guide>
        <p15:guide id="26" pos="5760" userDrawn="1">
          <p15:clr>
            <a:srgbClr val="FBAE40"/>
          </p15:clr>
        </p15:guide>
        <p15:guide id="27" pos="6000" userDrawn="1">
          <p15:clr>
            <a:srgbClr val="FBAE40"/>
          </p15:clr>
        </p15:guide>
        <p15:guide id="28" pos="6240" userDrawn="1">
          <p15:clr>
            <a:srgbClr val="FBAE40"/>
          </p15:clr>
        </p15:guide>
        <p15:guide id="29" pos="6480" userDrawn="1">
          <p15:clr>
            <a:srgbClr val="FBAE40"/>
          </p15:clr>
        </p15:guide>
        <p15:guide id="30" pos="6720" userDrawn="1">
          <p15:clr>
            <a:srgbClr val="FBAE40"/>
          </p15:clr>
        </p15:guide>
        <p15:guide id="31" pos="6960" userDrawn="1">
          <p15:clr>
            <a:srgbClr val="FBAE40"/>
          </p15:clr>
        </p15:guide>
        <p15:guide id="32" pos="7200" userDrawn="1">
          <p15:clr>
            <a:srgbClr val="FBAE40"/>
          </p15:clr>
        </p15:guide>
        <p15:guide id="33" pos="7440" userDrawn="1">
          <p15:clr>
            <a:srgbClr val="FBAE40"/>
          </p15:clr>
        </p15:guide>
        <p15:guide id="34" orient="horz" userDrawn="1">
          <p15:clr>
            <a:srgbClr val="FBAE40"/>
          </p15:clr>
        </p15:guide>
        <p15:guide id="35" orient="horz" pos="4320" userDrawn="1">
          <p15:clr>
            <a:srgbClr val="FBAE40"/>
          </p15:clr>
        </p15:guide>
        <p15:guide id="36" orient="horz" pos="240" userDrawn="1">
          <p15:clr>
            <a:srgbClr val="FBAE40"/>
          </p15:clr>
        </p15:guide>
        <p15:guide id="37" orient="horz" pos="480" userDrawn="1">
          <p15:clr>
            <a:srgbClr val="FBAE40"/>
          </p15:clr>
        </p15:guide>
        <p15:guide id="38" orient="horz" pos="720" userDrawn="1">
          <p15:clr>
            <a:srgbClr val="FBAE40"/>
          </p15:clr>
        </p15:guide>
        <p15:guide id="39" orient="horz" pos="960" userDrawn="1">
          <p15:clr>
            <a:srgbClr val="FBAE40"/>
          </p15:clr>
        </p15:guide>
        <p15:guide id="40" orient="horz" pos="1200" userDrawn="1">
          <p15:clr>
            <a:srgbClr val="FBAE40"/>
          </p15:clr>
        </p15:guide>
        <p15:guide id="41" orient="horz" pos="1440" userDrawn="1">
          <p15:clr>
            <a:srgbClr val="FBAE40"/>
          </p15:clr>
        </p15:guide>
        <p15:guide id="42" orient="horz" pos="1680" userDrawn="1">
          <p15:clr>
            <a:srgbClr val="FBAE40"/>
          </p15:clr>
        </p15:guide>
        <p15:guide id="43" orient="horz" pos="1920" userDrawn="1">
          <p15:clr>
            <a:srgbClr val="FBAE40"/>
          </p15:clr>
        </p15:guide>
        <p15:guide id="44" orient="horz" pos="2160" userDrawn="1">
          <p15:clr>
            <a:srgbClr val="FBAE40"/>
          </p15:clr>
        </p15:guide>
        <p15:guide id="45" orient="horz" pos="2400" userDrawn="1">
          <p15:clr>
            <a:srgbClr val="FBAE40"/>
          </p15:clr>
        </p15:guide>
        <p15:guide id="46" orient="horz" pos="2640" userDrawn="1">
          <p15:clr>
            <a:srgbClr val="FBAE40"/>
          </p15:clr>
        </p15:guide>
        <p15:guide id="47" orient="horz" pos="2880" userDrawn="1">
          <p15:clr>
            <a:srgbClr val="FBAE40"/>
          </p15:clr>
        </p15:guide>
        <p15:guide id="48" orient="horz" pos="3120" userDrawn="1">
          <p15:clr>
            <a:srgbClr val="FBAE40"/>
          </p15:clr>
        </p15:guide>
        <p15:guide id="49" orient="horz" pos="3360" userDrawn="1">
          <p15:clr>
            <a:srgbClr val="FBAE40"/>
          </p15:clr>
        </p15:guide>
        <p15:guide id="50" orient="horz" pos="3600" userDrawn="1">
          <p15:clr>
            <a:srgbClr val="FBAE40"/>
          </p15:clr>
        </p15:guide>
        <p15:guide id="51" orient="horz" pos="3840" userDrawn="1">
          <p15:clr>
            <a:srgbClr val="FBAE40"/>
          </p15:clr>
        </p15:guide>
        <p15:guide id="52" orient="horz" pos="40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wo Speaker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A7AD8-222E-777F-935B-4BD98EBB79C2}"/>
              </a:ext>
            </a:extLst>
          </p:cNvPr>
          <p:cNvSpPr>
            <a:spLocks noGrp="1"/>
          </p:cNvSpPr>
          <p:nvPr>
            <p:ph type="ctrTitle" hasCustomPrompt="1"/>
          </p:nvPr>
        </p:nvSpPr>
        <p:spPr>
          <a:xfrm>
            <a:off x="1314449" y="2286000"/>
            <a:ext cx="9614289" cy="1625600"/>
          </a:xfrm>
        </p:spPr>
        <p:txBody>
          <a:bodyPr anchor="t"/>
          <a:lstStyle>
            <a:lvl1pPr algn="l">
              <a:defRPr sz="4800"/>
            </a:lvl1pPr>
          </a:lstStyle>
          <a:p>
            <a:r>
              <a:rPr lang="en-US" dirty="0"/>
              <a:t>Enter presentation title</a:t>
            </a:r>
          </a:p>
        </p:txBody>
      </p:sp>
      <p:sp>
        <p:nvSpPr>
          <p:cNvPr id="3" name="Subtitle 2">
            <a:extLst>
              <a:ext uri="{FF2B5EF4-FFF2-40B4-BE49-F238E27FC236}">
                <a16:creationId xmlns:a16="http://schemas.microsoft.com/office/drawing/2014/main" id="{B9E13682-84F7-E822-DF44-9B2EC984C1E8}"/>
              </a:ext>
            </a:extLst>
          </p:cNvPr>
          <p:cNvSpPr>
            <a:spLocks noGrp="1"/>
          </p:cNvSpPr>
          <p:nvPr>
            <p:ph type="subTitle" idx="1" hasCustomPrompt="1"/>
          </p:nvPr>
        </p:nvSpPr>
        <p:spPr>
          <a:xfrm>
            <a:off x="1314449" y="1936749"/>
            <a:ext cx="9614288" cy="284162"/>
          </a:xfrm>
        </p:spPr>
        <p:txBody>
          <a:bodyPr/>
          <a:lstStyle>
            <a:lvl1pPr marL="0" indent="0" algn="l">
              <a:buNone/>
              <a:defRPr sz="1400" cap="all" spc="300" baseline="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sponsor information or eyebrow</a:t>
            </a:r>
          </a:p>
        </p:txBody>
      </p:sp>
      <p:sp>
        <p:nvSpPr>
          <p:cNvPr id="8" name="Text Placeholder 7">
            <a:extLst>
              <a:ext uri="{FF2B5EF4-FFF2-40B4-BE49-F238E27FC236}">
                <a16:creationId xmlns:a16="http://schemas.microsoft.com/office/drawing/2014/main" id="{B7E178D2-0792-2E7D-7AA2-C291F1D06D45}"/>
              </a:ext>
            </a:extLst>
          </p:cNvPr>
          <p:cNvSpPr>
            <a:spLocks noGrp="1"/>
          </p:cNvSpPr>
          <p:nvPr>
            <p:ph type="body" sz="quarter" idx="10" hasCustomPrompt="1"/>
          </p:nvPr>
        </p:nvSpPr>
        <p:spPr>
          <a:xfrm>
            <a:off x="1314449" y="4254500"/>
            <a:ext cx="3238503" cy="449262"/>
          </a:xfrm>
        </p:spPr>
        <p:txBody>
          <a:bodyPr/>
          <a:lstStyle>
            <a:lvl1pPr marL="0" indent="0">
              <a:spcAft>
                <a:spcPts val="1000"/>
              </a:spcAft>
              <a:buNone/>
              <a:defRPr sz="2000"/>
            </a:lvl1pPr>
            <a:lvl2pPr>
              <a:buNone/>
              <a:defRPr/>
            </a:lvl2pPr>
            <a:lvl3pPr>
              <a:buNone/>
              <a:defRPr/>
            </a:lvl3pPr>
            <a:lvl4pPr>
              <a:buNone/>
              <a:defRPr/>
            </a:lvl4pPr>
            <a:lvl5pPr>
              <a:buNone/>
              <a:defRPr/>
            </a:lvl5pPr>
          </a:lstStyle>
          <a:p>
            <a:pPr lvl="0"/>
            <a:r>
              <a:rPr lang="en-US" dirty="0"/>
              <a:t>Speaker name</a:t>
            </a:r>
          </a:p>
        </p:txBody>
      </p:sp>
      <p:sp>
        <p:nvSpPr>
          <p:cNvPr id="10" name="Text Placeholder 9">
            <a:extLst>
              <a:ext uri="{FF2B5EF4-FFF2-40B4-BE49-F238E27FC236}">
                <a16:creationId xmlns:a16="http://schemas.microsoft.com/office/drawing/2014/main" id="{B4F87544-BE6D-365A-B7D0-B676F66DD000}"/>
              </a:ext>
            </a:extLst>
          </p:cNvPr>
          <p:cNvSpPr>
            <a:spLocks noGrp="1"/>
          </p:cNvSpPr>
          <p:nvPr>
            <p:ph type="body" sz="quarter" idx="11" hasCustomPrompt="1"/>
          </p:nvPr>
        </p:nvSpPr>
        <p:spPr>
          <a:xfrm>
            <a:off x="1314449" y="1350935"/>
            <a:ext cx="9614289" cy="284162"/>
          </a:xfrm>
        </p:spPr>
        <p:txBody>
          <a:bodyPr/>
          <a:lstStyle>
            <a:lvl1pPr>
              <a:buNone/>
              <a:defRPr sz="1400" cap="all" spc="300" baseline="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a:buNone/>
              <a:defRPr sz="1800" cap="all" baseline="0"/>
            </a:lvl2pPr>
            <a:lvl3pPr>
              <a:buNone/>
              <a:defRPr sz="1600" cap="all" baseline="0"/>
            </a:lvl3pPr>
            <a:lvl4pPr>
              <a:buNone/>
              <a:defRPr sz="1400" cap="all" baseline="0"/>
            </a:lvl4pPr>
            <a:lvl5pPr>
              <a:buNone/>
              <a:defRPr sz="1400" cap="all" baseline="0"/>
            </a:lvl5pPr>
          </a:lstStyle>
          <a:p>
            <a:pPr lvl="0"/>
            <a:r>
              <a:rPr lang="en-US" dirty="0"/>
              <a:t>Enter session ID</a:t>
            </a:r>
          </a:p>
        </p:txBody>
      </p:sp>
      <p:sp>
        <p:nvSpPr>
          <p:cNvPr id="7" name="Rectangle 6">
            <a:extLst>
              <a:ext uri="{FF2B5EF4-FFF2-40B4-BE49-F238E27FC236}">
                <a16:creationId xmlns:a16="http://schemas.microsoft.com/office/drawing/2014/main" id="{B4510C90-EC06-4C5E-7B37-1E031B78BB29}"/>
              </a:ext>
            </a:extLst>
          </p:cNvPr>
          <p:cNvSpPr/>
          <p:nvPr userDrawn="1"/>
        </p:nvSpPr>
        <p:spPr bwMode="invGray">
          <a:xfrm>
            <a:off x="0" y="6172200"/>
            <a:ext cx="4178300" cy="685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3">
            <a:extLst>
              <a:ext uri="{FF2B5EF4-FFF2-40B4-BE49-F238E27FC236}">
                <a16:creationId xmlns:a16="http://schemas.microsoft.com/office/drawing/2014/main" id="{86471DAE-9D97-F746-1CF2-817D83D9E517}"/>
              </a:ext>
            </a:extLst>
          </p:cNvPr>
          <p:cNvSpPr txBox="1">
            <a:spLocks noChangeArrowheads="1"/>
          </p:cNvSpPr>
          <p:nvPr userDrawn="1"/>
        </p:nvSpPr>
        <p:spPr bwMode="white">
          <a:xfrm>
            <a:off x="1295400" y="6393144"/>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tx1"/>
                </a:solidFill>
                <a:latin typeface="+mn-lt"/>
                <a:ea typeface="+mn-ea"/>
                <a:cs typeface="+mn-cs"/>
              </a:rPr>
              <a:t>© 2026, Amazon Web Services, Inc. or its affiliates. All rights reserved.</a:t>
            </a:r>
          </a:p>
        </p:txBody>
      </p:sp>
      <p:sp>
        <p:nvSpPr>
          <p:cNvPr id="9" name="Text Placeholder 8">
            <a:extLst>
              <a:ext uri="{FF2B5EF4-FFF2-40B4-BE49-F238E27FC236}">
                <a16:creationId xmlns:a16="http://schemas.microsoft.com/office/drawing/2014/main" id="{D3E5260E-B3BD-B2D6-247F-2377276AFD16}"/>
              </a:ext>
            </a:extLst>
          </p:cNvPr>
          <p:cNvSpPr>
            <a:spLocks noGrp="1"/>
          </p:cNvSpPr>
          <p:nvPr>
            <p:ph type="body" sz="quarter" idx="12" hasCustomPrompt="1"/>
          </p:nvPr>
        </p:nvSpPr>
        <p:spPr>
          <a:xfrm>
            <a:off x="1314449" y="4714875"/>
            <a:ext cx="3238503" cy="971550"/>
          </a:xfrm>
        </p:spPr>
        <p:txBody>
          <a:bodyPr/>
          <a:lstStyle>
            <a:lvl1pPr marL="0" indent="0">
              <a:spcAft>
                <a:spcPts val="300"/>
              </a:spcAft>
              <a:buNone/>
              <a:defRPr sz="1400" cap="none" baseline="0">
                <a:latin typeface="Ember Modern Text" panose="020B0503020204020204" pitchFamily="34" charset="0"/>
                <a:ea typeface="Ember Modern SemiMono Beta 08" panose="020B0503020204020204" pitchFamily="34" charset="0"/>
                <a:cs typeface="Ember Modern SemiMono Beta 08" panose="020B0503020204020204" pitchFamily="34" charset="0"/>
              </a:defRPr>
            </a:lvl1pPr>
            <a:lvl2pPr>
              <a:buNone/>
              <a:defRPr/>
            </a:lvl2pPr>
            <a:lvl3pPr>
              <a:buNone/>
              <a:defRPr/>
            </a:lvl3pPr>
            <a:lvl4pPr>
              <a:buNone/>
              <a:defRPr/>
            </a:lvl4pPr>
            <a:lvl5pPr>
              <a:buNone/>
              <a:defRPr/>
            </a:lvl5pPr>
          </a:lstStyle>
          <a:p>
            <a:pPr lvl="0"/>
            <a:r>
              <a:rPr lang="en-US" dirty="0"/>
              <a:t>Job title</a:t>
            </a:r>
            <a:br>
              <a:rPr lang="en-US" dirty="0"/>
            </a:br>
            <a:r>
              <a:rPr lang="en-US" dirty="0"/>
              <a:t>Company</a:t>
            </a:r>
          </a:p>
        </p:txBody>
      </p:sp>
      <p:sp>
        <p:nvSpPr>
          <p:cNvPr id="12" name="Text Placeholder 11">
            <a:extLst>
              <a:ext uri="{FF2B5EF4-FFF2-40B4-BE49-F238E27FC236}">
                <a16:creationId xmlns:a16="http://schemas.microsoft.com/office/drawing/2014/main" id="{9D65A3C9-5ACC-232F-639E-998567491659}"/>
              </a:ext>
            </a:extLst>
          </p:cNvPr>
          <p:cNvSpPr>
            <a:spLocks noGrp="1"/>
          </p:cNvSpPr>
          <p:nvPr>
            <p:ph type="body" sz="quarter" idx="13" hasCustomPrompt="1"/>
          </p:nvPr>
        </p:nvSpPr>
        <p:spPr>
          <a:xfrm>
            <a:off x="5334000" y="4254500"/>
            <a:ext cx="3238503" cy="449262"/>
          </a:xfrm>
        </p:spPr>
        <p:txBody>
          <a:bodyPr/>
          <a:lstStyle>
            <a:lvl1pPr marL="0" indent="0">
              <a:buNone/>
              <a:defRPr sz="2000"/>
            </a:lvl1pPr>
          </a:lstStyle>
          <a:p>
            <a:pPr lvl="0"/>
            <a:r>
              <a:rPr lang="en-US" dirty="0"/>
              <a:t>Speaker name</a:t>
            </a:r>
          </a:p>
        </p:txBody>
      </p:sp>
      <p:sp>
        <p:nvSpPr>
          <p:cNvPr id="14" name="Text Placeholder 13">
            <a:extLst>
              <a:ext uri="{FF2B5EF4-FFF2-40B4-BE49-F238E27FC236}">
                <a16:creationId xmlns:a16="http://schemas.microsoft.com/office/drawing/2014/main" id="{83DA1D6B-100E-B5A6-2D4E-0290340C8377}"/>
              </a:ext>
            </a:extLst>
          </p:cNvPr>
          <p:cNvSpPr>
            <a:spLocks noGrp="1"/>
          </p:cNvSpPr>
          <p:nvPr>
            <p:ph type="body" sz="quarter" idx="14" hasCustomPrompt="1"/>
          </p:nvPr>
        </p:nvSpPr>
        <p:spPr>
          <a:xfrm>
            <a:off x="5334000" y="4714875"/>
            <a:ext cx="3238503" cy="971550"/>
          </a:xfrm>
        </p:spPr>
        <p:txBody>
          <a:bodyPr/>
          <a:lstStyle>
            <a:lvl1pPr marL="0" indent="0">
              <a:spcAft>
                <a:spcPts val="300"/>
              </a:spcAft>
              <a:buNone/>
              <a:defRPr sz="1400"/>
            </a:lvl1pPr>
          </a:lstStyle>
          <a:p>
            <a:pPr lvl="0"/>
            <a:r>
              <a:rPr lang="en-US" dirty="0"/>
              <a:t>Job title</a:t>
            </a:r>
            <a:br>
              <a:rPr lang="en-US" dirty="0"/>
            </a:br>
            <a:r>
              <a:rPr lang="en-US" dirty="0"/>
              <a:t>Company</a:t>
            </a:r>
          </a:p>
        </p:txBody>
      </p:sp>
      <p:sp>
        <p:nvSpPr>
          <p:cNvPr id="13" name="Rectangle 12">
            <a:extLst>
              <a:ext uri="{FF2B5EF4-FFF2-40B4-BE49-F238E27FC236}">
                <a16:creationId xmlns:a16="http://schemas.microsoft.com/office/drawing/2014/main" id="{BF909B03-E857-8266-0200-AFBD42913CAB}"/>
              </a:ext>
            </a:extLst>
          </p:cNvPr>
          <p:cNvSpPr/>
          <p:nvPr userDrawn="1"/>
        </p:nvSpPr>
        <p:spPr>
          <a:xfrm>
            <a:off x="-1" y="-1"/>
            <a:ext cx="1143001" cy="114300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30B48B1-2751-FD01-FBFD-BEDA3CFF9FEF}"/>
              </a:ext>
            </a:extLst>
          </p:cNvPr>
          <p:cNvSpPr/>
          <p:nvPr/>
        </p:nvSpPr>
        <p:spPr>
          <a:xfrm>
            <a:off x="0" y="0"/>
            <a:ext cx="1142694" cy="1142694"/>
          </a:xfrm>
          <a:prstGeom prst="rect">
            <a:avLst/>
          </a:prstGeom>
          <a:noFill/>
          <a:ln w="3833" cap="flat">
            <a:noFill/>
            <a:prstDash val="solid"/>
            <a:round/>
          </a:ln>
        </p:spPr>
      </p:sp>
      <p:grpSp>
        <p:nvGrpSpPr>
          <p:cNvPr id="6" name="Graphic 15">
            <a:extLst>
              <a:ext uri="{FF2B5EF4-FFF2-40B4-BE49-F238E27FC236}">
                <a16:creationId xmlns:a16="http://schemas.microsoft.com/office/drawing/2014/main" id="{2626A638-47C3-39DF-4692-87D4D62AF394}"/>
              </a:ext>
            </a:extLst>
          </p:cNvPr>
          <p:cNvGrpSpPr/>
          <p:nvPr/>
        </p:nvGrpSpPr>
        <p:grpSpPr>
          <a:xfrm>
            <a:off x="194901" y="357329"/>
            <a:ext cx="753020" cy="467423"/>
            <a:chOff x="194901" y="357329"/>
            <a:chExt cx="753020" cy="467423"/>
          </a:xfrm>
        </p:grpSpPr>
        <p:sp>
          <p:nvSpPr>
            <p:cNvPr id="15" name="Freeform: Shape 14">
              <a:extLst>
                <a:ext uri="{FF2B5EF4-FFF2-40B4-BE49-F238E27FC236}">
                  <a16:creationId xmlns:a16="http://schemas.microsoft.com/office/drawing/2014/main" id="{1161CFD0-69B2-25B4-F2F8-525A11404987}"/>
                </a:ext>
              </a:extLst>
            </p:cNvPr>
            <p:cNvSpPr/>
            <p:nvPr/>
          </p:nvSpPr>
          <p:spPr>
            <a:xfrm>
              <a:off x="240184" y="357329"/>
              <a:ext cx="652393" cy="235567"/>
            </a:xfrm>
            <a:custGeom>
              <a:avLst/>
              <a:gdLst>
                <a:gd name="csX0" fmla="*/ 481155 w 652393"/>
                <a:gd name="csY0" fmla="*/ 166014 h 235567"/>
                <a:gd name="csX1" fmla="*/ 567984 w 652393"/>
                <a:gd name="csY1" fmla="*/ 236071 h 235567"/>
                <a:gd name="csX2" fmla="*/ 653050 w 652393"/>
                <a:gd name="csY2" fmla="*/ 162210 h 235567"/>
                <a:gd name="csX3" fmla="*/ 597249 w 652393"/>
                <a:gd name="csY3" fmla="*/ 97042 h 235567"/>
                <a:gd name="csX4" fmla="*/ 565400 w 652393"/>
                <a:gd name="csY4" fmla="*/ 89166 h 235567"/>
                <a:gd name="csX5" fmla="*/ 538999 w 652393"/>
                <a:gd name="csY5" fmla="*/ 65814 h 235567"/>
                <a:gd name="csX6" fmla="*/ 567305 w 652393"/>
                <a:gd name="csY6" fmla="*/ 43750 h 235567"/>
                <a:gd name="csX7" fmla="*/ 597449 w 652393"/>
                <a:gd name="csY7" fmla="*/ 68801 h 235567"/>
                <a:gd name="csX8" fmla="*/ 606161 w 652393"/>
                <a:gd name="csY8" fmla="*/ 75385 h 235567"/>
                <a:gd name="csX9" fmla="*/ 642363 w 652393"/>
                <a:gd name="csY9" fmla="*/ 69207 h 235567"/>
                <a:gd name="csX10" fmla="*/ 648149 w 652393"/>
                <a:gd name="csY10" fmla="*/ 59433 h 235567"/>
                <a:gd name="csX11" fmla="*/ 567305 w 652393"/>
                <a:gd name="csY11" fmla="*/ 504 h 235567"/>
                <a:gd name="csX12" fmla="*/ 484966 w 652393"/>
                <a:gd name="csY12" fmla="*/ 69342 h 235567"/>
                <a:gd name="csX13" fmla="*/ 547707 w 652393"/>
                <a:gd name="csY13" fmla="*/ 134786 h 235567"/>
                <a:gd name="csX14" fmla="*/ 571385 w 652393"/>
                <a:gd name="csY14" fmla="*/ 140488 h 235567"/>
                <a:gd name="csX15" fmla="*/ 599017 w 652393"/>
                <a:gd name="csY15" fmla="*/ 167575 h 235567"/>
                <a:gd name="csX16" fmla="*/ 568122 w 652393"/>
                <a:gd name="csY16" fmla="*/ 192760 h 235567"/>
                <a:gd name="csX17" fmla="*/ 531782 w 652393"/>
                <a:gd name="csY17" fmla="*/ 156646 h 235567"/>
                <a:gd name="csX18" fmla="*/ 523074 w 652393"/>
                <a:gd name="csY18" fmla="*/ 150059 h 235567"/>
                <a:gd name="csX19" fmla="*/ 486868 w 652393"/>
                <a:gd name="csY19" fmla="*/ 156240 h 235567"/>
                <a:gd name="csX20" fmla="*/ 481155 w 652393"/>
                <a:gd name="csY20" fmla="*/ 166014 h 235567"/>
                <a:gd name="csX21" fmla="*/ 192011 w 652393"/>
                <a:gd name="csY21" fmla="*/ 13269 h 235567"/>
                <a:gd name="csX22" fmla="*/ 241484 w 652393"/>
                <a:gd name="csY22" fmla="*/ 224940 h 235567"/>
                <a:gd name="csX23" fmla="*/ 249103 w 652393"/>
                <a:gd name="csY23" fmla="*/ 231186 h 235567"/>
                <a:gd name="csX24" fmla="*/ 298374 w 652393"/>
                <a:gd name="csY24" fmla="*/ 231186 h 235567"/>
                <a:gd name="csX25" fmla="*/ 305993 w 652393"/>
                <a:gd name="csY25" fmla="*/ 224940 h 235567"/>
                <a:gd name="csX26" fmla="*/ 333962 w 652393"/>
                <a:gd name="csY26" fmla="*/ 99213 h 235567"/>
                <a:gd name="csX27" fmla="*/ 336140 w 652393"/>
                <a:gd name="csY27" fmla="*/ 99213 h 235567"/>
                <a:gd name="csX28" fmla="*/ 364040 w 652393"/>
                <a:gd name="csY28" fmla="*/ 224940 h 235567"/>
                <a:gd name="csX29" fmla="*/ 371663 w 652393"/>
                <a:gd name="csY29" fmla="*/ 231186 h 235567"/>
                <a:gd name="csX30" fmla="*/ 420998 w 652393"/>
                <a:gd name="csY30" fmla="*/ 231186 h 235567"/>
                <a:gd name="csX31" fmla="*/ 428618 w 652393"/>
                <a:gd name="csY31" fmla="*/ 224940 h 235567"/>
                <a:gd name="csX32" fmla="*/ 478022 w 652393"/>
                <a:gd name="csY32" fmla="*/ 13269 h 235567"/>
                <a:gd name="csX33" fmla="*/ 471760 w 652393"/>
                <a:gd name="csY33" fmla="*/ 5393 h 235567"/>
                <a:gd name="csX34" fmla="*/ 428146 w 652393"/>
                <a:gd name="csY34" fmla="*/ 5393 h 235567"/>
                <a:gd name="csX35" fmla="*/ 420519 w 652393"/>
                <a:gd name="csY35" fmla="*/ 11912 h 235567"/>
                <a:gd name="csX36" fmla="*/ 394118 w 652393"/>
                <a:gd name="csY36" fmla="*/ 166083 h 235567"/>
                <a:gd name="csX37" fmla="*/ 391940 w 652393"/>
                <a:gd name="csY37" fmla="*/ 166083 h 235567"/>
                <a:gd name="csX38" fmla="*/ 362748 w 652393"/>
                <a:gd name="csY38" fmla="*/ 11639 h 235567"/>
                <a:gd name="csX39" fmla="*/ 354853 w 652393"/>
                <a:gd name="csY39" fmla="*/ 5393 h 235567"/>
                <a:gd name="csX40" fmla="*/ 315249 w 652393"/>
                <a:gd name="csY40" fmla="*/ 5393 h 235567"/>
                <a:gd name="csX41" fmla="*/ 307354 w 652393"/>
                <a:gd name="csY41" fmla="*/ 11639 h 235567"/>
                <a:gd name="csX42" fmla="*/ 278162 w 652393"/>
                <a:gd name="csY42" fmla="*/ 166083 h 235567"/>
                <a:gd name="csX43" fmla="*/ 275984 w 652393"/>
                <a:gd name="csY43" fmla="*/ 166083 h 235567"/>
                <a:gd name="csX44" fmla="*/ 249579 w 652393"/>
                <a:gd name="csY44" fmla="*/ 11912 h 235567"/>
                <a:gd name="csX45" fmla="*/ 241960 w 652393"/>
                <a:gd name="csY45" fmla="*/ 5393 h 235567"/>
                <a:gd name="csX46" fmla="*/ 198273 w 652393"/>
                <a:gd name="csY46" fmla="*/ 5393 h 235567"/>
                <a:gd name="csX47" fmla="*/ 192011 w 652393"/>
                <a:gd name="csY47" fmla="*/ 13269 h 235567"/>
                <a:gd name="csX48" fmla="*/ 57817 w 652393"/>
                <a:gd name="csY48" fmla="*/ 160922 h 235567"/>
                <a:gd name="csX49" fmla="*/ 108038 w 652393"/>
                <a:gd name="csY49" fmla="*/ 119513 h 235567"/>
                <a:gd name="csX50" fmla="*/ 123894 w 652393"/>
                <a:gd name="csY50" fmla="*/ 121142 h 235567"/>
                <a:gd name="csX51" fmla="*/ 123894 w 652393"/>
                <a:gd name="csY51" fmla="*/ 135395 h 235567"/>
                <a:gd name="csX52" fmla="*/ 87079 w 652393"/>
                <a:gd name="csY52" fmla="*/ 192760 h 235567"/>
                <a:gd name="csX53" fmla="*/ 57817 w 652393"/>
                <a:gd name="csY53" fmla="*/ 160922 h 235567"/>
                <a:gd name="csX54" fmla="*/ 65847 w 652393"/>
                <a:gd name="csY54" fmla="*/ 236071 h 235567"/>
                <a:gd name="csX55" fmla="*/ 123350 w 652393"/>
                <a:gd name="csY55" fmla="*/ 198600 h 235567"/>
                <a:gd name="csX56" fmla="*/ 125528 w 652393"/>
                <a:gd name="csY56" fmla="*/ 198600 h 235567"/>
                <a:gd name="csX57" fmla="*/ 130969 w 652393"/>
                <a:gd name="csY57" fmla="*/ 224127 h 235567"/>
                <a:gd name="csX58" fmla="*/ 138592 w 652393"/>
                <a:gd name="csY58" fmla="*/ 231186 h 235567"/>
                <a:gd name="csX59" fmla="*/ 172413 w 652393"/>
                <a:gd name="csY59" fmla="*/ 231186 h 235567"/>
                <a:gd name="csX60" fmla="*/ 179491 w 652393"/>
                <a:gd name="csY60" fmla="*/ 224127 h 235567"/>
                <a:gd name="csX61" fmla="*/ 179491 w 652393"/>
                <a:gd name="csY61" fmla="*/ 87605 h 235567"/>
                <a:gd name="csX62" fmla="*/ 92930 w 652393"/>
                <a:gd name="csY62" fmla="*/ 504 h 235567"/>
                <a:gd name="csX63" fmla="*/ 7527 w 652393"/>
                <a:gd name="csY63" fmla="*/ 59433 h 235567"/>
                <a:gd name="csX64" fmla="*/ 13313 w 652393"/>
                <a:gd name="csY64" fmla="*/ 69207 h 235567"/>
                <a:gd name="csX65" fmla="*/ 49515 w 652393"/>
                <a:gd name="csY65" fmla="*/ 75385 h 235567"/>
                <a:gd name="csX66" fmla="*/ 58224 w 652393"/>
                <a:gd name="csY66" fmla="*/ 68801 h 235567"/>
                <a:gd name="csX67" fmla="*/ 92930 w 652393"/>
                <a:gd name="csY67" fmla="*/ 43750 h 235567"/>
                <a:gd name="csX68" fmla="*/ 123894 w 652393"/>
                <a:gd name="csY68" fmla="*/ 80477 h 235567"/>
                <a:gd name="csX69" fmla="*/ 123894 w 652393"/>
                <a:gd name="csY69" fmla="*/ 90524 h 235567"/>
                <a:gd name="csX70" fmla="*/ 100009 w 652393"/>
                <a:gd name="csY70" fmla="*/ 88418 h 235567"/>
                <a:gd name="csX71" fmla="*/ 656 w 652393"/>
                <a:gd name="csY71" fmla="*/ 168254 h 235567"/>
                <a:gd name="csX72" fmla="*/ 65847 w 652393"/>
                <a:gd name="csY72" fmla="*/ 236071 h 2355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652393" h="235567">
                  <a:moveTo>
                    <a:pt x="481155" y="166014"/>
                  </a:moveTo>
                  <a:cubicBezTo>
                    <a:pt x="489867" y="210886"/>
                    <a:pt x="522253" y="236071"/>
                    <a:pt x="567984" y="236071"/>
                  </a:cubicBezTo>
                  <a:cubicBezTo>
                    <a:pt x="617799" y="236071"/>
                    <a:pt x="653050" y="204847"/>
                    <a:pt x="653050" y="162210"/>
                  </a:cubicBezTo>
                  <a:cubicBezTo>
                    <a:pt x="653050" y="127385"/>
                    <a:pt x="634471" y="106207"/>
                    <a:pt x="597249" y="97042"/>
                  </a:cubicBezTo>
                  <a:lnTo>
                    <a:pt x="565400" y="89166"/>
                  </a:lnTo>
                  <a:cubicBezTo>
                    <a:pt x="548386" y="84956"/>
                    <a:pt x="538999" y="78034"/>
                    <a:pt x="538999" y="65814"/>
                  </a:cubicBezTo>
                  <a:cubicBezTo>
                    <a:pt x="538999" y="53524"/>
                    <a:pt x="548589" y="43750"/>
                    <a:pt x="567305" y="43750"/>
                  </a:cubicBezTo>
                  <a:cubicBezTo>
                    <a:pt x="583434" y="43750"/>
                    <a:pt x="593162" y="53256"/>
                    <a:pt x="597449" y="68801"/>
                  </a:cubicBezTo>
                  <a:cubicBezTo>
                    <a:pt x="598948" y="74027"/>
                    <a:pt x="601740" y="76133"/>
                    <a:pt x="606161" y="75385"/>
                  </a:cubicBezTo>
                  <a:lnTo>
                    <a:pt x="642363" y="69207"/>
                  </a:lnTo>
                  <a:cubicBezTo>
                    <a:pt x="647129" y="68394"/>
                    <a:pt x="649441" y="64456"/>
                    <a:pt x="648149" y="59433"/>
                  </a:cubicBezTo>
                  <a:cubicBezTo>
                    <a:pt x="638214" y="20938"/>
                    <a:pt x="611061" y="504"/>
                    <a:pt x="567305" y="504"/>
                  </a:cubicBezTo>
                  <a:cubicBezTo>
                    <a:pt x="518242" y="504"/>
                    <a:pt x="484966" y="27591"/>
                    <a:pt x="484966" y="69342"/>
                  </a:cubicBezTo>
                  <a:cubicBezTo>
                    <a:pt x="484966" y="103829"/>
                    <a:pt x="504902" y="124467"/>
                    <a:pt x="547707" y="134786"/>
                  </a:cubicBezTo>
                  <a:lnTo>
                    <a:pt x="571385" y="140488"/>
                  </a:lnTo>
                  <a:cubicBezTo>
                    <a:pt x="591394" y="145308"/>
                    <a:pt x="599017" y="153521"/>
                    <a:pt x="599017" y="167575"/>
                  </a:cubicBezTo>
                  <a:cubicBezTo>
                    <a:pt x="599017" y="182169"/>
                    <a:pt x="587514" y="192760"/>
                    <a:pt x="568122" y="192760"/>
                  </a:cubicBezTo>
                  <a:cubicBezTo>
                    <a:pt x="550019" y="192760"/>
                    <a:pt x="537500" y="181356"/>
                    <a:pt x="531782" y="156646"/>
                  </a:cubicBezTo>
                  <a:cubicBezTo>
                    <a:pt x="530628" y="151485"/>
                    <a:pt x="527633" y="149246"/>
                    <a:pt x="523074" y="150059"/>
                  </a:cubicBezTo>
                  <a:lnTo>
                    <a:pt x="486868" y="156240"/>
                  </a:lnTo>
                  <a:cubicBezTo>
                    <a:pt x="482240" y="157053"/>
                    <a:pt x="479997" y="160853"/>
                    <a:pt x="481155" y="166014"/>
                  </a:cubicBezTo>
                  <a:moveTo>
                    <a:pt x="192011" y="13269"/>
                  </a:moveTo>
                  <a:lnTo>
                    <a:pt x="241484" y="224940"/>
                  </a:lnTo>
                  <a:cubicBezTo>
                    <a:pt x="242435" y="229284"/>
                    <a:pt x="245020" y="231186"/>
                    <a:pt x="249103" y="231186"/>
                  </a:cubicBezTo>
                  <a:lnTo>
                    <a:pt x="298374" y="231186"/>
                  </a:lnTo>
                  <a:cubicBezTo>
                    <a:pt x="302453" y="231186"/>
                    <a:pt x="305042" y="229284"/>
                    <a:pt x="305993" y="224940"/>
                  </a:cubicBezTo>
                  <a:lnTo>
                    <a:pt x="333962" y="99213"/>
                  </a:lnTo>
                  <a:lnTo>
                    <a:pt x="336140" y="99213"/>
                  </a:lnTo>
                  <a:lnTo>
                    <a:pt x="364040" y="224940"/>
                  </a:lnTo>
                  <a:cubicBezTo>
                    <a:pt x="364995" y="229284"/>
                    <a:pt x="367579" y="231186"/>
                    <a:pt x="371663" y="231186"/>
                  </a:cubicBezTo>
                  <a:lnTo>
                    <a:pt x="420998" y="231186"/>
                  </a:lnTo>
                  <a:cubicBezTo>
                    <a:pt x="425078" y="231186"/>
                    <a:pt x="427598" y="229284"/>
                    <a:pt x="428618" y="224940"/>
                  </a:cubicBezTo>
                  <a:lnTo>
                    <a:pt x="478022" y="13269"/>
                  </a:lnTo>
                  <a:cubicBezTo>
                    <a:pt x="479180" y="8380"/>
                    <a:pt x="476661" y="5393"/>
                    <a:pt x="471760" y="5393"/>
                  </a:cubicBezTo>
                  <a:lnTo>
                    <a:pt x="428146" y="5393"/>
                  </a:lnTo>
                  <a:cubicBezTo>
                    <a:pt x="423786" y="5393"/>
                    <a:pt x="421202" y="7839"/>
                    <a:pt x="420519" y="11912"/>
                  </a:cubicBezTo>
                  <a:lnTo>
                    <a:pt x="394118" y="166083"/>
                  </a:lnTo>
                  <a:lnTo>
                    <a:pt x="391940" y="166083"/>
                  </a:lnTo>
                  <a:lnTo>
                    <a:pt x="362748" y="11639"/>
                  </a:lnTo>
                  <a:cubicBezTo>
                    <a:pt x="361931" y="7567"/>
                    <a:pt x="358936" y="5393"/>
                    <a:pt x="354853" y="5393"/>
                  </a:cubicBezTo>
                  <a:lnTo>
                    <a:pt x="315249" y="5393"/>
                  </a:lnTo>
                  <a:cubicBezTo>
                    <a:pt x="311166" y="5393"/>
                    <a:pt x="308102" y="7567"/>
                    <a:pt x="307354" y="11639"/>
                  </a:cubicBezTo>
                  <a:lnTo>
                    <a:pt x="278162" y="166083"/>
                  </a:lnTo>
                  <a:lnTo>
                    <a:pt x="275984" y="166083"/>
                  </a:lnTo>
                  <a:lnTo>
                    <a:pt x="249579" y="11912"/>
                  </a:lnTo>
                  <a:cubicBezTo>
                    <a:pt x="248831" y="7839"/>
                    <a:pt x="246316" y="5393"/>
                    <a:pt x="241960" y="5393"/>
                  </a:cubicBezTo>
                  <a:lnTo>
                    <a:pt x="198273" y="5393"/>
                  </a:lnTo>
                  <a:cubicBezTo>
                    <a:pt x="193372" y="5393"/>
                    <a:pt x="190853" y="8380"/>
                    <a:pt x="192011" y="13269"/>
                  </a:cubicBezTo>
                  <a:moveTo>
                    <a:pt x="57817" y="160922"/>
                  </a:moveTo>
                  <a:cubicBezTo>
                    <a:pt x="57817" y="135330"/>
                    <a:pt x="77005" y="119513"/>
                    <a:pt x="108038" y="119513"/>
                  </a:cubicBezTo>
                  <a:cubicBezTo>
                    <a:pt x="113004" y="119513"/>
                    <a:pt x="118177" y="120053"/>
                    <a:pt x="123894" y="121142"/>
                  </a:cubicBezTo>
                  <a:lnTo>
                    <a:pt x="123894" y="135395"/>
                  </a:lnTo>
                  <a:cubicBezTo>
                    <a:pt x="123894" y="172261"/>
                    <a:pt x="110761" y="192760"/>
                    <a:pt x="87079" y="192760"/>
                  </a:cubicBezTo>
                  <a:cubicBezTo>
                    <a:pt x="69179" y="192760"/>
                    <a:pt x="57817" y="180405"/>
                    <a:pt x="57817" y="160922"/>
                  </a:cubicBezTo>
                  <a:moveTo>
                    <a:pt x="65847" y="236071"/>
                  </a:moveTo>
                  <a:cubicBezTo>
                    <a:pt x="92589" y="236071"/>
                    <a:pt x="113479" y="222497"/>
                    <a:pt x="123350" y="198600"/>
                  </a:cubicBezTo>
                  <a:lnTo>
                    <a:pt x="125528" y="198600"/>
                  </a:lnTo>
                  <a:lnTo>
                    <a:pt x="130969" y="224127"/>
                  </a:lnTo>
                  <a:cubicBezTo>
                    <a:pt x="131924" y="228740"/>
                    <a:pt x="134646" y="231186"/>
                    <a:pt x="138592" y="231186"/>
                  </a:cubicBezTo>
                  <a:lnTo>
                    <a:pt x="172413" y="231186"/>
                  </a:lnTo>
                  <a:cubicBezTo>
                    <a:pt x="176496" y="231186"/>
                    <a:pt x="179491" y="228199"/>
                    <a:pt x="179491" y="224127"/>
                  </a:cubicBezTo>
                  <a:lnTo>
                    <a:pt x="179491" y="87605"/>
                  </a:lnTo>
                  <a:cubicBezTo>
                    <a:pt x="179491" y="30375"/>
                    <a:pt x="149750" y="504"/>
                    <a:pt x="92930" y="504"/>
                  </a:cubicBezTo>
                  <a:cubicBezTo>
                    <a:pt x="48630" y="504"/>
                    <a:pt x="17328" y="22027"/>
                    <a:pt x="7527" y="59433"/>
                  </a:cubicBezTo>
                  <a:cubicBezTo>
                    <a:pt x="6304" y="64456"/>
                    <a:pt x="8547" y="68394"/>
                    <a:pt x="13313" y="69207"/>
                  </a:cubicBezTo>
                  <a:lnTo>
                    <a:pt x="49515" y="75385"/>
                  </a:lnTo>
                  <a:cubicBezTo>
                    <a:pt x="53937" y="76133"/>
                    <a:pt x="56728" y="74027"/>
                    <a:pt x="58224" y="68801"/>
                  </a:cubicBezTo>
                  <a:cubicBezTo>
                    <a:pt x="62852" y="52236"/>
                    <a:pt x="74555" y="43750"/>
                    <a:pt x="92930" y="43750"/>
                  </a:cubicBezTo>
                  <a:cubicBezTo>
                    <a:pt x="113479" y="43750"/>
                    <a:pt x="123894" y="56105"/>
                    <a:pt x="123894" y="80477"/>
                  </a:cubicBezTo>
                  <a:lnTo>
                    <a:pt x="123894" y="90524"/>
                  </a:lnTo>
                  <a:cubicBezTo>
                    <a:pt x="116950" y="89097"/>
                    <a:pt x="109534" y="88418"/>
                    <a:pt x="100009" y="88418"/>
                  </a:cubicBezTo>
                  <a:cubicBezTo>
                    <a:pt x="39170" y="88418"/>
                    <a:pt x="656" y="119375"/>
                    <a:pt x="656" y="168254"/>
                  </a:cubicBezTo>
                  <a:cubicBezTo>
                    <a:pt x="656" y="208850"/>
                    <a:pt x="26788" y="236071"/>
                    <a:pt x="65847" y="236071"/>
                  </a:cubicBezTo>
                </a:path>
              </a:pathLst>
            </a:custGeom>
            <a:solidFill>
              <a:srgbClr val="000000"/>
            </a:solidFill>
            <a:ln w="3833" cap="flat">
              <a:noFill/>
              <a:prstDash val="solid"/>
              <a:round/>
            </a:ln>
          </p:spPr>
        </p:sp>
        <p:sp>
          <p:nvSpPr>
            <p:cNvPr id="17" name="Freeform: Shape 16">
              <a:extLst>
                <a:ext uri="{FF2B5EF4-FFF2-40B4-BE49-F238E27FC236}">
                  <a16:creationId xmlns:a16="http://schemas.microsoft.com/office/drawing/2014/main" id="{BB0E90FE-7C9D-DB0A-4E33-137C72D150D2}"/>
                </a:ext>
              </a:extLst>
            </p:cNvPr>
            <p:cNvSpPr/>
            <p:nvPr/>
          </p:nvSpPr>
          <p:spPr>
            <a:xfrm>
              <a:off x="194901" y="628148"/>
              <a:ext cx="753020" cy="196604"/>
            </a:xfrm>
            <a:custGeom>
              <a:avLst/>
              <a:gdLst>
                <a:gd name="csX0" fmla="*/ 605761 w 753020"/>
                <a:gd name="csY0" fmla="*/ 40048 h 196604"/>
                <a:gd name="csX1" fmla="*/ 628626 w 753020"/>
                <a:gd name="csY1" fmla="*/ 43851 h 196604"/>
                <a:gd name="csX2" fmla="*/ 709738 w 753020"/>
                <a:gd name="csY2" fmla="*/ 46026 h 196604"/>
                <a:gd name="csX3" fmla="*/ 683878 w 753020"/>
                <a:gd name="csY3" fmla="*/ 122870 h 196604"/>
                <a:gd name="csX4" fmla="*/ 680070 w 753020"/>
                <a:gd name="csY4" fmla="*/ 145678 h 196604"/>
                <a:gd name="csX5" fmla="*/ 685515 w 753020"/>
                <a:gd name="csY5" fmla="*/ 148124 h 196604"/>
                <a:gd name="csX6" fmla="*/ 708377 w 753020"/>
                <a:gd name="csY6" fmla="*/ 134274 h 196604"/>
                <a:gd name="csX7" fmla="*/ 746212 w 753020"/>
                <a:gd name="csY7" fmla="*/ 78880 h 196604"/>
                <a:gd name="csX8" fmla="*/ 749479 w 753020"/>
                <a:gd name="csY8" fmla="*/ 18053 h 196604"/>
                <a:gd name="csX9" fmla="*/ 691501 w 753020"/>
                <a:gd name="csY9" fmla="*/ 812 h 196604"/>
                <a:gd name="csX10" fmla="*/ 625903 w 753020"/>
                <a:gd name="csY10" fmla="*/ 16967 h 196604"/>
                <a:gd name="csX11" fmla="*/ 605761 w 753020"/>
                <a:gd name="csY11" fmla="*/ 40048 h 196604"/>
                <a:gd name="csX12" fmla="*/ 1755 w 753020"/>
                <a:gd name="csY12" fmla="*/ 28644 h 196604"/>
                <a:gd name="csX13" fmla="*/ 14551 w 753020"/>
                <a:gd name="csY13" fmla="*/ 49553 h 196604"/>
                <a:gd name="csX14" fmla="*/ 362417 w 753020"/>
                <a:gd name="csY14" fmla="*/ 197410 h 196604"/>
                <a:gd name="csX15" fmla="*/ 655299 w 753020"/>
                <a:gd name="csY15" fmla="*/ 103045 h 196604"/>
                <a:gd name="csX16" fmla="*/ 673536 w 753020"/>
                <a:gd name="csY16" fmla="*/ 77523 h 196604"/>
                <a:gd name="csX17" fmla="*/ 670541 w 753020"/>
                <a:gd name="csY17" fmla="*/ 70463 h 196604"/>
                <a:gd name="csX18" fmla="*/ 644685 w 753020"/>
                <a:gd name="csY18" fmla="*/ 74535 h 196604"/>
                <a:gd name="csX19" fmla="*/ 374392 w 753020"/>
                <a:gd name="csY19" fmla="*/ 131827 h 196604"/>
                <a:gd name="csX20" fmla="*/ 30065 w 753020"/>
                <a:gd name="csY20" fmla="*/ 24299 h 196604"/>
                <a:gd name="csX21" fmla="*/ 3933 w 753020"/>
                <a:gd name="csY21" fmla="*/ 15065 h 196604"/>
                <a:gd name="csX22" fmla="*/ 1755 w 753020"/>
                <a:gd name="csY22" fmla="*/ 28644 h 1966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753020" h="196604">
                  <a:moveTo>
                    <a:pt x="605761" y="40048"/>
                  </a:moveTo>
                  <a:cubicBezTo>
                    <a:pt x="608479" y="46294"/>
                    <a:pt x="616375" y="46428"/>
                    <a:pt x="628626" y="43851"/>
                  </a:cubicBezTo>
                  <a:cubicBezTo>
                    <a:pt x="661289" y="36926"/>
                    <a:pt x="702798" y="36109"/>
                    <a:pt x="709738" y="46026"/>
                  </a:cubicBezTo>
                  <a:cubicBezTo>
                    <a:pt x="716682" y="55934"/>
                    <a:pt x="701436" y="94494"/>
                    <a:pt x="683878" y="122870"/>
                  </a:cubicBezTo>
                  <a:cubicBezTo>
                    <a:pt x="677210" y="133595"/>
                    <a:pt x="674759" y="140386"/>
                    <a:pt x="680070" y="145678"/>
                  </a:cubicBezTo>
                  <a:cubicBezTo>
                    <a:pt x="681566" y="147173"/>
                    <a:pt x="683337" y="148124"/>
                    <a:pt x="685515" y="148124"/>
                  </a:cubicBezTo>
                  <a:cubicBezTo>
                    <a:pt x="692046" y="148124"/>
                    <a:pt x="700347" y="141333"/>
                    <a:pt x="708377" y="134274"/>
                  </a:cubicBezTo>
                  <a:cubicBezTo>
                    <a:pt x="725391" y="119204"/>
                    <a:pt x="738727" y="100334"/>
                    <a:pt x="746212" y="78880"/>
                  </a:cubicBezTo>
                  <a:cubicBezTo>
                    <a:pt x="753425" y="58242"/>
                    <a:pt x="757099" y="29188"/>
                    <a:pt x="749479" y="18053"/>
                  </a:cubicBezTo>
                  <a:cubicBezTo>
                    <a:pt x="742129" y="7462"/>
                    <a:pt x="713550" y="540"/>
                    <a:pt x="691501" y="812"/>
                  </a:cubicBezTo>
                  <a:cubicBezTo>
                    <a:pt x="668363" y="1081"/>
                    <a:pt x="646043" y="6376"/>
                    <a:pt x="625903" y="16967"/>
                  </a:cubicBezTo>
                  <a:cubicBezTo>
                    <a:pt x="613380" y="23755"/>
                    <a:pt x="601949" y="31358"/>
                    <a:pt x="605761" y="40048"/>
                  </a:cubicBezTo>
                  <a:moveTo>
                    <a:pt x="1755" y="28644"/>
                  </a:moveTo>
                  <a:cubicBezTo>
                    <a:pt x="3660" y="34346"/>
                    <a:pt x="8017" y="41543"/>
                    <a:pt x="14551" y="49553"/>
                  </a:cubicBezTo>
                  <a:cubicBezTo>
                    <a:pt x="98113" y="152465"/>
                    <a:pt x="232579" y="197410"/>
                    <a:pt x="362417" y="197410"/>
                  </a:cubicBezTo>
                  <a:cubicBezTo>
                    <a:pt x="475919" y="197410"/>
                    <a:pt x="585614" y="163328"/>
                    <a:pt x="655299" y="103045"/>
                  </a:cubicBezTo>
                  <a:cubicBezTo>
                    <a:pt x="667412" y="92592"/>
                    <a:pt x="673536" y="84037"/>
                    <a:pt x="673536" y="77523"/>
                  </a:cubicBezTo>
                  <a:cubicBezTo>
                    <a:pt x="673536" y="74804"/>
                    <a:pt x="672581" y="72495"/>
                    <a:pt x="670541" y="70463"/>
                  </a:cubicBezTo>
                  <a:cubicBezTo>
                    <a:pt x="664552" y="64217"/>
                    <a:pt x="655571" y="68833"/>
                    <a:pt x="644685" y="74535"/>
                  </a:cubicBezTo>
                  <a:cubicBezTo>
                    <a:pt x="579900" y="108475"/>
                    <a:pt x="480275" y="131827"/>
                    <a:pt x="374392" y="131827"/>
                  </a:cubicBezTo>
                  <a:cubicBezTo>
                    <a:pt x="254900" y="131827"/>
                    <a:pt x="126964" y="102232"/>
                    <a:pt x="30065" y="24299"/>
                  </a:cubicBezTo>
                  <a:cubicBezTo>
                    <a:pt x="20809" y="16967"/>
                    <a:pt x="10739" y="9770"/>
                    <a:pt x="3933" y="15065"/>
                  </a:cubicBezTo>
                  <a:cubicBezTo>
                    <a:pt x="1482" y="17102"/>
                    <a:pt x="-696" y="21040"/>
                    <a:pt x="1755" y="28644"/>
                  </a:cubicBezTo>
                </a:path>
              </a:pathLst>
            </a:custGeom>
            <a:solidFill>
              <a:schemeClr val="bg1"/>
            </a:solidFill>
            <a:ln w="3833" cap="flat">
              <a:noFill/>
              <a:prstDash val="solid"/>
              <a:round/>
            </a:ln>
          </p:spPr>
        </p:sp>
      </p:grpSp>
    </p:spTree>
    <p:extLst>
      <p:ext uri="{BB962C8B-B14F-4D97-AF65-F5344CB8AC3E}">
        <p14:creationId xmlns:p14="http://schemas.microsoft.com/office/powerpoint/2010/main" val="12096992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xmlns:asvg="http://schemas.microsoft.com/office/drawing/2016/SVG/main" xmlns:p15="http://schemas.microsoft.com/office/powerpoint/2012/main">
      <p:transition>
        <p:fade/>
      </p:transition>
    </mc:Fallback>
  </mc:AlternateContent>
  <p:extLst>
    <p:ext uri="{DCECCB84-F9BA-43D5-87BE-67443E8EF086}">
      <p15:sldGuideLst xmlns:p15="http://schemas.microsoft.com/office/powerpoint/2012/main">
        <p15:guide id="1" userDrawn="1">
          <p15:clr>
            <a:srgbClr val="FBAE40"/>
          </p15:clr>
        </p15:guide>
        <p15:guide id="2" pos="7680" userDrawn="1">
          <p15:clr>
            <a:srgbClr val="FBAE40"/>
          </p15:clr>
        </p15:guide>
        <p15:guide id="3" pos="240" userDrawn="1">
          <p15:clr>
            <a:srgbClr val="FBAE40"/>
          </p15:clr>
        </p15:guide>
        <p15:guide id="4" pos="480" userDrawn="1">
          <p15:clr>
            <a:srgbClr val="FBAE40"/>
          </p15:clr>
        </p15:guide>
        <p15:guide id="5" pos="720" userDrawn="1">
          <p15:clr>
            <a:srgbClr val="FBAE40"/>
          </p15:clr>
        </p15:guide>
        <p15:guide id="6" pos="960" userDrawn="1">
          <p15:clr>
            <a:srgbClr val="FBAE40"/>
          </p15:clr>
        </p15:guide>
        <p15:guide id="7" pos="1200" userDrawn="1">
          <p15:clr>
            <a:srgbClr val="FBAE40"/>
          </p15:clr>
        </p15:guide>
        <p15:guide id="8" pos="1440" userDrawn="1">
          <p15:clr>
            <a:srgbClr val="FBAE40"/>
          </p15:clr>
        </p15:guide>
        <p15:guide id="9" pos="1680" userDrawn="1">
          <p15:clr>
            <a:srgbClr val="FBAE40"/>
          </p15:clr>
        </p15:guide>
        <p15:guide id="10" pos="1920" userDrawn="1">
          <p15:clr>
            <a:srgbClr val="FBAE40"/>
          </p15:clr>
        </p15:guide>
        <p15:guide id="11" pos="2160" userDrawn="1">
          <p15:clr>
            <a:srgbClr val="FBAE40"/>
          </p15:clr>
        </p15:guide>
        <p15:guide id="12" pos="2400" userDrawn="1">
          <p15:clr>
            <a:srgbClr val="FBAE40"/>
          </p15:clr>
        </p15:guide>
        <p15:guide id="13" pos="2640" userDrawn="1">
          <p15:clr>
            <a:srgbClr val="FBAE40"/>
          </p15:clr>
        </p15:guide>
        <p15:guide id="14" pos="2880" userDrawn="1">
          <p15:clr>
            <a:srgbClr val="FBAE40"/>
          </p15:clr>
        </p15:guide>
        <p15:guide id="15" pos="3120" userDrawn="1">
          <p15:clr>
            <a:srgbClr val="FBAE40"/>
          </p15:clr>
        </p15:guide>
        <p15:guide id="16" pos="3360" userDrawn="1">
          <p15:clr>
            <a:srgbClr val="FBAE40"/>
          </p15:clr>
        </p15:guide>
        <p15:guide id="17" pos="3600" userDrawn="1">
          <p15:clr>
            <a:srgbClr val="FBAE40"/>
          </p15:clr>
        </p15:guide>
        <p15:guide id="18" pos="3840" userDrawn="1">
          <p15:clr>
            <a:srgbClr val="FBAE40"/>
          </p15:clr>
        </p15:guide>
        <p15:guide id="19" pos="4080" userDrawn="1">
          <p15:clr>
            <a:srgbClr val="FBAE40"/>
          </p15:clr>
        </p15:guide>
        <p15:guide id="20" pos="4320" userDrawn="1">
          <p15:clr>
            <a:srgbClr val="FBAE40"/>
          </p15:clr>
        </p15:guide>
        <p15:guide id="21" pos="4560" userDrawn="1">
          <p15:clr>
            <a:srgbClr val="FBAE40"/>
          </p15:clr>
        </p15:guide>
        <p15:guide id="22" pos="4800" userDrawn="1">
          <p15:clr>
            <a:srgbClr val="FBAE40"/>
          </p15:clr>
        </p15:guide>
        <p15:guide id="23" pos="5040" userDrawn="1">
          <p15:clr>
            <a:srgbClr val="FBAE40"/>
          </p15:clr>
        </p15:guide>
        <p15:guide id="24" pos="5280" userDrawn="1">
          <p15:clr>
            <a:srgbClr val="FBAE40"/>
          </p15:clr>
        </p15:guide>
        <p15:guide id="25" pos="5520" userDrawn="1">
          <p15:clr>
            <a:srgbClr val="FBAE40"/>
          </p15:clr>
        </p15:guide>
        <p15:guide id="26" pos="5760" userDrawn="1">
          <p15:clr>
            <a:srgbClr val="FBAE40"/>
          </p15:clr>
        </p15:guide>
        <p15:guide id="27" pos="6000" userDrawn="1">
          <p15:clr>
            <a:srgbClr val="FBAE40"/>
          </p15:clr>
        </p15:guide>
        <p15:guide id="28" pos="6240" userDrawn="1">
          <p15:clr>
            <a:srgbClr val="FBAE40"/>
          </p15:clr>
        </p15:guide>
        <p15:guide id="29" pos="6480" userDrawn="1">
          <p15:clr>
            <a:srgbClr val="FBAE40"/>
          </p15:clr>
        </p15:guide>
        <p15:guide id="30" pos="6720" userDrawn="1">
          <p15:clr>
            <a:srgbClr val="FBAE40"/>
          </p15:clr>
        </p15:guide>
        <p15:guide id="31" pos="6960" userDrawn="1">
          <p15:clr>
            <a:srgbClr val="FBAE40"/>
          </p15:clr>
        </p15:guide>
        <p15:guide id="32" pos="7200" userDrawn="1">
          <p15:clr>
            <a:srgbClr val="FBAE40"/>
          </p15:clr>
        </p15:guide>
        <p15:guide id="33" pos="7440" userDrawn="1">
          <p15:clr>
            <a:srgbClr val="FBAE40"/>
          </p15:clr>
        </p15:guide>
        <p15:guide id="34" orient="horz" userDrawn="1">
          <p15:clr>
            <a:srgbClr val="FBAE40"/>
          </p15:clr>
        </p15:guide>
        <p15:guide id="35" orient="horz" pos="4320" userDrawn="1">
          <p15:clr>
            <a:srgbClr val="FBAE40"/>
          </p15:clr>
        </p15:guide>
        <p15:guide id="36" orient="horz" pos="240" userDrawn="1">
          <p15:clr>
            <a:srgbClr val="FBAE40"/>
          </p15:clr>
        </p15:guide>
        <p15:guide id="37" orient="horz" pos="480" userDrawn="1">
          <p15:clr>
            <a:srgbClr val="FBAE40"/>
          </p15:clr>
        </p15:guide>
        <p15:guide id="38" orient="horz" pos="720" userDrawn="1">
          <p15:clr>
            <a:srgbClr val="FBAE40"/>
          </p15:clr>
        </p15:guide>
        <p15:guide id="39" orient="horz" pos="960" userDrawn="1">
          <p15:clr>
            <a:srgbClr val="FBAE40"/>
          </p15:clr>
        </p15:guide>
        <p15:guide id="40" orient="horz" pos="1200" userDrawn="1">
          <p15:clr>
            <a:srgbClr val="FBAE40"/>
          </p15:clr>
        </p15:guide>
        <p15:guide id="41" orient="horz" pos="1440" userDrawn="1">
          <p15:clr>
            <a:srgbClr val="FBAE40"/>
          </p15:clr>
        </p15:guide>
        <p15:guide id="42" orient="horz" pos="1680" userDrawn="1">
          <p15:clr>
            <a:srgbClr val="FBAE40"/>
          </p15:clr>
        </p15:guide>
        <p15:guide id="43" orient="horz" pos="1920" userDrawn="1">
          <p15:clr>
            <a:srgbClr val="FBAE40"/>
          </p15:clr>
        </p15:guide>
        <p15:guide id="44" orient="horz" pos="2160" userDrawn="1">
          <p15:clr>
            <a:srgbClr val="FBAE40"/>
          </p15:clr>
        </p15:guide>
        <p15:guide id="45" orient="horz" pos="2400" userDrawn="1">
          <p15:clr>
            <a:srgbClr val="FBAE40"/>
          </p15:clr>
        </p15:guide>
        <p15:guide id="46" orient="horz" pos="2640" userDrawn="1">
          <p15:clr>
            <a:srgbClr val="FBAE40"/>
          </p15:clr>
        </p15:guide>
        <p15:guide id="47" orient="horz" pos="2880" userDrawn="1">
          <p15:clr>
            <a:srgbClr val="FBAE40"/>
          </p15:clr>
        </p15:guide>
        <p15:guide id="48" orient="horz" pos="3120" userDrawn="1">
          <p15:clr>
            <a:srgbClr val="FBAE40"/>
          </p15:clr>
        </p15:guide>
        <p15:guide id="49" orient="horz" pos="3360" userDrawn="1">
          <p15:clr>
            <a:srgbClr val="FBAE40"/>
          </p15:clr>
        </p15:guide>
        <p15:guide id="50" orient="horz" pos="3600" userDrawn="1">
          <p15:clr>
            <a:srgbClr val="FBAE40"/>
          </p15:clr>
        </p15:guide>
        <p15:guide id="51" orient="horz" pos="3840" userDrawn="1">
          <p15:clr>
            <a:srgbClr val="FBAE40"/>
          </p15:clr>
        </p15:guide>
        <p15:guide id="52" orient="horz" pos="410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Three Speaker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A7AD8-222E-777F-935B-4BD98EBB79C2}"/>
              </a:ext>
            </a:extLst>
          </p:cNvPr>
          <p:cNvSpPr>
            <a:spLocks noGrp="1"/>
          </p:cNvSpPr>
          <p:nvPr>
            <p:ph type="ctrTitle" hasCustomPrompt="1"/>
          </p:nvPr>
        </p:nvSpPr>
        <p:spPr>
          <a:xfrm>
            <a:off x="1314449" y="2286000"/>
            <a:ext cx="9614289" cy="1625600"/>
          </a:xfrm>
        </p:spPr>
        <p:txBody>
          <a:bodyPr anchor="t"/>
          <a:lstStyle>
            <a:lvl1pPr algn="l">
              <a:defRPr sz="4800"/>
            </a:lvl1pPr>
          </a:lstStyle>
          <a:p>
            <a:r>
              <a:rPr lang="en-US" dirty="0"/>
              <a:t>Enter presentation title</a:t>
            </a:r>
          </a:p>
        </p:txBody>
      </p:sp>
      <p:sp>
        <p:nvSpPr>
          <p:cNvPr id="3" name="Subtitle 2">
            <a:extLst>
              <a:ext uri="{FF2B5EF4-FFF2-40B4-BE49-F238E27FC236}">
                <a16:creationId xmlns:a16="http://schemas.microsoft.com/office/drawing/2014/main" id="{B9E13682-84F7-E822-DF44-9B2EC984C1E8}"/>
              </a:ext>
            </a:extLst>
          </p:cNvPr>
          <p:cNvSpPr>
            <a:spLocks noGrp="1"/>
          </p:cNvSpPr>
          <p:nvPr>
            <p:ph type="subTitle" idx="1" hasCustomPrompt="1"/>
          </p:nvPr>
        </p:nvSpPr>
        <p:spPr>
          <a:xfrm>
            <a:off x="1314449" y="1936749"/>
            <a:ext cx="9614288" cy="284162"/>
          </a:xfrm>
        </p:spPr>
        <p:txBody>
          <a:bodyPr/>
          <a:lstStyle>
            <a:lvl1pPr marL="0" indent="0" algn="l">
              <a:buNone/>
              <a:defRPr sz="1400" cap="all" spc="300" baseline="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sponsor information or eyebrow</a:t>
            </a:r>
          </a:p>
        </p:txBody>
      </p:sp>
      <p:sp>
        <p:nvSpPr>
          <p:cNvPr id="8" name="Text Placeholder 7">
            <a:extLst>
              <a:ext uri="{FF2B5EF4-FFF2-40B4-BE49-F238E27FC236}">
                <a16:creationId xmlns:a16="http://schemas.microsoft.com/office/drawing/2014/main" id="{B7E178D2-0792-2E7D-7AA2-C291F1D06D45}"/>
              </a:ext>
            </a:extLst>
          </p:cNvPr>
          <p:cNvSpPr>
            <a:spLocks noGrp="1"/>
          </p:cNvSpPr>
          <p:nvPr>
            <p:ph type="body" sz="quarter" idx="10" hasCustomPrompt="1"/>
          </p:nvPr>
        </p:nvSpPr>
        <p:spPr>
          <a:xfrm>
            <a:off x="1314449" y="4254500"/>
            <a:ext cx="2895603" cy="449262"/>
          </a:xfrm>
        </p:spPr>
        <p:txBody>
          <a:bodyPr/>
          <a:lstStyle>
            <a:lvl1pPr marL="0" indent="0">
              <a:spcAft>
                <a:spcPts val="1000"/>
              </a:spcAft>
              <a:buNone/>
              <a:defRPr sz="2000"/>
            </a:lvl1pPr>
            <a:lvl2pPr>
              <a:buNone/>
              <a:defRPr/>
            </a:lvl2pPr>
            <a:lvl3pPr>
              <a:buNone/>
              <a:defRPr/>
            </a:lvl3pPr>
            <a:lvl4pPr>
              <a:buNone/>
              <a:defRPr/>
            </a:lvl4pPr>
            <a:lvl5pPr>
              <a:buNone/>
              <a:defRPr/>
            </a:lvl5pPr>
          </a:lstStyle>
          <a:p>
            <a:pPr lvl="0"/>
            <a:r>
              <a:rPr lang="en-US" dirty="0"/>
              <a:t>Speaker name</a:t>
            </a:r>
          </a:p>
        </p:txBody>
      </p:sp>
      <p:sp>
        <p:nvSpPr>
          <p:cNvPr id="10" name="Text Placeholder 9">
            <a:extLst>
              <a:ext uri="{FF2B5EF4-FFF2-40B4-BE49-F238E27FC236}">
                <a16:creationId xmlns:a16="http://schemas.microsoft.com/office/drawing/2014/main" id="{B4F87544-BE6D-365A-B7D0-B676F66DD000}"/>
              </a:ext>
            </a:extLst>
          </p:cNvPr>
          <p:cNvSpPr>
            <a:spLocks noGrp="1"/>
          </p:cNvSpPr>
          <p:nvPr>
            <p:ph type="body" sz="quarter" idx="11" hasCustomPrompt="1"/>
          </p:nvPr>
        </p:nvSpPr>
        <p:spPr>
          <a:xfrm>
            <a:off x="1314449" y="1350935"/>
            <a:ext cx="9614289" cy="284162"/>
          </a:xfrm>
        </p:spPr>
        <p:txBody>
          <a:bodyPr/>
          <a:lstStyle>
            <a:lvl1pPr>
              <a:buNone/>
              <a:defRPr sz="1400" cap="all" spc="300" baseline="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a:buNone/>
              <a:defRPr sz="1800" cap="all" baseline="0"/>
            </a:lvl2pPr>
            <a:lvl3pPr>
              <a:buNone/>
              <a:defRPr sz="1600" cap="all" baseline="0"/>
            </a:lvl3pPr>
            <a:lvl4pPr>
              <a:buNone/>
              <a:defRPr sz="1400" cap="all" baseline="0"/>
            </a:lvl4pPr>
            <a:lvl5pPr>
              <a:buNone/>
              <a:defRPr sz="1400" cap="all" baseline="0"/>
            </a:lvl5pPr>
          </a:lstStyle>
          <a:p>
            <a:pPr lvl="0"/>
            <a:r>
              <a:rPr lang="en-US" dirty="0"/>
              <a:t>Enter session ID</a:t>
            </a:r>
          </a:p>
        </p:txBody>
      </p:sp>
      <p:sp>
        <p:nvSpPr>
          <p:cNvPr id="7" name="Rectangle 6">
            <a:extLst>
              <a:ext uri="{FF2B5EF4-FFF2-40B4-BE49-F238E27FC236}">
                <a16:creationId xmlns:a16="http://schemas.microsoft.com/office/drawing/2014/main" id="{B4510C90-EC06-4C5E-7B37-1E031B78BB29}"/>
              </a:ext>
            </a:extLst>
          </p:cNvPr>
          <p:cNvSpPr/>
          <p:nvPr userDrawn="1"/>
        </p:nvSpPr>
        <p:spPr bwMode="invGray">
          <a:xfrm>
            <a:off x="0" y="6172200"/>
            <a:ext cx="4178300" cy="685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3">
            <a:extLst>
              <a:ext uri="{FF2B5EF4-FFF2-40B4-BE49-F238E27FC236}">
                <a16:creationId xmlns:a16="http://schemas.microsoft.com/office/drawing/2014/main" id="{86471DAE-9D97-F746-1CF2-817D83D9E517}"/>
              </a:ext>
            </a:extLst>
          </p:cNvPr>
          <p:cNvSpPr txBox="1">
            <a:spLocks noChangeArrowheads="1"/>
          </p:cNvSpPr>
          <p:nvPr userDrawn="1"/>
        </p:nvSpPr>
        <p:spPr bwMode="white">
          <a:xfrm>
            <a:off x="1295400" y="6393144"/>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tx1"/>
                </a:solidFill>
                <a:latin typeface="+mn-lt"/>
                <a:ea typeface="+mn-ea"/>
                <a:cs typeface="+mn-cs"/>
              </a:rPr>
              <a:t>© 2026, Amazon Web Services, Inc. or its affiliates. All rights reserved.</a:t>
            </a:r>
          </a:p>
        </p:txBody>
      </p:sp>
      <p:sp>
        <p:nvSpPr>
          <p:cNvPr id="9" name="Text Placeholder 8">
            <a:extLst>
              <a:ext uri="{FF2B5EF4-FFF2-40B4-BE49-F238E27FC236}">
                <a16:creationId xmlns:a16="http://schemas.microsoft.com/office/drawing/2014/main" id="{D3E5260E-B3BD-B2D6-247F-2377276AFD16}"/>
              </a:ext>
            </a:extLst>
          </p:cNvPr>
          <p:cNvSpPr>
            <a:spLocks noGrp="1"/>
          </p:cNvSpPr>
          <p:nvPr>
            <p:ph type="body" sz="quarter" idx="12" hasCustomPrompt="1"/>
          </p:nvPr>
        </p:nvSpPr>
        <p:spPr>
          <a:xfrm>
            <a:off x="1314449" y="4714875"/>
            <a:ext cx="2895603" cy="971550"/>
          </a:xfrm>
        </p:spPr>
        <p:txBody>
          <a:bodyPr/>
          <a:lstStyle>
            <a:lvl1pPr marL="0" indent="0">
              <a:spcAft>
                <a:spcPts val="300"/>
              </a:spcAft>
              <a:buNone/>
              <a:defRPr sz="1400" cap="none" baseline="0">
                <a:latin typeface="Ember Modern Text" panose="020B0503020204020204" pitchFamily="34" charset="0"/>
                <a:ea typeface="Ember Modern SemiMono Beta 08" panose="020B0503020204020204" pitchFamily="34" charset="0"/>
                <a:cs typeface="Ember Modern SemiMono Beta 08" panose="020B0503020204020204" pitchFamily="34" charset="0"/>
              </a:defRPr>
            </a:lvl1pPr>
            <a:lvl2pPr>
              <a:buNone/>
              <a:defRPr/>
            </a:lvl2pPr>
            <a:lvl3pPr>
              <a:buNone/>
              <a:defRPr/>
            </a:lvl3pPr>
            <a:lvl4pPr>
              <a:buNone/>
              <a:defRPr/>
            </a:lvl4pPr>
            <a:lvl5pPr>
              <a:buNone/>
              <a:defRPr/>
            </a:lvl5pPr>
          </a:lstStyle>
          <a:p>
            <a:pPr lvl="0"/>
            <a:r>
              <a:rPr lang="en-US" dirty="0"/>
              <a:t>Job title</a:t>
            </a:r>
            <a:br>
              <a:rPr lang="en-US" dirty="0"/>
            </a:br>
            <a:r>
              <a:rPr lang="en-US" dirty="0"/>
              <a:t>Company</a:t>
            </a:r>
          </a:p>
        </p:txBody>
      </p:sp>
      <p:sp>
        <p:nvSpPr>
          <p:cNvPr id="12" name="Text Placeholder 11">
            <a:extLst>
              <a:ext uri="{FF2B5EF4-FFF2-40B4-BE49-F238E27FC236}">
                <a16:creationId xmlns:a16="http://schemas.microsoft.com/office/drawing/2014/main" id="{9D65A3C9-5ACC-232F-639E-998567491659}"/>
              </a:ext>
            </a:extLst>
          </p:cNvPr>
          <p:cNvSpPr>
            <a:spLocks noGrp="1"/>
          </p:cNvSpPr>
          <p:nvPr>
            <p:ph type="body" sz="quarter" idx="13" hasCustomPrompt="1"/>
          </p:nvPr>
        </p:nvSpPr>
        <p:spPr>
          <a:xfrm>
            <a:off x="4660899" y="4254500"/>
            <a:ext cx="2895603" cy="449262"/>
          </a:xfrm>
        </p:spPr>
        <p:txBody>
          <a:bodyPr/>
          <a:lstStyle>
            <a:lvl1pPr marL="0" indent="0">
              <a:buNone/>
              <a:defRPr sz="2000"/>
            </a:lvl1pPr>
          </a:lstStyle>
          <a:p>
            <a:pPr lvl="0"/>
            <a:r>
              <a:rPr lang="en-US" dirty="0"/>
              <a:t>Speaker name</a:t>
            </a:r>
          </a:p>
        </p:txBody>
      </p:sp>
      <p:sp>
        <p:nvSpPr>
          <p:cNvPr id="14" name="Text Placeholder 13">
            <a:extLst>
              <a:ext uri="{FF2B5EF4-FFF2-40B4-BE49-F238E27FC236}">
                <a16:creationId xmlns:a16="http://schemas.microsoft.com/office/drawing/2014/main" id="{83DA1D6B-100E-B5A6-2D4E-0290340C8377}"/>
              </a:ext>
            </a:extLst>
          </p:cNvPr>
          <p:cNvSpPr>
            <a:spLocks noGrp="1"/>
          </p:cNvSpPr>
          <p:nvPr>
            <p:ph type="body" sz="quarter" idx="14" hasCustomPrompt="1"/>
          </p:nvPr>
        </p:nvSpPr>
        <p:spPr>
          <a:xfrm>
            <a:off x="4660899" y="4714875"/>
            <a:ext cx="2895603" cy="971550"/>
          </a:xfrm>
        </p:spPr>
        <p:txBody>
          <a:bodyPr/>
          <a:lstStyle>
            <a:lvl1pPr marL="0" indent="0">
              <a:spcAft>
                <a:spcPts val="300"/>
              </a:spcAft>
              <a:buNone/>
              <a:defRPr sz="1400"/>
            </a:lvl1pPr>
          </a:lstStyle>
          <a:p>
            <a:pPr lvl="0"/>
            <a:r>
              <a:rPr lang="en-US" dirty="0"/>
              <a:t>Job title</a:t>
            </a:r>
            <a:br>
              <a:rPr lang="en-US" dirty="0"/>
            </a:br>
            <a:r>
              <a:rPr lang="en-US" dirty="0"/>
              <a:t>Company</a:t>
            </a:r>
          </a:p>
        </p:txBody>
      </p:sp>
      <p:sp>
        <p:nvSpPr>
          <p:cNvPr id="13" name="Text Placeholder 12">
            <a:extLst>
              <a:ext uri="{FF2B5EF4-FFF2-40B4-BE49-F238E27FC236}">
                <a16:creationId xmlns:a16="http://schemas.microsoft.com/office/drawing/2014/main" id="{580D5DB9-03D6-D905-FF79-EFAA738D1DE8}"/>
              </a:ext>
            </a:extLst>
          </p:cNvPr>
          <p:cNvSpPr>
            <a:spLocks noGrp="1"/>
          </p:cNvSpPr>
          <p:nvPr>
            <p:ph type="body" sz="quarter" idx="15" hasCustomPrompt="1"/>
          </p:nvPr>
        </p:nvSpPr>
        <p:spPr>
          <a:xfrm>
            <a:off x="8001384" y="4254500"/>
            <a:ext cx="2895603" cy="449262"/>
          </a:xfrm>
        </p:spPr>
        <p:txBody>
          <a:bodyPr/>
          <a:lstStyle>
            <a:lvl1pPr marL="0" indent="0">
              <a:buNone/>
              <a:defRPr sz="2000"/>
            </a:lvl1pPr>
          </a:lstStyle>
          <a:p>
            <a:pPr lvl="0"/>
            <a:r>
              <a:rPr lang="en-US" dirty="0"/>
              <a:t>Speaker name</a:t>
            </a:r>
          </a:p>
        </p:txBody>
      </p:sp>
      <p:sp>
        <p:nvSpPr>
          <p:cNvPr id="16" name="Text Placeholder 15">
            <a:extLst>
              <a:ext uri="{FF2B5EF4-FFF2-40B4-BE49-F238E27FC236}">
                <a16:creationId xmlns:a16="http://schemas.microsoft.com/office/drawing/2014/main" id="{447CCF6C-89A3-51EF-5914-13E85F3C106F}"/>
              </a:ext>
            </a:extLst>
          </p:cNvPr>
          <p:cNvSpPr>
            <a:spLocks noGrp="1"/>
          </p:cNvSpPr>
          <p:nvPr>
            <p:ph type="body" sz="quarter" idx="16" hasCustomPrompt="1"/>
          </p:nvPr>
        </p:nvSpPr>
        <p:spPr>
          <a:xfrm>
            <a:off x="8001384" y="4714875"/>
            <a:ext cx="2895603" cy="971550"/>
          </a:xfrm>
        </p:spPr>
        <p:txBody>
          <a:bodyPr/>
          <a:lstStyle>
            <a:lvl1pPr marL="0" indent="0">
              <a:spcAft>
                <a:spcPts val="300"/>
              </a:spcAft>
              <a:buNone/>
              <a:defRPr sz="1400"/>
            </a:lvl1pPr>
            <a:lvl2pPr>
              <a:buNone/>
              <a:defRPr/>
            </a:lvl2pPr>
            <a:lvl3pPr>
              <a:buNone/>
              <a:defRPr/>
            </a:lvl3pPr>
            <a:lvl4pPr>
              <a:buNone/>
              <a:defRPr/>
            </a:lvl4pPr>
            <a:lvl5pPr>
              <a:buNone/>
              <a:defRPr/>
            </a:lvl5pPr>
          </a:lstStyle>
          <a:p>
            <a:pPr lvl="0"/>
            <a:r>
              <a:rPr lang="en-US" dirty="0"/>
              <a:t>Job title</a:t>
            </a:r>
            <a:br>
              <a:rPr lang="en-US" dirty="0"/>
            </a:br>
            <a:r>
              <a:rPr lang="en-US" dirty="0"/>
              <a:t>Company</a:t>
            </a:r>
          </a:p>
        </p:txBody>
      </p:sp>
      <p:sp>
        <p:nvSpPr>
          <p:cNvPr id="4" name="Rectangle 3">
            <a:extLst>
              <a:ext uri="{FF2B5EF4-FFF2-40B4-BE49-F238E27FC236}">
                <a16:creationId xmlns:a16="http://schemas.microsoft.com/office/drawing/2014/main" id="{5E885733-44A6-C0F9-3276-9CA8E4D24DCB}"/>
              </a:ext>
            </a:extLst>
          </p:cNvPr>
          <p:cNvSpPr/>
          <p:nvPr userDrawn="1"/>
        </p:nvSpPr>
        <p:spPr>
          <a:xfrm>
            <a:off x="-1" y="-1"/>
            <a:ext cx="1143001" cy="114300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ADE17F9-7399-7900-AAEF-63D652A4BAD0}"/>
              </a:ext>
            </a:extLst>
          </p:cNvPr>
          <p:cNvSpPr/>
          <p:nvPr userDrawn="1"/>
        </p:nvSpPr>
        <p:spPr>
          <a:xfrm>
            <a:off x="0" y="0"/>
            <a:ext cx="1142694" cy="1142694"/>
          </a:xfrm>
          <a:prstGeom prst="rect">
            <a:avLst/>
          </a:prstGeom>
          <a:noFill/>
          <a:ln w="3833" cap="flat">
            <a:noFill/>
            <a:prstDash val="solid"/>
            <a:round/>
          </a:ln>
        </p:spPr>
        <p:txBody>
          <a:bodyPr/>
          <a:lstStyle/>
          <a:p>
            <a:endParaRPr lang="en-US"/>
          </a:p>
        </p:txBody>
      </p:sp>
      <p:grpSp>
        <p:nvGrpSpPr>
          <p:cNvPr id="6" name="Graphic 15">
            <a:extLst>
              <a:ext uri="{FF2B5EF4-FFF2-40B4-BE49-F238E27FC236}">
                <a16:creationId xmlns:a16="http://schemas.microsoft.com/office/drawing/2014/main" id="{C92F4C5B-F0EE-451D-D2F2-0CA7F65BCA86}"/>
              </a:ext>
            </a:extLst>
          </p:cNvPr>
          <p:cNvGrpSpPr/>
          <p:nvPr userDrawn="1"/>
        </p:nvGrpSpPr>
        <p:grpSpPr>
          <a:xfrm>
            <a:off x="194901" y="357329"/>
            <a:ext cx="753020" cy="467423"/>
            <a:chOff x="194901" y="357329"/>
            <a:chExt cx="753020" cy="467423"/>
          </a:xfrm>
        </p:grpSpPr>
        <p:sp>
          <p:nvSpPr>
            <p:cNvPr id="17" name="Freeform: Shape 16">
              <a:extLst>
                <a:ext uri="{FF2B5EF4-FFF2-40B4-BE49-F238E27FC236}">
                  <a16:creationId xmlns:a16="http://schemas.microsoft.com/office/drawing/2014/main" id="{B4657495-4F46-AF95-8F75-CF92CC06EFA8}"/>
                </a:ext>
              </a:extLst>
            </p:cNvPr>
            <p:cNvSpPr/>
            <p:nvPr/>
          </p:nvSpPr>
          <p:spPr>
            <a:xfrm>
              <a:off x="240184" y="357329"/>
              <a:ext cx="652393" cy="235567"/>
            </a:xfrm>
            <a:custGeom>
              <a:avLst/>
              <a:gdLst>
                <a:gd name="csX0" fmla="*/ 481155 w 652393"/>
                <a:gd name="csY0" fmla="*/ 166014 h 235567"/>
                <a:gd name="csX1" fmla="*/ 567984 w 652393"/>
                <a:gd name="csY1" fmla="*/ 236071 h 235567"/>
                <a:gd name="csX2" fmla="*/ 653050 w 652393"/>
                <a:gd name="csY2" fmla="*/ 162210 h 235567"/>
                <a:gd name="csX3" fmla="*/ 597249 w 652393"/>
                <a:gd name="csY3" fmla="*/ 97042 h 235567"/>
                <a:gd name="csX4" fmla="*/ 565400 w 652393"/>
                <a:gd name="csY4" fmla="*/ 89166 h 235567"/>
                <a:gd name="csX5" fmla="*/ 538999 w 652393"/>
                <a:gd name="csY5" fmla="*/ 65814 h 235567"/>
                <a:gd name="csX6" fmla="*/ 567305 w 652393"/>
                <a:gd name="csY6" fmla="*/ 43750 h 235567"/>
                <a:gd name="csX7" fmla="*/ 597449 w 652393"/>
                <a:gd name="csY7" fmla="*/ 68801 h 235567"/>
                <a:gd name="csX8" fmla="*/ 606161 w 652393"/>
                <a:gd name="csY8" fmla="*/ 75385 h 235567"/>
                <a:gd name="csX9" fmla="*/ 642363 w 652393"/>
                <a:gd name="csY9" fmla="*/ 69207 h 235567"/>
                <a:gd name="csX10" fmla="*/ 648149 w 652393"/>
                <a:gd name="csY10" fmla="*/ 59433 h 235567"/>
                <a:gd name="csX11" fmla="*/ 567305 w 652393"/>
                <a:gd name="csY11" fmla="*/ 504 h 235567"/>
                <a:gd name="csX12" fmla="*/ 484966 w 652393"/>
                <a:gd name="csY12" fmla="*/ 69342 h 235567"/>
                <a:gd name="csX13" fmla="*/ 547707 w 652393"/>
                <a:gd name="csY13" fmla="*/ 134786 h 235567"/>
                <a:gd name="csX14" fmla="*/ 571385 w 652393"/>
                <a:gd name="csY14" fmla="*/ 140488 h 235567"/>
                <a:gd name="csX15" fmla="*/ 599017 w 652393"/>
                <a:gd name="csY15" fmla="*/ 167575 h 235567"/>
                <a:gd name="csX16" fmla="*/ 568122 w 652393"/>
                <a:gd name="csY16" fmla="*/ 192760 h 235567"/>
                <a:gd name="csX17" fmla="*/ 531782 w 652393"/>
                <a:gd name="csY17" fmla="*/ 156646 h 235567"/>
                <a:gd name="csX18" fmla="*/ 523074 w 652393"/>
                <a:gd name="csY18" fmla="*/ 150059 h 235567"/>
                <a:gd name="csX19" fmla="*/ 486868 w 652393"/>
                <a:gd name="csY19" fmla="*/ 156240 h 235567"/>
                <a:gd name="csX20" fmla="*/ 481155 w 652393"/>
                <a:gd name="csY20" fmla="*/ 166014 h 235567"/>
                <a:gd name="csX21" fmla="*/ 192011 w 652393"/>
                <a:gd name="csY21" fmla="*/ 13269 h 235567"/>
                <a:gd name="csX22" fmla="*/ 241484 w 652393"/>
                <a:gd name="csY22" fmla="*/ 224940 h 235567"/>
                <a:gd name="csX23" fmla="*/ 249103 w 652393"/>
                <a:gd name="csY23" fmla="*/ 231186 h 235567"/>
                <a:gd name="csX24" fmla="*/ 298374 w 652393"/>
                <a:gd name="csY24" fmla="*/ 231186 h 235567"/>
                <a:gd name="csX25" fmla="*/ 305993 w 652393"/>
                <a:gd name="csY25" fmla="*/ 224940 h 235567"/>
                <a:gd name="csX26" fmla="*/ 333962 w 652393"/>
                <a:gd name="csY26" fmla="*/ 99213 h 235567"/>
                <a:gd name="csX27" fmla="*/ 336140 w 652393"/>
                <a:gd name="csY27" fmla="*/ 99213 h 235567"/>
                <a:gd name="csX28" fmla="*/ 364040 w 652393"/>
                <a:gd name="csY28" fmla="*/ 224940 h 235567"/>
                <a:gd name="csX29" fmla="*/ 371663 w 652393"/>
                <a:gd name="csY29" fmla="*/ 231186 h 235567"/>
                <a:gd name="csX30" fmla="*/ 420998 w 652393"/>
                <a:gd name="csY30" fmla="*/ 231186 h 235567"/>
                <a:gd name="csX31" fmla="*/ 428618 w 652393"/>
                <a:gd name="csY31" fmla="*/ 224940 h 235567"/>
                <a:gd name="csX32" fmla="*/ 478022 w 652393"/>
                <a:gd name="csY32" fmla="*/ 13269 h 235567"/>
                <a:gd name="csX33" fmla="*/ 471760 w 652393"/>
                <a:gd name="csY33" fmla="*/ 5393 h 235567"/>
                <a:gd name="csX34" fmla="*/ 428146 w 652393"/>
                <a:gd name="csY34" fmla="*/ 5393 h 235567"/>
                <a:gd name="csX35" fmla="*/ 420519 w 652393"/>
                <a:gd name="csY35" fmla="*/ 11912 h 235567"/>
                <a:gd name="csX36" fmla="*/ 394118 w 652393"/>
                <a:gd name="csY36" fmla="*/ 166083 h 235567"/>
                <a:gd name="csX37" fmla="*/ 391940 w 652393"/>
                <a:gd name="csY37" fmla="*/ 166083 h 235567"/>
                <a:gd name="csX38" fmla="*/ 362748 w 652393"/>
                <a:gd name="csY38" fmla="*/ 11639 h 235567"/>
                <a:gd name="csX39" fmla="*/ 354853 w 652393"/>
                <a:gd name="csY39" fmla="*/ 5393 h 235567"/>
                <a:gd name="csX40" fmla="*/ 315249 w 652393"/>
                <a:gd name="csY40" fmla="*/ 5393 h 235567"/>
                <a:gd name="csX41" fmla="*/ 307354 w 652393"/>
                <a:gd name="csY41" fmla="*/ 11639 h 235567"/>
                <a:gd name="csX42" fmla="*/ 278162 w 652393"/>
                <a:gd name="csY42" fmla="*/ 166083 h 235567"/>
                <a:gd name="csX43" fmla="*/ 275984 w 652393"/>
                <a:gd name="csY43" fmla="*/ 166083 h 235567"/>
                <a:gd name="csX44" fmla="*/ 249579 w 652393"/>
                <a:gd name="csY44" fmla="*/ 11912 h 235567"/>
                <a:gd name="csX45" fmla="*/ 241960 w 652393"/>
                <a:gd name="csY45" fmla="*/ 5393 h 235567"/>
                <a:gd name="csX46" fmla="*/ 198273 w 652393"/>
                <a:gd name="csY46" fmla="*/ 5393 h 235567"/>
                <a:gd name="csX47" fmla="*/ 192011 w 652393"/>
                <a:gd name="csY47" fmla="*/ 13269 h 235567"/>
                <a:gd name="csX48" fmla="*/ 57817 w 652393"/>
                <a:gd name="csY48" fmla="*/ 160922 h 235567"/>
                <a:gd name="csX49" fmla="*/ 108038 w 652393"/>
                <a:gd name="csY49" fmla="*/ 119513 h 235567"/>
                <a:gd name="csX50" fmla="*/ 123894 w 652393"/>
                <a:gd name="csY50" fmla="*/ 121142 h 235567"/>
                <a:gd name="csX51" fmla="*/ 123894 w 652393"/>
                <a:gd name="csY51" fmla="*/ 135395 h 235567"/>
                <a:gd name="csX52" fmla="*/ 87079 w 652393"/>
                <a:gd name="csY52" fmla="*/ 192760 h 235567"/>
                <a:gd name="csX53" fmla="*/ 57817 w 652393"/>
                <a:gd name="csY53" fmla="*/ 160922 h 235567"/>
                <a:gd name="csX54" fmla="*/ 65847 w 652393"/>
                <a:gd name="csY54" fmla="*/ 236071 h 235567"/>
                <a:gd name="csX55" fmla="*/ 123350 w 652393"/>
                <a:gd name="csY55" fmla="*/ 198600 h 235567"/>
                <a:gd name="csX56" fmla="*/ 125528 w 652393"/>
                <a:gd name="csY56" fmla="*/ 198600 h 235567"/>
                <a:gd name="csX57" fmla="*/ 130969 w 652393"/>
                <a:gd name="csY57" fmla="*/ 224127 h 235567"/>
                <a:gd name="csX58" fmla="*/ 138592 w 652393"/>
                <a:gd name="csY58" fmla="*/ 231186 h 235567"/>
                <a:gd name="csX59" fmla="*/ 172413 w 652393"/>
                <a:gd name="csY59" fmla="*/ 231186 h 235567"/>
                <a:gd name="csX60" fmla="*/ 179491 w 652393"/>
                <a:gd name="csY60" fmla="*/ 224127 h 235567"/>
                <a:gd name="csX61" fmla="*/ 179491 w 652393"/>
                <a:gd name="csY61" fmla="*/ 87605 h 235567"/>
                <a:gd name="csX62" fmla="*/ 92930 w 652393"/>
                <a:gd name="csY62" fmla="*/ 504 h 235567"/>
                <a:gd name="csX63" fmla="*/ 7527 w 652393"/>
                <a:gd name="csY63" fmla="*/ 59433 h 235567"/>
                <a:gd name="csX64" fmla="*/ 13313 w 652393"/>
                <a:gd name="csY64" fmla="*/ 69207 h 235567"/>
                <a:gd name="csX65" fmla="*/ 49515 w 652393"/>
                <a:gd name="csY65" fmla="*/ 75385 h 235567"/>
                <a:gd name="csX66" fmla="*/ 58224 w 652393"/>
                <a:gd name="csY66" fmla="*/ 68801 h 235567"/>
                <a:gd name="csX67" fmla="*/ 92930 w 652393"/>
                <a:gd name="csY67" fmla="*/ 43750 h 235567"/>
                <a:gd name="csX68" fmla="*/ 123894 w 652393"/>
                <a:gd name="csY68" fmla="*/ 80477 h 235567"/>
                <a:gd name="csX69" fmla="*/ 123894 w 652393"/>
                <a:gd name="csY69" fmla="*/ 90524 h 235567"/>
                <a:gd name="csX70" fmla="*/ 100009 w 652393"/>
                <a:gd name="csY70" fmla="*/ 88418 h 235567"/>
                <a:gd name="csX71" fmla="*/ 656 w 652393"/>
                <a:gd name="csY71" fmla="*/ 168254 h 235567"/>
                <a:gd name="csX72" fmla="*/ 65847 w 652393"/>
                <a:gd name="csY72" fmla="*/ 236071 h 2355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652393" h="235567">
                  <a:moveTo>
                    <a:pt x="481155" y="166014"/>
                  </a:moveTo>
                  <a:cubicBezTo>
                    <a:pt x="489867" y="210886"/>
                    <a:pt x="522253" y="236071"/>
                    <a:pt x="567984" y="236071"/>
                  </a:cubicBezTo>
                  <a:cubicBezTo>
                    <a:pt x="617799" y="236071"/>
                    <a:pt x="653050" y="204847"/>
                    <a:pt x="653050" y="162210"/>
                  </a:cubicBezTo>
                  <a:cubicBezTo>
                    <a:pt x="653050" y="127385"/>
                    <a:pt x="634471" y="106207"/>
                    <a:pt x="597249" y="97042"/>
                  </a:cubicBezTo>
                  <a:lnTo>
                    <a:pt x="565400" y="89166"/>
                  </a:lnTo>
                  <a:cubicBezTo>
                    <a:pt x="548386" y="84956"/>
                    <a:pt x="538999" y="78034"/>
                    <a:pt x="538999" y="65814"/>
                  </a:cubicBezTo>
                  <a:cubicBezTo>
                    <a:pt x="538999" y="53524"/>
                    <a:pt x="548589" y="43750"/>
                    <a:pt x="567305" y="43750"/>
                  </a:cubicBezTo>
                  <a:cubicBezTo>
                    <a:pt x="583434" y="43750"/>
                    <a:pt x="593162" y="53256"/>
                    <a:pt x="597449" y="68801"/>
                  </a:cubicBezTo>
                  <a:cubicBezTo>
                    <a:pt x="598948" y="74027"/>
                    <a:pt x="601740" y="76133"/>
                    <a:pt x="606161" y="75385"/>
                  </a:cubicBezTo>
                  <a:lnTo>
                    <a:pt x="642363" y="69207"/>
                  </a:lnTo>
                  <a:cubicBezTo>
                    <a:pt x="647129" y="68394"/>
                    <a:pt x="649441" y="64456"/>
                    <a:pt x="648149" y="59433"/>
                  </a:cubicBezTo>
                  <a:cubicBezTo>
                    <a:pt x="638214" y="20938"/>
                    <a:pt x="611061" y="504"/>
                    <a:pt x="567305" y="504"/>
                  </a:cubicBezTo>
                  <a:cubicBezTo>
                    <a:pt x="518242" y="504"/>
                    <a:pt x="484966" y="27591"/>
                    <a:pt x="484966" y="69342"/>
                  </a:cubicBezTo>
                  <a:cubicBezTo>
                    <a:pt x="484966" y="103829"/>
                    <a:pt x="504902" y="124467"/>
                    <a:pt x="547707" y="134786"/>
                  </a:cubicBezTo>
                  <a:lnTo>
                    <a:pt x="571385" y="140488"/>
                  </a:lnTo>
                  <a:cubicBezTo>
                    <a:pt x="591394" y="145308"/>
                    <a:pt x="599017" y="153521"/>
                    <a:pt x="599017" y="167575"/>
                  </a:cubicBezTo>
                  <a:cubicBezTo>
                    <a:pt x="599017" y="182169"/>
                    <a:pt x="587514" y="192760"/>
                    <a:pt x="568122" y="192760"/>
                  </a:cubicBezTo>
                  <a:cubicBezTo>
                    <a:pt x="550019" y="192760"/>
                    <a:pt x="537500" y="181356"/>
                    <a:pt x="531782" y="156646"/>
                  </a:cubicBezTo>
                  <a:cubicBezTo>
                    <a:pt x="530628" y="151485"/>
                    <a:pt x="527633" y="149246"/>
                    <a:pt x="523074" y="150059"/>
                  </a:cubicBezTo>
                  <a:lnTo>
                    <a:pt x="486868" y="156240"/>
                  </a:lnTo>
                  <a:cubicBezTo>
                    <a:pt x="482240" y="157053"/>
                    <a:pt x="479997" y="160853"/>
                    <a:pt x="481155" y="166014"/>
                  </a:cubicBezTo>
                  <a:moveTo>
                    <a:pt x="192011" y="13269"/>
                  </a:moveTo>
                  <a:lnTo>
                    <a:pt x="241484" y="224940"/>
                  </a:lnTo>
                  <a:cubicBezTo>
                    <a:pt x="242435" y="229284"/>
                    <a:pt x="245020" y="231186"/>
                    <a:pt x="249103" y="231186"/>
                  </a:cubicBezTo>
                  <a:lnTo>
                    <a:pt x="298374" y="231186"/>
                  </a:lnTo>
                  <a:cubicBezTo>
                    <a:pt x="302453" y="231186"/>
                    <a:pt x="305042" y="229284"/>
                    <a:pt x="305993" y="224940"/>
                  </a:cubicBezTo>
                  <a:lnTo>
                    <a:pt x="333962" y="99213"/>
                  </a:lnTo>
                  <a:lnTo>
                    <a:pt x="336140" y="99213"/>
                  </a:lnTo>
                  <a:lnTo>
                    <a:pt x="364040" y="224940"/>
                  </a:lnTo>
                  <a:cubicBezTo>
                    <a:pt x="364995" y="229284"/>
                    <a:pt x="367579" y="231186"/>
                    <a:pt x="371663" y="231186"/>
                  </a:cubicBezTo>
                  <a:lnTo>
                    <a:pt x="420998" y="231186"/>
                  </a:lnTo>
                  <a:cubicBezTo>
                    <a:pt x="425078" y="231186"/>
                    <a:pt x="427598" y="229284"/>
                    <a:pt x="428618" y="224940"/>
                  </a:cubicBezTo>
                  <a:lnTo>
                    <a:pt x="478022" y="13269"/>
                  </a:lnTo>
                  <a:cubicBezTo>
                    <a:pt x="479180" y="8380"/>
                    <a:pt x="476661" y="5393"/>
                    <a:pt x="471760" y="5393"/>
                  </a:cubicBezTo>
                  <a:lnTo>
                    <a:pt x="428146" y="5393"/>
                  </a:lnTo>
                  <a:cubicBezTo>
                    <a:pt x="423786" y="5393"/>
                    <a:pt x="421202" y="7839"/>
                    <a:pt x="420519" y="11912"/>
                  </a:cubicBezTo>
                  <a:lnTo>
                    <a:pt x="394118" y="166083"/>
                  </a:lnTo>
                  <a:lnTo>
                    <a:pt x="391940" y="166083"/>
                  </a:lnTo>
                  <a:lnTo>
                    <a:pt x="362748" y="11639"/>
                  </a:lnTo>
                  <a:cubicBezTo>
                    <a:pt x="361931" y="7567"/>
                    <a:pt x="358936" y="5393"/>
                    <a:pt x="354853" y="5393"/>
                  </a:cubicBezTo>
                  <a:lnTo>
                    <a:pt x="315249" y="5393"/>
                  </a:lnTo>
                  <a:cubicBezTo>
                    <a:pt x="311166" y="5393"/>
                    <a:pt x="308102" y="7567"/>
                    <a:pt x="307354" y="11639"/>
                  </a:cubicBezTo>
                  <a:lnTo>
                    <a:pt x="278162" y="166083"/>
                  </a:lnTo>
                  <a:lnTo>
                    <a:pt x="275984" y="166083"/>
                  </a:lnTo>
                  <a:lnTo>
                    <a:pt x="249579" y="11912"/>
                  </a:lnTo>
                  <a:cubicBezTo>
                    <a:pt x="248831" y="7839"/>
                    <a:pt x="246316" y="5393"/>
                    <a:pt x="241960" y="5393"/>
                  </a:cubicBezTo>
                  <a:lnTo>
                    <a:pt x="198273" y="5393"/>
                  </a:lnTo>
                  <a:cubicBezTo>
                    <a:pt x="193372" y="5393"/>
                    <a:pt x="190853" y="8380"/>
                    <a:pt x="192011" y="13269"/>
                  </a:cubicBezTo>
                  <a:moveTo>
                    <a:pt x="57817" y="160922"/>
                  </a:moveTo>
                  <a:cubicBezTo>
                    <a:pt x="57817" y="135330"/>
                    <a:pt x="77005" y="119513"/>
                    <a:pt x="108038" y="119513"/>
                  </a:cubicBezTo>
                  <a:cubicBezTo>
                    <a:pt x="113004" y="119513"/>
                    <a:pt x="118177" y="120053"/>
                    <a:pt x="123894" y="121142"/>
                  </a:cubicBezTo>
                  <a:lnTo>
                    <a:pt x="123894" y="135395"/>
                  </a:lnTo>
                  <a:cubicBezTo>
                    <a:pt x="123894" y="172261"/>
                    <a:pt x="110761" y="192760"/>
                    <a:pt x="87079" y="192760"/>
                  </a:cubicBezTo>
                  <a:cubicBezTo>
                    <a:pt x="69179" y="192760"/>
                    <a:pt x="57817" y="180405"/>
                    <a:pt x="57817" y="160922"/>
                  </a:cubicBezTo>
                  <a:moveTo>
                    <a:pt x="65847" y="236071"/>
                  </a:moveTo>
                  <a:cubicBezTo>
                    <a:pt x="92589" y="236071"/>
                    <a:pt x="113479" y="222497"/>
                    <a:pt x="123350" y="198600"/>
                  </a:cubicBezTo>
                  <a:lnTo>
                    <a:pt x="125528" y="198600"/>
                  </a:lnTo>
                  <a:lnTo>
                    <a:pt x="130969" y="224127"/>
                  </a:lnTo>
                  <a:cubicBezTo>
                    <a:pt x="131924" y="228740"/>
                    <a:pt x="134646" y="231186"/>
                    <a:pt x="138592" y="231186"/>
                  </a:cubicBezTo>
                  <a:lnTo>
                    <a:pt x="172413" y="231186"/>
                  </a:lnTo>
                  <a:cubicBezTo>
                    <a:pt x="176496" y="231186"/>
                    <a:pt x="179491" y="228199"/>
                    <a:pt x="179491" y="224127"/>
                  </a:cubicBezTo>
                  <a:lnTo>
                    <a:pt x="179491" y="87605"/>
                  </a:lnTo>
                  <a:cubicBezTo>
                    <a:pt x="179491" y="30375"/>
                    <a:pt x="149750" y="504"/>
                    <a:pt x="92930" y="504"/>
                  </a:cubicBezTo>
                  <a:cubicBezTo>
                    <a:pt x="48630" y="504"/>
                    <a:pt x="17328" y="22027"/>
                    <a:pt x="7527" y="59433"/>
                  </a:cubicBezTo>
                  <a:cubicBezTo>
                    <a:pt x="6304" y="64456"/>
                    <a:pt x="8547" y="68394"/>
                    <a:pt x="13313" y="69207"/>
                  </a:cubicBezTo>
                  <a:lnTo>
                    <a:pt x="49515" y="75385"/>
                  </a:lnTo>
                  <a:cubicBezTo>
                    <a:pt x="53937" y="76133"/>
                    <a:pt x="56728" y="74027"/>
                    <a:pt x="58224" y="68801"/>
                  </a:cubicBezTo>
                  <a:cubicBezTo>
                    <a:pt x="62852" y="52236"/>
                    <a:pt x="74555" y="43750"/>
                    <a:pt x="92930" y="43750"/>
                  </a:cubicBezTo>
                  <a:cubicBezTo>
                    <a:pt x="113479" y="43750"/>
                    <a:pt x="123894" y="56105"/>
                    <a:pt x="123894" y="80477"/>
                  </a:cubicBezTo>
                  <a:lnTo>
                    <a:pt x="123894" y="90524"/>
                  </a:lnTo>
                  <a:cubicBezTo>
                    <a:pt x="116950" y="89097"/>
                    <a:pt x="109534" y="88418"/>
                    <a:pt x="100009" y="88418"/>
                  </a:cubicBezTo>
                  <a:cubicBezTo>
                    <a:pt x="39170" y="88418"/>
                    <a:pt x="656" y="119375"/>
                    <a:pt x="656" y="168254"/>
                  </a:cubicBezTo>
                  <a:cubicBezTo>
                    <a:pt x="656" y="208850"/>
                    <a:pt x="26788" y="236071"/>
                    <a:pt x="65847" y="236071"/>
                  </a:cubicBezTo>
                </a:path>
              </a:pathLst>
            </a:custGeom>
            <a:solidFill>
              <a:srgbClr val="000000"/>
            </a:solidFill>
            <a:ln w="3833" cap="flat">
              <a:noFill/>
              <a:prstDash val="solid"/>
              <a:round/>
            </a:ln>
          </p:spPr>
          <p:txBody>
            <a:bodyPr/>
            <a:lstStyle/>
            <a:p>
              <a:endParaRPr lang="en-US"/>
            </a:p>
          </p:txBody>
        </p:sp>
        <p:sp>
          <p:nvSpPr>
            <p:cNvPr id="19" name="Freeform: Shape 18">
              <a:extLst>
                <a:ext uri="{FF2B5EF4-FFF2-40B4-BE49-F238E27FC236}">
                  <a16:creationId xmlns:a16="http://schemas.microsoft.com/office/drawing/2014/main" id="{9FCD9474-3992-576C-31D9-FA6C6BDC8E14}"/>
                </a:ext>
              </a:extLst>
            </p:cNvPr>
            <p:cNvSpPr/>
            <p:nvPr/>
          </p:nvSpPr>
          <p:spPr>
            <a:xfrm>
              <a:off x="194901" y="628148"/>
              <a:ext cx="753020" cy="196604"/>
            </a:xfrm>
            <a:custGeom>
              <a:avLst/>
              <a:gdLst>
                <a:gd name="csX0" fmla="*/ 605761 w 753020"/>
                <a:gd name="csY0" fmla="*/ 40048 h 196604"/>
                <a:gd name="csX1" fmla="*/ 628626 w 753020"/>
                <a:gd name="csY1" fmla="*/ 43851 h 196604"/>
                <a:gd name="csX2" fmla="*/ 709738 w 753020"/>
                <a:gd name="csY2" fmla="*/ 46026 h 196604"/>
                <a:gd name="csX3" fmla="*/ 683878 w 753020"/>
                <a:gd name="csY3" fmla="*/ 122870 h 196604"/>
                <a:gd name="csX4" fmla="*/ 680070 w 753020"/>
                <a:gd name="csY4" fmla="*/ 145678 h 196604"/>
                <a:gd name="csX5" fmla="*/ 685515 w 753020"/>
                <a:gd name="csY5" fmla="*/ 148124 h 196604"/>
                <a:gd name="csX6" fmla="*/ 708377 w 753020"/>
                <a:gd name="csY6" fmla="*/ 134274 h 196604"/>
                <a:gd name="csX7" fmla="*/ 746212 w 753020"/>
                <a:gd name="csY7" fmla="*/ 78880 h 196604"/>
                <a:gd name="csX8" fmla="*/ 749479 w 753020"/>
                <a:gd name="csY8" fmla="*/ 18053 h 196604"/>
                <a:gd name="csX9" fmla="*/ 691501 w 753020"/>
                <a:gd name="csY9" fmla="*/ 812 h 196604"/>
                <a:gd name="csX10" fmla="*/ 625903 w 753020"/>
                <a:gd name="csY10" fmla="*/ 16967 h 196604"/>
                <a:gd name="csX11" fmla="*/ 605761 w 753020"/>
                <a:gd name="csY11" fmla="*/ 40048 h 196604"/>
                <a:gd name="csX12" fmla="*/ 1755 w 753020"/>
                <a:gd name="csY12" fmla="*/ 28644 h 196604"/>
                <a:gd name="csX13" fmla="*/ 14551 w 753020"/>
                <a:gd name="csY13" fmla="*/ 49553 h 196604"/>
                <a:gd name="csX14" fmla="*/ 362417 w 753020"/>
                <a:gd name="csY14" fmla="*/ 197410 h 196604"/>
                <a:gd name="csX15" fmla="*/ 655299 w 753020"/>
                <a:gd name="csY15" fmla="*/ 103045 h 196604"/>
                <a:gd name="csX16" fmla="*/ 673536 w 753020"/>
                <a:gd name="csY16" fmla="*/ 77523 h 196604"/>
                <a:gd name="csX17" fmla="*/ 670541 w 753020"/>
                <a:gd name="csY17" fmla="*/ 70463 h 196604"/>
                <a:gd name="csX18" fmla="*/ 644685 w 753020"/>
                <a:gd name="csY18" fmla="*/ 74535 h 196604"/>
                <a:gd name="csX19" fmla="*/ 374392 w 753020"/>
                <a:gd name="csY19" fmla="*/ 131827 h 196604"/>
                <a:gd name="csX20" fmla="*/ 30065 w 753020"/>
                <a:gd name="csY20" fmla="*/ 24299 h 196604"/>
                <a:gd name="csX21" fmla="*/ 3933 w 753020"/>
                <a:gd name="csY21" fmla="*/ 15065 h 196604"/>
                <a:gd name="csX22" fmla="*/ 1755 w 753020"/>
                <a:gd name="csY22" fmla="*/ 28644 h 1966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753020" h="196604">
                  <a:moveTo>
                    <a:pt x="605761" y="40048"/>
                  </a:moveTo>
                  <a:cubicBezTo>
                    <a:pt x="608479" y="46294"/>
                    <a:pt x="616375" y="46428"/>
                    <a:pt x="628626" y="43851"/>
                  </a:cubicBezTo>
                  <a:cubicBezTo>
                    <a:pt x="661289" y="36926"/>
                    <a:pt x="702798" y="36109"/>
                    <a:pt x="709738" y="46026"/>
                  </a:cubicBezTo>
                  <a:cubicBezTo>
                    <a:pt x="716682" y="55934"/>
                    <a:pt x="701436" y="94494"/>
                    <a:pt x="683878" y="122870"/>
                  </a:cubicBezTo>
                  <a:cubicBezTo>
                    <a:pt x="677210" y="133595"/>
                    <a:pt x="674759" y="140386"/>
                    <a:pt x="680070" y="145678"/>
                  </a:cubicBezTo>
                  <a:cubicBezTo>
                    <a:pt x="681566" y="147173"/>
                    <a:pt x="683337" y="148124"/>
                    <a:pt x="685515" y="148124"/>
                  </a:cubicBezTo>
                  <a:cubicBezTo>
                    <a:pt x="692046" y="148124"/>
                    <a:pt x="700347" y="141333"/>
                    <a:pt x="708377" y="134274"/>
                  </a:cubicBezTo>
                  <a:cubicBezTo>
                    <a:pt x="725391" y="119204"/>
                    <a:pt x="738727" y="100334"/>
                    <a:pt x="746212" y="78880"/>
                  </a:cubicBezTo>
                  <a:cubicBezTo>
                    <a:pt x="753425" y="58242"/>
                    <a:pt x="757099" y="29188"/>
                    <a:pt x="749479" y="18053"/>
                  </a:cubicBezTo>
                  <a:cubicBezTo>
                    <a:pt x="742129" y="7462"/>
                    <a:pt x="713550" y="540"/>
                    <a:pt x="691501" y="812"/>
                  </a:cubicBezTo>
                  <a:cubicBezTo>
                    <a:pt x="668363" y="1081"/>
                    <a:pt x="646043" y="6376"/>
                    <a:pt x="625903" y="16967"/>
                  </a:cubicBezTo>
                  <a:cubicBezTo>
                    <a:pt x="613380" y="23755"/>
                    <a:pt x="601949" y="31358"/>
                    <a:pt x="605761" y="40048"/>
                  </a:cubicBezTo>
                  <a:moveTo>
                    <a:pt x="1755" y="28644"/>
                  </a:moveTo>
                  <a:cubicBezTo>
                    <a:pt x="3660" y="34346"/>
                    <a:pt x="8017" y="41543"/>
                    <a:pt x="14551" y="49553"/>
                  </a:cubicBezTo>
                  <a:cubicBezTo>
                    <a:pt x="98113" y="152465"/>
                    <a:pt x="232579" y="197410"/>
                    <a:pt x="362417" y="197410"/>
                  </a:cubicBezTo>
                  <a:cubicBezTo>
                    <a:pt x="475919" y="197410"/>
                    <a:pt x="585614" y="163328"/>
                    <a:pt x="655299" y="103045"/>
                  </a:cubicBezTo>
                  <a:cubicBezTo>
                    <a:pt x="667412" y="92592"/>
                    <a:pt x="673536" y="84037"/>
                    <a:pt x="673536" y="77523"/>
                  </a:cubicBezTo>
                  <a:cubicBezTo>
                    <a:pt x="673536" y="74804"/>
                    <a:pt x="672581" y="72495"/>
                    <a:pt x="670541" y="70463"/>
                  </a:cubicBezTo>
                  <a:cubicBezTo>
                    <a:pt x="664552" y="64217"/>
                    <a:pt x="655571" y="68833"/>
                    <a:pt x="644685" y="74535"/>
                  </a:cubicBezTo>
                  <a:cubicBezTo>
                    <a:pt x="579900" y="108475"/>
                    <a:pt x="480275" y="131827"/>
                    <a:pt x="374392" y="131827"/>
                  </a:cubicBezTo>
                  <a:cubicBezTo>
                    <a:pt x="254900" y="131827"/>
                    <a:pt x="126964" y="102232"/>
                    <a:pt x="30065" y="24299"/>
                  </a:cubicBezTo>
                  <a:cubicBezTo>
                    <a:pt x="20809" y="16967"/>
                    <a:pt x="10739" y="9770"/>
                    <a:pt x="3933" y="15065"/>
                  </a:cubicBezTo>
                  <a:cubicBezTo>
                    <a:pt x="1482" y="17102"/>
                    <a:pt x="-696" y="21040"/>
                    <a:pt x="1755" y="28644"/>
                  </a:cubicBezTo>
                </a:path>
              </a:pathLst>
            </a:custGeom>
            <a:solidFill>
              <a:schemeClr val="bg1"/>
            </a:solidFill>
            <a:ln w="3833" cap="flat">
              <a:noFill/>
              <a:prstDash val="solid"/>
              <a:round/>
            </a:ln>
          </p:spPr>
          <p:txBody>
            <a:bodyPr/>
            <a:lstStyle/>
            <a:p>
              <a:endParaRPr lang="en-US"/>
            </a:p>
          </p:txBody>
        </p:sp>
      </p:grpSp>
    </p:spTree>
    <p:extLst>
      <p:ext uri="{BB962C8B-B14F-4D97-AF65-F5344CB8AC3E}">
        <p14:creationId xmlns:p14="http://schemas.microsoft.com/office/powerpoint/2010/main" val="21954064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xmlns:asvg="http://schemas.microsoft.com/office/drawing/2016/SVG/main" xmlns:p15="http://schemas.microsoft.com/office/powerpoint/2012/main">
      <p:transition>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3AA6-DD5F-F1F0-685F-0E8D122DBF1F}"/>
              </a:ext>
            </a:extLst>
          </p:cNvPr>
          <p:cNvSpPr>
            <a:spLocks noGrp="1"/>
          </p:cNvSpPr>
          <p:nvPr>
            <p:ph type="title" hasCustomPrompt="1"/>
          </p:nvPr>
        </p:nvSpPr>
        <p:spPr>
          <a:xfrm>
            <a:off x="342900" y="2286000"/>
            <a:ext cx="3390900" cy="957316"/>
          </a:xfrm>
        </p:spPr>
        <p:txBody>
          <a:bodyPr/>
          <a:lstStyle>
            <a:lvl1pPr>
              <a:defRPr sz="5400"/>
            </a:lvl1pPr>
          </a:lstStyle>
          <a:p>
            <a:r>
              <a:rPr lang="en-US" dirty="0"/>
              <a:t>Agenda</a:t>
            </a:r>
          </a:p>
        </p:txBody>
      </p:sp>
      <p:sp>
        <p:nvSpPr>
          <p:cNvPr id="6" name="Text Placeholder 5">
            <a:extLst>
              <a:ext uri="{FF2B5EF4-FFF2-40B4-BE49-F238E27FC236}">
                <a16:creationId xmlns:a16="http://schemas.microsoft.com/office/drawing/2014/main" id="{399C131D-20E6-A2C3-745A-FFC34CE552BE}"/>
              </a:ext>
            </a:extLst>
          </p:cNvPr>
          <p:cNvSpPr>
            <a:spLocks noGrp="1"/>
          </p:cNvSpPr>
          <p:nvPr>
            <p:ph type="body" sz="quarter" idx="10" hasCustomPrompt="1"/>
          </p:nvPr>
        </p:nvSpPr>
        <p:spPr>
          <a:xfrm>
            <a:off x="4533904" y="2400300"/>
            <a:ext cx="7315196" cy="3771900"/>
          </a:xfrm>
        </p:spPr>
        <p:txBody>
          <a:bodyPr/>
          <a:lstStyle>
            <a:lvl1pPr marL="228600" marR="0" indent="-228600" algn="l" defTabSz="914400" rtl="0" eaLnBrk="1" fontAlgn="auto" latinLnBrk="0" hangingPunct="1">
              <a:lnSpc>
                <a:spcPct val="90000"/>
              </a:lnSpc>
              <a:spcBef>
                <a:spcPts val="0"/>
              </a:spcBef>
              <a:spcAft>
                <a:spcPts val="2000"/>
              </a:spcAft>
              <a:buClrTx/>
              <a:buSzPct val="85000"/>
              <a:buFont typeface="Wingdings" panose="05000000000000000000" pitchFamily="2" charset="2"/>
              <a:buChar char="§"/>
              <a:tabLst/>
              <a:defRPr sz="2400"/>
            </a:lvl1pPr>
            <a:lvl2pPr>
              <a:buNone/>
              <a:defRPr/>
            </a:lvl2pPr>
          </a:lstStyle>
          <a:p>
            <a:pPr marL="228600" marR="0" lvl="0" indent="-228600" algn="l" defTabSz="914400" rtl="0" eaLnBrk="1" fontAlgn="auto" latinLnBrk="0" hangingPunct="1">
              <a:lnSpc>
                <a:spcPct val="90000"/>
              </a:lnSpc>
              <a:spcBef>
                <a:spcPts val="0"/>
              </a:spcBef>
              <a:spcAft>
                <a:spcPts val="2400"/>
              </a:spcAft>
              <a:buClrTx/>
              <a:buSzPct val="85000"/>
              <a:buFont typeface="Wingdings" panose="05000000000000000000" pitchFamily="2" charset="2"/>
              <a:buChar char="§"/>
              <a:tabLst/>
              <a:defRPr/>
            </a:pPr>
            <a:r>
              <a:rPr lang="en-US" dirty="0"/>
              <a:t>Limit agenda items to four to five main, high-level topics</a:t>
            </a:r>
          </a:p>
          <a:p>
            <a:pPr lvl="0"/>
            <a:r>
              <a:rPr lang="en-US" dirty="0"/>
              <a:t>Enter agenda item</a:t>
            </a:r>
          </a:p>
          <a:p>
            <a:pPr lvl="0"/>
            <a:r>
              <a:rPr lang="en-US" dirty="0"/>
              <a:t>Enter agenda item </a:t>
            </a:r>
          </a:p>
          <a:p>
            <a:pPr lvl="0"/>
            <a:r>
              <a:rPr lang="en-US" dirty="0"/>
              <a:t>Enter agenda item</a:t>
            </a:r>
          </a:p>
          <a:p>
            <a:pPr lvl="0"/>
            <a:r>
              <a:rPr lang="en-US" dirty="0"/>
              <a:t>Enter agenda item</a:t>
            </a:r>
          </a:p>
        </p:txBody>
      </p:sp>
    </p:spTree>
    <p:extLst>
      <p:ext uri="{BB962C8B-B14F-4D97-AF65-F5344CB8AC3E}">
        <p14:creationId xmlns:p14="http://schemas.microsoft.com/office/powerpoint/2010/main" val="7382734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userDrawn="1">
          <p15:clr>
            <a:srgbClr val="FBAE40"/>
          </p15:clr>
        </p15:guide>
        <p15:guide id="2" pos="7680" userDrawn="1">
          <p15:clr>
            <a:srgbClr val="FBAE40"/>
          </p15:clr>
        </p15:guide>
        <p15:guide id="3" pos="240" userDrawn="1">
          <p15:clr>
            <a:srgbClr val="FBAE40"/>
          </p15:clr>
        </p15:guide>
        <p15:guide id="4" pos="480" userDrawn="1">
          <p15:clr>
            <a:srgbClr val="FBAE40"/>
          </p15:clr>
        </p15:guide>
        <p15:guide id="5" pos="720" userDrawn="1">
          <p15:clr>
            <a:srgbClr val="FBAE40"/>
          </p15:clr>
        </p15:guide>
        <p15:guide id="6" pos="960" userDrawn="1">
          <p15:clr>
            <a:srgbClr val="FBAE40"/>
          </p15:clr>
        </p15:guide>
        <p15:guide id="7" pos="1200" userDrawn="1">
          <p15:clr>
            <a:srgbClr val="FBAE40"/>
          </p15:clr>
        </p15:guide>
        <p15:guide id="8" pos="1440" userDrawn="1">
          <p15:clr>
            <a:srgbClr val="FBAE40"/>
          </p15:clr>
        </p15:guide>
        <p15:guide id="9" pos="1680" userDrawn="1">
          <p15:clr>
            <a:srgbClr val="FBAE40"/>
          </p15:clr>
        </p15:guide>
        <p15:guide id="10" pos="1920" userDrawn="1">
          <p15:clr>
            <a:srgbClr val="FBAE40"/>
          </p15:clr>
        </p15:guide>
        <p15:guide id="11" pos="2160" userDrawn="1">
          <p15:clr>
            <a:srgbClr val="FBAE40"/>
          </p15:clr>
        </p15:guide>
        <p15:guide id="12" pos="2400" userDrawn="1">
          <p15:clr>
            <a:srgbClr val="FBAE40"/>
          </p15:clr>
        </p15:guide>
        <p15:guide id="13" pos="2640" userDrawn="1">
          <p15:clr>
            <a:srgbClr val="FBAE40"/>
          </p15:clr>
        </p15:guide>
        <p15:guide id="14" pos="2880" userDrawn="1">
          <p15:clr>
            <a:srgbClr val="FBAE40"/>
          </p15:clr>
        </p15:guide>
        <p15:guide id="15" pos="3120" userDrawn="1">
          <p15:clr>
            <a:srgbClr val="FBAE40"/>
          </p15:clr>
        </p15:guide>
        <p15:guide id="16" pos="3360" userDrawn="1">
          <p15:clr>
            <a:srgbClr val="FBAE40"/>
          </p15:clr>
        </p15:guide>
        <p15:guide id="17" pos="3600" userDrawn="1">
          <p15:clr>
            <a:srgbClr val="FBAE40"/>
          </p15:clr>
        </p15:guide>
        <p15:guide id="18" pos="3840" userDrawn="1">
          <p15:clr>
            <a:srgbClr val="FBAE40"/>
          </p15:clr>
        </p15:guide>
        <p15:guide id="19" pos="4080" userDrawn="1">
          <p15:clr>
            <a:srgbClr val="FBAE40"/>
          </p15:clr>
        </p15:guide>
        <p15:guide id="20" pos="4320" userDrawn="1">
          <p15:clr>
            <a:srgbClr val="FBAE40"/>
          </p15:clr>
        </p15:guide>
        <p15:guide id="21" pos="4560" userDrawn="1">
          <p15:clr>
            <a:srgbClr val="FBAE40"/>
          </p15:clr>
        </p15:guide>
        <p15:guide id="22" pos="4800" userDrawn="1">
          <p15:clr>
            <a:srgbClr val="FBAE40"/>
          </p15:clr>
        </p15:guide>
        <p15:guide id="23" pos="5040" userDrawn="1">
          <p15:clr>
            <a:srgbClr val="FBAE40"/>
          </p15:clr>
        </p15:guide>
        <p15:guide id="25" pos="5520" userDrawn="1">
          <p15:clr>
            <a:srgbClr val="FBAE40"/>
          </p15:clr>
        </p15:guide>
        <p15:guide id="26" pos="5760" userDrawn="1">
          <p15:clr>
            <a:srgbClr val="FBAE40"/>
          </p15:clr>
        </p15:guide>
        <p15:guide id="27" pos="6000" userDrawn="1">
          <p15:clr>
            <a:srgbClr val="FBAE40"/>
          </p15:clr>
        </p15:guide>
        <p15:guide id="28" pos="6240" userDrawn="1">
          <p15:clr>
            <a:srgbClr val="FBAE40"/>
          </p15:clr>
        </p15:guide>
        <p15:guide id="29" pos="6480" userDrawn="1">
          <p15:clr>
            <a:srgbClr val="FBAE40"/>
          </p15:clr>
        </p15:guide>
        <p15:guide id="30" pos="6720" userDrawn="1">
          <p15:clr>
            <a:srgbClr val="FBAE40"/>
          </p15:clr>
        </p15:guide>
        <p15:guide id="31" pos="6960" userDrawn="1">
          <p15:clr>
            <a:srgbClr val="FBAE40"/>
          </p15:clr>
        </p15:guide>
        <p15:guide id="32" pos="7200" userDrawn="1">
          <p15:clr>
            <a:srgbClr val="FBAE40"/>
          </p15:clr>
        </p15:guide>
        <p15:guide id="33" pos="7440" userDrawn="1">
          <p15:clr>
            <a:srgbClr val="FBAE40"/>
          </p15:clr>
        </p15:guide>
        <p15:guide id="34" orient="horz" userDrawn="1">
          <p15:clr>
            <a:srgbClr val="FBAE40"/>
          </p15:clr>
        </p15:guide>
        <p15:guide id="35" orient="horz" pos="4320" userDrawn="1">
          <p15:clr>
            <a:srgbClr val="FBAE40"/>
          </p15:clr>
        </p15:guide>
        <p15:guide id="36" orient="horz" pos="240" userDrawn="1">
          <p15:clr>
            <a:srgbClr val="FBAE40"/>
          </p15:clr>
        </p15:guide>
        <p15:guide id="37" orient="horz" pos="480" userDrawn="1">
          <p15:clr>
            <a:srgbClr val="FBAE40"/>
          </p15:clr>
        </p15:guide>
        <p15:guide id="38" orient="horz" pos="720" userDrawn="1">
          <p15:clr>
            <a:srgbClr val="FBAE40"/>
          </p15:clr>
        </p15:guide>
        <p15:guide id="39" orient="horz" pos="960" userDrawn="1">
          <p15:clr>
            <a:srgbClr val="FBAE40"/>
          </p15:clr>
        </p15:guide>
        <p15:guide id="40" orient="horz" pos="1200" userDrawn="1">
          <p15:clr>
            <a:srgbClr val="FBAE40"/>
          </p15:clr>
        </p15:guide>
        <p15:guide id="41" orient="horz" pos="1440" userDrawn="1">
          <p15:clr>
            <a:srgbClr val="FBAE40"/>
          </p15:clr>
        </p15:guide>
        <p15:guide id="42" orient="horz" pos="1680" userDrawn="1">
          <p15:clr>
            <a:srgbClr val="FBAE40"/>
          </p15:clr>
        </p15:guide>
        <p15:guide id="43" orient="horz" pos="1920" userDrawn="1">
          <p15:clr>
            <a:srgbClr val="FBAE40"/>
          </p15:clr>
        </p15:guide>
        <p15:guide id="44" orient="horz" pos="2160" userDrawn="1">
          <p15:clr>
            <a:srgbClr val="FBAE40"/>
          </p15:clr>
        </p15:guide>
        <p15:guide id="45" orient="horz" pos="2400" userDrawn="1">
          <p15:clr>
            <a:srgbClr val="FBAE40"/>
          </p15:clr>
        </p15:guide>
        <p15:guide id="46" orient="horz" pos="2640" userDrawn="1">
          <p15:clr>
            <a:srgbClr val="FBAE40"/>
          </p15:clr>
        </p15:guide>
        <p15:guide id="47" orient="horz" pos="2880" userDrawn="1">
          <p15:clr>
            <a:srgbClr val="FBAE40"/>
          </p15:clr>
        </p15:guide>
        <p15:guide id="48" orient="horz" pos="3120" userDrawn="1">
          <p15:clr>
            <a:srgbClr val="FBAE40"/>
          </p15:clr>
        </p15:guide>
        <p15:guide id="49" orient="horz" pos="3360" userDrawn="1">
          <p15:clr>
            <a:srgbClr val="FBAE40"/>
          </p15:clr>
        </p15:guide>
        <p15:guide id="50" orient="horz" pos="3600" userDrawn="1">
          <p15:clr>
            <a:srgbClr val="FBAE40"/>
          </p15:clr>
        </p15:guide>
        <p15:guide id="51" orient="horz" pos="3840" userDrawn="1">
          <p15:clr>
            <a:srgbClr val="FBAE40"/>
          </p15:clr>
        </p15:guide>
        <p15:guide id="52" orient="horz" pos="40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3AA6-DD5F-F1F0-685F-0E8D122DBF1F}"/>
              </a:ext>
            </a:extLst>
          </p:cNvPr>
          <p:cNvSpPr>
            <a:spLocks noGrp="1"/>
          </p:cNvSpPr>
          <p:nvPr>
            <p:ph type="title" hasCustomPrompt="1"/>
          </p:nvPr>
        </p:nvSpPr>
        <p:spPr/>
        <p:txBody>
          <a:bodyPr/>
          <a:lstStyle>
            <a:lvl1pPr>
              <a:defRPr/>
            </a:lvl1pPr>
          </a:lstStyle>
          <a:p>
            <a:r>
              <a:rPr lang="en-US" dirty="0"/>
              <a:t>Enter slide title</a:t>
            </a:r>
          </a:p>
        </p:txBody>
      </p:sp>
    </p:spTree>
    <p:extLst>
      <p:ext uri="{BB962C8B-B14F-4D97-AF65-F5344CB8AC3E}">
        <p14:creationId xmlns:p14="http://schemas.microsoft.com/office/powerpoint/2010/main" val="3019395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Whi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3AA6-DD5F-F1F0-685F-0E8D122DBF1F}"/>
              </a:ext>
            </a:extLst>
          </p:cNvPr>
          <p:cNvSpPr>
            <a:spLocks noGrp="1"/>
          </p:cNvSpPr>
          <p:nvPr>
            <p:ph type="title" hasCustomPrompt="1"/>
          </p:nvPr>
        </p:nvSpPr>
        <p:spPr/>
        <p:txBody>
          <a:bodyPr/>
          <a:lstStyle>
            <a:lvl1pPr>
              <a:defRPr/>
            </a:lvl1pPr>
          </a:lstStyle>
          <a:p>
            <a:r>
              <a:rPr lang="en-US" dirty="0"/>
              <a:t>Enter slide title</a:t>
            </a:r>
          </a:p>
        </p:txBody>
      </p:sp>
      <p:sp>
        <p:nvSpPr>
          <p:cNvPr id="3" name="Rectangle 2">
            <a:extLst>
              <a:ext uri="{FF2B5EF4-FFF2-40B4-BE49-F238E27FC236}">
                <a16:creationId xmlns:a16="http://schemas.microsoft.com/office/drawing/2014/main" id="{8792B83F-9360-1E1E-0F3F-AED872662D5C}"/>
              </a:ext>
            </a:extLst>
          </p:cNvPr>
          <p:cNvSpPr/>
          <p:nvPr userDrawn="1"/>
        </p:nvSpPr>
        <p:spPr>
          <a:xfrm>
            <a:off x="0" y="5895821"/>
            <a:ext cx="4523543" cy="96217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4" name="TextBox 3">
            <a:extLst>
              <a:ext uri="{FF2B5EF4-FFF2-40B4-BE49-F238E27FC236}">
                <a16:creationId xmlns:a16="http://schemas.microsoft.com/office/drawing/2014/main" id="{FD7EBF9C-4B64-50C3-CFC2-AF08E033747E}"/>
              </a:ext>
            </a:extLst>
          </p:cNvPr>
          <p:cNvSpPr txBox="1">
            <a:spLocks noChangeArrowheads="1"/>
          </p:cNvSpPr>
          <p:nvPr userDrawn="1"/>
        </p:nvSpPr>
        <p:spPr bwMode="white">
          <a:xfrm>
            <a:off x="968081" y="6355044"/>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tx1"/>
                </a:solidFill>
                <a:latin typeface="+mn-lt"/>
                <a:ea typeface="+mn-ea"/>
                <a:cs typeface="+mn-cs"/>
              </a:rPr>
              <a:t>© 2026, Amazon Web Services, Inc. or its affiliates. All rights reserved.</a:t>
            </a:r>
          </a:p>
        </p:txBody>
      </p:sp>
      <p:sp>
        <p:nvSpPr>
          <p:cNvPr id="5" name="Rectangle 4">
            <a:extLst>
              <a:ext uri="{FF2B5EF4-FFF2-40B4-BE49-F238E27FC236}">
                <a16:creationId xmlns:a16="http://schemas.microsoft.com/office/drawing/2014/main" id="{2F44D3A3-1E1E-8A92-E723-5E445A2A760D}"/>
              </a:ext>
            </a:extLst>
          </p:cNvPr>
          <p:cNvSpPr/>
          <p:nvPr userDrawn="1"/>
        </p:nvSpPr>
        <p:spPr>
          <a:xfrm>
            <a:off x="233363" y="6096443"/>
            <a:ext cx="669691" cy="669691"/>
          </a:xfrm>
          <a:prstGeom prst="rect">
            <a:avLst/>
          </a:prstGeom>
          <a:noFill/>
          <a:ln w="2238" cap="flat">
            <a:noFill/>
            <a:prstDash val="solid"/>
            <a:round/>
          </a:ln>
        </p:spPr>
        <p:txBody>
          <a:bodyPr/>
          <a:lstStyle/>
          <a:p>
            <a:endParaRPr lang="en-US"/>
          </a:p>
        </p:txBody>
      </p:sp>
      <p:grpSp>
        <p:nvGrpSpPr>
          <p:cNvPr id="6" name="Graphic 36">
            <a:extLst>
              <a:ext uri="{FF2B5EF4-FFF2-40B4-BE49-F238E27FC236}">
                <a16:creationId xmlns:a16="http://schemas.microsoft.com/office/drawing/2014/main" id="{C019BCC3-1636-FAFB-6A40-ABAB3A872829}"/>
              </a:ext>
            </a:extLst>
          </p:cNvPr>
          <p:cNvGrpSpPr/>
          <p:nvPr userDrawn="1"/>
        </p:nvGrpSpPr>
        <p:grpSpPr>
          <a:xfrm>
            <a:off x="347587" y="6305861"/>
            <a:ext cx="441318" cy="273939"/>
            <a:chOff x="347587" y="6305861"/>
            <a:chExt cx="441318" cy="273939"/>
          </a:xfrm>
        </p:grpSpPr>
        <p:sp>
          <p:nvSpPr>
            <p:cNvPr id="7" name="Freeform: Shape 6">
              <a:extLst>
                <a:ext uri="{FF2B5EF4-FFF2-40B4-BE49-F238E27FC236}">
                  <a16:creationId xmlns:a16="http://schemas.microsoft.com/office/drawing/2014/main" id="{51DB2A27-9240-053E-7D40-7F41F9628086}"/>
                </a:ext>
              </a:extLst>
            </p:cNvPr>
            <p:cNvSpPr/>
            <p:nvPr/>
          </p:nvSpPr>
          <p:spPr>
            <a:xfrm>
              <a:off x="374126" y="6305861"/>
              <a:ext cx="382344" cy="138057"/>
            </a:xfrm>
            <a:custGeom>
              <a:avLst/>
              <a:gdLst>
                <a:gd name="csX0" fmla="*/ 282259 w 382344"/>
                <a:gd name="csY0" fmla="*/ 97504 h 138057"/>
                <a:gd name="csX1" fmla="*/ 333146 w 382344"/>
                <a:gd name="csY1" fmla="*/ 138561 h 138057"/>
                <a:gd name="csX2" fmla="*/ 383000 w 382344"/>
                <a:gd name="csY2" fmla="*/ 95274 h 138057"/>
                <a:gd name="csX3" fmla="*/ 350298 w 382344"/>
                <a:gd name="csY3" fmla="*/ 57082 h 138057"/>
                <a:gd name="csX4" fmla="*/ 331632 w 382344"/>
                <a:gd name="csY4" fmla="*/ 52466 h 138057"/>
                <a:gd name="csX5" fmla="*/ 316159 w 382344"/>
                <a:gd name="csY5" fmla="*/ 38780 h 138057"/>
                <a:gd name="csX6" fmla="*/ 332749 w 382344"/>
                <a:gd name="csY6" fmla="*/ 25849 h 138057"/>
                <a:gd name="csX7" fmla="*/ 350415 w 382344"/>
                <a:gd name="csY7" fmla="*/ 40530 h 138057"/>
                <a:gd name="csX8" fmla="*/ 355520 w 382344"/>
                <a:gd name="csY8" fmla="*/ 44389 h 138057"/>
                <a:gd name="csX9" fmla="*/ 376737 w 382344"/>
                <a:gd name="csY9" fmla="*/ 40768 h 138057"/>
                <a:gd name="csX10" fmla="*/ 380128 w 382344"/>
                <a:gd name="csY10" fmla="*/ 35040 h 138057"/>
                <a:gd name="csX11" fmla="*/ 332749 w 382344"/>
                <a:gd name="csY11" fmla="*/ 504 h 138057"/>
                <a:gd name="csX12" fmla="*/ 284493 w 382344"/>
                <a:gd name="csY12" fmla="*/ 40847 h 138057"/>
                <a:gd name="csX13" fmla="*/ 321263 w 382344"/>
                <a:gd name="csY13" fmla="*/ 79202 h 138057"/>
                <a:gd name="csX14" fmla="*/ 335140 w 382344"/>
                <a:gd name="csY14" fmla="*/ 82543 h 138057"/>
                <a:gd name="csX15" fmla="*/ 351334 w 382344"/>
                <a:gd name="csY15" fmla="*/ 98418 h 138057"/>
                <a:gd name="csX16" fmla="*/ 333227 w 382344"/>
                <a:gd name="csY16" fmla="*/ 113178 h 138057"/>
                <a:gd name="csX17" fmla="*/ 311930 w 382344"/>
                <a:gd name="csY17" fmla="*/ 92013 h 138057"/>
                <a:gd name="csX18" fmla="*/ 306826 w 382344"/>
                <a:gd name="csY18" fmla="*/ 88153 h 138057"/>
                <a:gd name="csX19" fmla="*/ 285607 w 382344"/>
                <a:gd name="csY19" fmla="*/ 91775 h 138057"/>
                <a:gd name="csX20" fmla="*/ 282259 w 382344"/>
                <a:gd name="csY20" fmla="*/ 97504 h 138057"/>
                <a:gd name="csX21" fmla="*/ 112802 w 382344"/>
                <a:gd name="csY21" fmla="*/ 7985 h 138057"/>
                <a:gd name="csX22" fmla="*/ 141797 w 382344"/>
                <a:gd name="csY22" fmla="*/ 132038 h 138057"/>
                <a:gd name="csX23" fmla="*/ 146262 w 382344"/>
                <a:gd name="csY23" fmla="*/ 135698 h 138057"/>
                <a:gd name="csX24" fmla="*/ 175137 w 382344"/>
                <a:gd name="csY24" fmla="*/ 135698 h 138057"/>
                <a:gd name="csX25" fmla="*/ 179603 w 382344"/>
                <a:gd name="csY25" fmla="*/ 132038 h 138057"/>
                <a:gd name="csX26" fmla="*/ 195994 w 382344"/>
                <a:gd name="csY26" fmla="*/ 58354 h 138057"/>
                <a:gd name="csX27" fmla="*/ 197271 w 382344"/>
                <a:gd name="csY27" fmla="*/ 58354 h 138057"/>
                <a:gd name="csX28" fmla="*/ 213622 w 382344"/>
                <a:gd name="csY28" fmla="*/ 132038 h 138057"/>
                <a:gd name="csX29" fmla="*/ 218090 w 382344"/>
                <a:gd name="csY29" fmla="*/ 135698 h 138057"/>
                <a:gd name="csX30" fmla="*/ 247003 w 382344"/>
                <a:gd name="csY30" fmla="*/ 135698 h 138057"/>
                <a:gd name="csX31" fmla="*/ 251469 w 382344"/>
                <a:gd name="csY31" fmla="*/ 132038 h 138057"/>
                <a:gd name="csX32" fmla="*/ 280423 w 382344"/>
                <a:gd name="csY32" fmla="*/ 7985 h 138057"/>
                <a:gd name="csX33" fmla="*/ 276753 w 382344"/>
                <a:gd name="csY33" fmla="*/ 3369 h 138057"/>
                <a:gd name="csX34" fmla="*/ 251192 w 382344"/>
                <a:gd name="csY34" fmla="*/ 3369 h 138057"/>
                <a:gd name="csX35" fmla="*/ 246722 w 382344"/>
                <a:gd name="csY35" fmla="*/ 7190 h 138057"/>
                <a:gd name="csX36" fmla="*/ 231250 w 382344"/>
                <a:gd name="csY36" fmla="*/ 97544 h 138057"/>
                <a:gd name="csX37" fmla="*/ 229973 w 382344"/>
                <a:gd name="csY37" fmla="*/ 97544 h 138057"/>
                <a:gd name="csX38" fmla="*/ 212865 w 382344"/>
                <a:gd name="csY38" fmla="*/ 7030 h 138057"/>
                <a:gd name="csX39" fmla="*/ 208238 w 382344"/>
                <a:gd name="csY39" fmla="*/ 3369 h 138057"/>
                <a:gd name="csX40" fmla="*/ 185028 w 382344"/>
                <a:gd name="csY40" fmla="*/ 3369 h 138057"/>
                <a:gd name="csX41" fmla="*/ 180400 w 382344"/>
                <a:gd name="csY41" fmla="*/ 7030 h 138057"/>
                <a:gd name="csX42" fmla="*/ 163292 w 382344"/>
                <a:gd name="csY42" fmla="*/ 97544 h 138057"/>
                <a:gd name="csX43" fmla="*/ 162015 w 382344"/>
                <a:gd name="csY43" fmla="*/ 97544 h 138057"/>
                <a:gd name="csX44" fmla="*/ 146541 w 382344"/>
                <a:gd name="csY44" fmla="*/ 7190 h 138057"/>
                <a:gd name="csX45" fmla="*/ 142075 w 382344"/>
                <a:gd name="csY45" fmla="*/ 3369 h 138057"/>
                <a:gd name="csX46" fmla="*/ 116472 w 382344"/>
                <a:gd name="csY46" fmla="*/ 3369 h 138057"/>
                <a:gd name="csX47" fmla="*/ 112802 w 382344"/>
                <a:gd name="csY47" fmla="*/ 7985 h 138057"/>
                <a:gd name="csX48" fmla="*/ 34156 w 382344"/>
                <a:gd name="csY48" fmla="*/ 94519 h 138057"/>
                <a:gd name="csX49" fmla="*/ 63589 w 382344"/>
                <a:gd name="csY49" fmla="*/ 70251 h 138057"/>
                <a:gd name="csX50" fmla="*/ 72881 w 382344"/>
                <a:gd name="csY50" fmla="*/ 71206 h 138057"/>
                <a:gd name="csX51" fmla="*/ 72881 w 382344"/>
                <a:gd name="csY51" fmla="*/ 79559 h 138057"/>
                <a:gd name="csX52" fmla="*/ 51305 w 382344"/>
                <a:gd name="csY52" fmla="*/ 113178 h 138057"/>
                <a:gd name="csX53" fmla="*/ 34156 w 382344"/>
                <a:gd name="csY53" fmla="*/ 94519 h 138057"/>
                <a:gd name="csX54" fmla="*/ 38862 w 382344"/>
                <a:gd name="csY54" fmla="*/ 138561 h 138057"/>
                <a:gd name="csX55" fmla="*/ 72562 w 382344"/>
                <a:gd name="csY55" fmla="*/ 116601 h 138057"/>
                <a:gd name="csX56" fmla="*/ 73839 w 382344"/>
                <a:gd name="csY56" fmla="*/ 116601 h 138057"/>
                <a:gd name="csX57" fmla="*/ 77028 w 382344"/>
                <a:gd name="csY57" fmla="*/ 131561 h 138057"/>
                <a:gd name="csX58" fmla="*/ 81495 w 382344"/>
                <a:gd name="csY58" fmla="*/ 135698 h 138057"/>
                <a:gd name="csX59" fmla="*/ 101316 w 382344"/>
                <a:gd name="csY59" fmla="*/ 135698 h 138057"/>
                <a:gd name="csX60" fmla="*/ 105465 w 382344"/>
                <a:gd name="csY60" fmla="*/ 131561 h 138057"/>
                <a:gd name="csX61" fmla="*/ 105465 w 382344"/>
                <a:gd name="csY61" fmla="*/ 51551 h 138057"/>
                <a:gd name="csX62" fmla="*/ 54734 w 382344"/>
                <a:gd name="csY62" fmla="*/ 504 h 138057"/>
                <a:gd name="csX63" fmla="*/ 4683 w 382344"/>
                <a:gd name="csY63" fmla="*/ 35040 h 138057"/>
                <a:gd name="csX64" fmla="*/ 8074 w 382344"/>
                <a:gd name="csY64" fmla="*/ 40768 h 138057"/>
                <a:gd name="csX65" fmla="*/ 29291 w 382344"/>
                <a:gd name="csY65" fmla="*/ 44389 h 138057"/>
                <a:gd name="csX66" fmla="*/ 34394 w 382344"/>
                <a:gd name="csY66" fmla="*/ 40530 h 138057"/>
                <a:gd name="csX67" fmla="*/ 54734 w 382344"/>
                <a:gd name="csY67" fmla="*/ 25849 h 138057"/>
                <a:gd name="csX68" fmla="*/ 72881 w 382344"/>
                <a:gd name="csY68" fmla="*/ 47373 h 138057"/>
                <a:gd name="csX69" fmla="*/ 72881 w 382344"/>
                <a:gd name="csY69" fmla="*/ 53261 h 138057"/>
                <a:gd name="csX70" fmla="*/ 58883 w 382344"/>
                <a:gd name="csY70" fmla="*/ 52027 h 138057"/>
                <a:gd name="csX71" fmla="*/ 656 w 382344"/>
                <a:gd name="csY71" fmla="*/ 98816 h 138057"/>
                <a:gd name="csX72" fmla="*/ 38862 w 382344"/>
                <a:gd name="csY72" fmla="*/ 138561 h 138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382344" h="138057">
                  <a:moveTo>
                    <a:pt x="282259" y="97504"/>
                  </a:moveTo>
                  <a:cubicBezTo>
                    <a:pt x="287365" y="123801"/>
                    <a:pt x="306345" y="138561"/>
                    <a:pt x="333146" y="138561"/>
                  </a:cubicBezTo>
                  <a:cubicBezTo>
                    <a:pt x="362341" y="138561"/>
                    <a:pt x="383000" y="120262"/>
                    <a:pt x="383000" y="95274"/>
                  </a:cubicBezTo>
                  <a:cubicBezTo>
                    <a:pt x="383000" y="74864"/>
                    <a:pt x="372112" y="62453"/>
                    <a:pt x="350298" y="57082"/>
                  </a:cubicBezTo>
                  <a:lnTo>
                    <a:pt x="331632" y="52466"/>
                  </a:lnTo>
                  <a:cubicBezTo>
                    <a:pt x="321661" y="49998"/>
                    <a:pt x="316159" y="45942"/>
                    <a:pt x="316159" y="38780"/>
                  </a:cubicBezTo>
                  <a:cubicBezTo>
                    <a:pt x="316159" y="31577"/>
                    <a:pt x="321780" y="25849"/>
                    <a:pt x="332749" y="25849"/>
                  </a:cubicBezTo>
                  <a:cubicBezTo>
                    <a:pt x="342201" y="25849"/>
                    <a:pt x="347902" y="31420"/>
                    <a:pt x="350415" y="40530"/>
                  </a:cubicBezTo>
                  <a:cubicBezTo>
                    <a:pt x="351293" y="43593"/>
                    <a:pt x="352929" y="44827"/>
                    <a:pt x="355520" y="44389"/>
                  </a:cubicBezTo>
                  <a:lnTo>
                    <a:pt x="376737" y="40768"/>
                  </a:lnTo>
                  <a:cubicBezTo>
                    <a:pt x="379530" y="40292"/>
                    <a:pt x="380886" y="37984"/>
                    <a:pt x="380128" y="35040"/>
                  </a:cubicBezTo>
                  <a:cubicBezTo>
                    <a:pt x="374305" y="12480"/>
                    <a:pt x="358392" y="504"/>
                    <a:pt x="332749" y="504"/>
                  </a:cubicBezTo>
                  <a:cubicBezTo>
                    <a:pt x="303995" y="504"/>
                    <a:pt x="284493" y="16379"/>
                    <a:pt x="284493" y="40847"/>
                  </a:cubicBezTo>
                  <a:cubicBezTo>
                    <a:pt x="284493" y="61059"/>
                    <a:pt x="296176" y="73154"/>
                    <a:pt x="321263" y="79202"/>
                  </a:cubicBezTo>
                  <a:lnTo>
                    <a:pt x="335140" y="82543"/>
                  </a:lnTo>
                  <a:cubicBezTo>
                    <a:pt x="346866" y="85368"/>
                    <a:pt x="351334" y="90182"/>
                    <a:pt x="351334" y="98418"/>
                  </a:cubicBezTo>
                  <a:cubicBezTo>
                    <a:pt x="351334" y="106971"/>
                    <a:pt x="344592" y="113178"/>
                    <a:pt x="333227" y="113178"/>
                  </a:cubicBezTo>
                  <a:cubicBezTo>
                    <a:pt x="322618" y="113178"/>
                    <a:pt x="315280" y="106495"/>
                    <a:pt x="311930" y="92013"/>
                  </a:cubicBezTo>
                  <a:cubicBezTo>
                    <a:pt x="311253" y="88989"/>
                    <a:pt x="309498" y="87676"/>
                    <a:pt x="306826" y="88153"/>
                  </a:cubicBezTo>
                  <a:lnTo>
                    <a:pt x="285607" y="91775"/>
                  </a:lnTo>
                  <a:cubicBezTo>
                    <a:pt x="282895" y="92252"/>
                    <a:pt x="281580" y="94479"/>
                    <a:pt x="282259" y="97504"/>
                  </a:cubicBezTo>
                  <a:moveTo>
                    <a:pt x="112802" y="7985"/>
                  </a:moveTo>
                  <a:lnTo>
                    <a:pt x="141797" y="132038"/>
                  </a:lnTo>
                  <a:cubicBezTo>
                    <a:pt x="142354" y="134584"/>
                    <a:pt x="143869" y="135698"/>
                    <a:pt x="146262" y="135698"/>
                  </a:cubicBezTo>
                  <a:lnTo>
                    <a:pt x="175137" y="135698"/>
                  </a:lnTo>
                  <a:cubicBezTo>
                    <a:pt x="177528" y="135698"/>
                    <a:pt x="179045" y="134584"/>
                    <a:pt x="179603" y="132038"/>
                  </a:cubicBezTo>
                  <a:lnTo>
                    <a:pt x="195994" y="58354"/>
                  </a:lnTo>
                  <a:lnTo>
                    <a:pt x="197271" y="58354"/>
                  </a:lnTo>
                  <a:lnTo>
                    <a:pt x="213622" y="132038"/>
                  </a:lnTo>
                  <a:cubicBezTo>
                    <a:pt x="214182" y="134584"/>
                    <a:pt x="215696" y="135698"/>
                    <a:pt x="218090" y="135698"/>
                  </a:cubicBezTo>
                  <a:lnTo>
                    <a:pt x="247003" y="135698"/>
                  </a:lnTo>
                  <a:cubicBezTo>
                    <a:pt x="249394" y="135698"/>
                    <a:pt x="250871" y="134584"/>
                    <a:pt x="251469" y="132038"/>
                  </a:cubicBezTo>
                  <a:lnTo>
                    <a:pt x="280423" y="7985"/>
                  </a:lnTo>
                  <a:cubicBezTo>
                    <a:pt x="281101" y="5120"/>
                    <a:pt x="279625" y="3369"/>
                    <a:pt x="276753" y="3369"/>
                  </a:cubicBezTo>
                  <a:lnTo>
                    <a:pt x="251192" y="3369"/>
                  </a:lnTo>
                  <a:cubicBezTo>
                    <a:pt x="248637" y="3369"/>
                    <a:pt x="247122" y="4803"/>
                    <a:pt x="246722" y="7190"/>
                  </a:cubicBezTo>
                  <a:lnTo>
                    <a:pt x="231250" y="97544"/>
                  </a:lnTo>
                  <a:lnTo>
                    <a:pt x="229973" y="97544"/>
                  </a:lnTo>
                  <a:lnTo>
                    <a:pt x="212865" y="7030"/>
                  </a:lnTo>
                  <a:cubicBezTo>
                    <a:pt x="212386" y="4643"/>
                    <a:pt x="210631" y="3369"/>
                    <a:pt x="208238" y="3369"/>
                  </a:cubicBezTo>
                  <a:lnTo>
                    <a:pt x="185028" y="3369"/>
                  </a:lnTo>
                  <a:cubicBezTo>
                    <a:pt x="182634" y="3369"/>
                    <a:pt x="180839" y="4643"/>
                    <a:pt x="180400" y="7030"/>
                  </a:cubicBezTo>
                  <a:lnTo>
                    <a:pt x="163292" y="97544"/>
                  </a:lnTo>
                  <a:lnTo>
                    <a:pt x="162015" y="97544"/>
                  </a:lnTo>
                  <a:lnTo>
                    <a:pt x="146541" y="7190"/>
                  </a:lnTo>
                  <a:cubicBezTo>
                    <a:pt x="146102" y="4803"/>
                    <a:pt x="144628" y="3369"/>
                    <a:pt x="142075" y="3369"/>
                  </a:cubicBezTo>
                  <a:lnTo>
                    <a:pt x="116472" y="3369"/>
                  </a:lnTo>
                  <a:cubicBezTo>
                    <a:pt x="113600" y="3369"/>
                    <a:pt x="112123" y="5120"/>
                    <a:pt x="112802" y="7985"/>
                  </a:cubicBezTo>
                  <a:moveTo>
                    <a:pt x="34156" y="94519"/>
                  </a:moveTo>
                  <a:cubicBezTo>
                    <a:pt x="34156" y="79521"/>
                    <a:pt x="45401" y="70251"/>
                    <a:pt x="63589" y="70251"/>
                  </a:cubicBezTo>
                  <a:cubicBezTo>
                    <a:pt x="66499" y="70251"/>
                    <a:pt x="69531" y="70568"/>
                    <a:pt x="72881" y="71206"/>
                  </a:cubicBezTo>
                  <a:lnTo>
                    <a:pt x="72881" y="79559"/>
                  </a:lnTo>
                  <a:cubicBezTo>
                    <a:pt x="72881" y="101164"/>
                    <a:pt x="65184" y="113178"/>
                    <a:pt x="51305" y="113178"/>
                  </a:cubicBezTo>
                  <a:cubicBezTo>
                    <a:pt x="40815" y="113178"/>
                    <a:pt x="34156" y="105938"/>
                    <a:pt x="34156" y="94519"/>
                  </a:cubicBezTo>
                  <a:moveTo>
                    <a:pt x="38862" y="138561"/>
                  </a:moveTo>
                  <a:cubicBezTo>
                    <a:pt x="54534" y="138561"/>
                    <a:pt x="66778" y="130606"/>
                    <a:pt x="72562" y="116601"/>
                  </a:cubicBezTo>
                  <a:lnTo>
                    <a:pt x="73839" y="116601"/>
                  </a:lnTo>
                  <a:lnTo>
                    <a:pt x="77028" y="131561"/>
                  </a:lnTo>
                  <a:cubicBezTo>
                    <a:pt x="77587" y="134265"/>
                    <a:pt x="79183" y="135698"/>
                    <a:pt x="81495" y="135698"/>
                  </a:cubicBezTo>
                  <a:lnTo>
                    <a:pt x="101316" y="135698"/>
                  </a:lnTo>
                  <a:cubicBezTo>
                    <a:pt x="103710" y="135698"/>
                    <a:pt x="105465" y="133948"/>
                    <a:pt x="105465" y="131561"/>
                  </a:cubicBezTo>
                  <a:lnTo>
                    <a:pt x="105465" y="51551"/>
                  </a:lnTo>
                  <a:cubicBezTo>
                    <a:pt x="105465" y="18010"/>
                    <a:pt x="88035" y="504"/>
                    <a:pt x="54734" y="504"/>
                  </a:cubicBezTo>
                  <a:cubicBezTo>
                    <a:pt x="28771" y="504"/>
                    <a:pt x="10427" y="13118"/>
                    <a:pt x="4683" y="35040"/>
                  </a:cubicBezTo>
                  <a:cubicBezTo>
                    <a:pt x="3966" y="37984"/>
                    <a:pt x="5281" y="40292"/>
                    <a:pt x="8074" y="40768"/>
                  </a:cubicBezTo>
                  <a:lnTo>
                    <a:pt x="29291" y="44389"/>
                  </a:lnTo>
                  <a:cubicBezTo>
                    <a:pt x="31882" y="44827"/>
                    <a:pt x="33518" y="43593"/>
                    <a:pt x="34394" y="40530"/>
                  </a:cubicBezTo>
                  <a:cubicBezTo>
                    <a:pt x="37107" y="30822"/>
                    <a:pt x="43965" y="25849"/>
                    <a:pt x="54734" y="25849"/>
                  </a:cubicBezTo>
                  <a:cubicBezTo>
                    <a:pt x="66778" y="25849"/>
                    <a:pt x="72881" y="33089"/>
                    <a:pt x="72881" y="47373"/>
                  </a:cubicBezTo>
                  <a:lnTo>
                    <a:pt x="72881" y="53261"/>
                  </a:lnTo>
                  <a:cubicBezTo>
                    <a:pt x="68811" y="52425"/>
                    <a:pt x="64465" y="52027"/>
                    <a:pt x="58883" y="52027"/>
                  </a:cubicBezTo>
                  <a:cubicBezTo>
                    <a:pt x="23227" y="52027"/>
                    <a:pt x="656" y="70170"/>
                    <a:pt x="656" y="98816"/>
                  </a:cubicBezTo>
                  <a:cubicBezTo>
                    <a:pt x="656" y="122608"/>
                    <a:pt x="15971" y="138561"/>
                    <a:pt x="38862" y="138561"/>
                  </a:cubicBezTo>
                </a:path>
              </a:pathLst>
            </a:custGeom>
            <a:solidFill>
              <a:schemeClr val="tx1"/>
            </a:solidFill>
            <a:ln w="2238" cap="flat">
              <a:noFill/>
              <a:prstDash val="solid"/>
              <a:round/>
            </a:ln>
          </p:spPr>
          <p:txBody>
            <a:bodyPr/>
            <a:lstStyle/>
            <a:p>
              <a:endParaRPr lang="en-US"/>
            </a:p>
          </p:txBody>
        </p:sp>
        <p:sp>
          <p:nvSpPr>
            <p:cNvPr id="8" name="Freeform: Shape 7">
              <a:extLst>
                <a:ext uri="{FF2B5EF4-FFF2-40B4-BE49-F238E27FC236}">
                  <a16:creationId xmlns:a16="http://schemas.microsoft.com/office/drawing/2014/main" id="{104ECBF3-CA4E-4253-7837-0340E6AE0CA7}"/>
                </a:ext>
              </a:extLst>
            </p:cNvPr>
            <p:cNvSpPr/>
            <p:nvPr/>
          </p:nvSpPr>
          <p:spPr>
            <a:xfrm>
              <a:off x="347587" y="6464577"/>
              <a:ext cx="441318" cy="115222"/>
            </a:xfrm>
            <a:custGeom>
              <a:avLst/>
              <a:gdLst>
                <a:gd name="csX0" fmla="*/ 355296 w 441318"/>
                <a:gd name="csY0" fmla="*/ 23803 h 115222"/>
                <a:gd name="csX1" fmla="*/ 368697 w 441318"/>
                <a:gd name="csY1" fmla="*/ 26033 h 115222"/>
                <a:gd name="csX2" fmla="*/ 416234 w 441318"/>
                <a:gd name="csY2" fmla="*/ 27307 h 115222"/>
                <a:gd name="csX3" fmla="*/ 401078 w 441318"/>
                <a:gd name="csY3" fmla="*/ 72343 h 115222"/>
                <a:gd name="csX4" fmla="*/ 398846 w 441318"/>
                <a:gd name="csY4" fmla="*/ 85710 h 115222"/>
                <a:gd name="csX5" fmla="*/ 402037 w 441318"/>
                <a:gd name="csY5" fmla="*/ 87143 h 115222"/>
                <a:gd name="csX6" fmla="*/ 415436 w 441318"/>
                <a:gd name="csY6" fmla="*/ 79026 h 115222"/>
                <a:gd name="csX7" fmla="*/ 437610 w 441318"/>
                <a:gd name="csY7" fmla="*/ 46562 h 115222"/>
                <a:gd name="csX8" fmla="*/ 439524 w 441318"/>
                <a:gd name="csY8" fmla="*/ 10913 h 115222"/>
                <a:gd name="csX9" fmla="*/ 405545 w 441318"/>
                <a:gd name="csY9" fmla="*/ 809 h 115222"/>
                <a:gd name="csX10" fmla="*/ 367101 w 441318"/>
                <a:gd name="csY10" fmla="*/ 10277 h 115222"/>
                <a:gd name="csX11" fmla="*/ 355296 w 441318"/>
                <a:gd name="csY11" fmla="*/ 23803 h 115222"/>
                <a:gd name="csX12" fmla="*/ 1310 w 441318"/>
                <a:gd name="csY12" fmla="*/ 17120 h 115222"/>
                <a:gd name="csX13" fmla="*/ 8809 w 441318"/>
                <a:gd name="csY13" fmla="*/ 29375 h 115222"/>
                <a:gd name="csX14" fmla="*/ 212681 w 441318"/>
                <a:gd name="csY14" fmla="*/ 116028 h 115222"/>
                <a:gd name="csX15" fmla="*/ 384329 w 441318"/>
                <a:gd name="csY15" fmla="*/ 60724 h 115222"/>
                <a:gd name="csX16" fmla="*/ 395017 w 441318"/>
                <a:gd name="csY16" fmla="*/ 45766 h 115222"/>
                <a:gd name="csX17" fmla="*/ 393262 w 441318"/>
                <a:gd name="csY17" fmla="*/ 41629 h 115222"/>
                <a:gd name="csX18" fmla="*/ 378108 w 441318"/>
                <a:gd name="csY18" fmla="*/ 44016 h 115222"/>
                <a:gd name="csX19" fmla="*/ 219699 w 441318"/>
                <a:gd name="csY19" fmla="*/ 77592 h 115222"/>
                <a:gd name="csX20" fmla="*/ 17902 w 441318"/>
                <a:gd name="csY20" fmla="*/ 14574 h 115222"/>
                <a:gd name="csX21" fmla="*/ 2587 w 441318"/>
                <a:gd name="csY21" fmla="*/ 9162 h 115222"/>
                <a:gd name="csX22" fmla="*/ 1310 w 441318"/>
                <a:gd name="csY22" fmla="*/ 17120 h 1152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41318" h="115222">
                  <a:moveTo>
                    <a:pt x="355296" y="23803"/>
                  </a:moveTo>
                  <a:cubicBezTo>
                    <a:pt x="356889" y="27464"/>
                    <a:pt x="361517" y="27543"/>
                    <a:pt x="368697" y="26033"/>
                  </a:cubicBezTo>
                  <a:cubicBezTo>
                    <a:pt x="387839" y="21974"/>
                    <a:pt x="412166" y="21496"/>
                    <a:pt x="416234" y="27307"/>
                  </a:cubicBezTo>
                  <a:cubicBezTo>
                    <a:pt x="420303" y="33114"/>
                    <a:pt x="411368" y="55713"/>
                    <a:pt x="401078" y="72343"/>
                  </a:cubicBezTo>
                  <a:cubicBezTo>
                    <a:pt x="397170" y="78628"/>
                    <a:pt x="395734" y="82608"/>
                    <a:pt x="398846" y="85710"/>
                  </a:cubicBezTo>
                  <a:cubicBezTo>
                    <a:pt x="399723" y="86586"/>
                    <a:pt x="400761" y="87143"/>
                    <a:pt x="402037" y="87143"/>
                  </a:cubicBezTo>
                  <a:cubicBezTo>
                    <a:pt x="405865" y="87143"/>
                    <a:pt x="410730" y="83163"/>
                    <a:pt x="415436" y="79026"/>
                  </a:cubicBezTo>
                  <a:cubicBezTo>
                    <a:pt x="425407" y="70194"/>
                    <a:pt x="433223" y="59135"/>
                    <a:pt x="437610" y="46562"/>
                  </a:cubicBezTo>
                  <a:cubicBezTo>
                    <a:pt x="441837" y="34467"/>
                    <a:pt x="443990" y="17439"/>
                    <a:pt x="439524" y="10913"/>
                  </a:cubicBezTo>
                  <a:cubicBezTo>
                    <a:pt x="435216" y="4706"/>
                    <a:pt x="418467" y="650"/>
                    <a:pt x="405545" y="809"/>
                  </a:cubicBezTo>
                  <a:cubicBezTo>
                    <a:pt x="391985" y="967"/>
                    <a:pt x="378904" y="4070"/>
                    <a:pt x="367101" y="10277"/>
                  </a:cubicBezTo>
                  <a:cubicBezTo>
                    <a:pt x="359761" y="14255"/>
                    <a:pt x="353062" y="18711"/>
                    <a:pt x="355296" y="23803"/>
                  </a:cubicBezTo>
                  <a:moveTo>
                    <a:pt x="1310" y="17120"/>
                  </a:moveTo>
                  <a:cubicBezTo>
                    <a:pt x="2427" y="20462"/>
                    <a:pt x="4980" y="24680"/>
                    <a:pt x="8809" y="29375"/>
                  </a:cubicBezTo>
                  <a:cubicBezTo>
                    <a:pt x="57782" y="89687"/>
                    <a:pt x="136588" y="116028"/>
                    <a:pt x="212681" y="116028"/>
                  </a:cubicBezTo>
                  <a:cubicBezTo>
                    <a:pt x="279201" y="116028"/>
                    <a:pt x="343489" y="96054"/>
                    <a:pt x="384329" y="60724"/>
                  </a:cubicBezTo>
                  <a:cubicBezTo>
                    <a:pt x="391428" y="54598"/>
                    <a:pt x="395017" y="49584"/>
                    <a:pt x="395017" y="45766"/>
                  </a:cubicBezTo>
                  <a:cubicBezTo>
                    <a:pt x="395017" y="44173"/>
                    <a:pt x="394457" y="42820"/>
                    <a:pt x="393262" y="41629"/>
                  </a:cubicBezTo>
                  <a:cubicBezTo>
                    <a:pt x="389752" y="37968"/>
                    <a:pt x="384488" y="40674"/>
                    <a:pt x="378108" y="44016"/>
                  </a:cubicBezTo>
                  <a:cubicBezTo>
                    <a:pt x="340140" y="63906"/>
                    <a:pt x="281754" y="77592"/>
                    <a:pt x="219699" y="77592"/>
                  </a:cubicBezTo>
                  <a:cubicBezTo>
                    <a:pt x="149669" y="77592"/>
                    <a:pt x="74691" y="60248"/>
                    <a:pt x="17902" y="14574"/>
                  </a:cubicBezTo>
                  <a:cubicBezTo>
                    <a:pt x="12477" y="10277"/>
                    <a:pt x="6575" y="6059"/>
                    <a:pt x="2587" y="9162"/>
                  </a:cubicBezTo>
                  <a:cubicBezTo>
                    <a:pt x="1151" y="10356"/>
                    <a:pt x="-126" y="12664"/>
                    <a:pt x="1310" y="17120"/>
                  </a:cubicBezTo>
                </a:path>
              </a:pathLst>
            </a:custGeom>
            <a:solidFill>
              <a:srgbClr val="F47722"/>
            </a:solidFill>
            <a:ln w="2238" cap="flat">
              <a:noFill/>
              <a:prstDash val="solid"/>
              <a:round/>
            </a:ln>
          </p:spPr>
          <p:txBody>
            <a:bodyPr/>
            <a:lstStyle/>
            <a:p>
              <a:endParaRPr lang="en-US"/>
            </a:p>
          </p:txBody>
        </p:sp>
      </p:grpSp>
    </p:spTree>
    <p:extLst>
      <p:ext uri="{BB962C8B-B14F-4D97-AF65-F5344CB8AC3E}">
        <p14:creationId xmlns:p14="http://schemas.microsoft.com/office/powerpoint/2010/main" val="21673511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with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3AA6-DD5F-F1F0-685F-0E8D122DBF1F}"/>
              </a:ext>
            </a:extLst>
          </p:cNvPr>
          <p:cNvSpPr>
            <a:spLocks noGrp="1"/>
          </p:cNvSpPr>
          <p:nvPr>
            <p:ph type="title" hasCustomPrompt="1"/>
          </p:nvPr>
        </p:nvSpPr>
        <p:spPr/>
        <p:txBody>
          <a:bodyPr/>
          <a:lstStyle>
            <a:lvl1pPr>
              <a:defRPr/>
            </a:lvl1pPr>
          </a:lstStyle>
          <a:p>
            <a:r>
              <a:rPr lang="en-US" dirty="0"/>
              <a:t>Enter slide title</a:t>
            </a:r>
          </a:p>
        </p:txBody>
      </p:sp>
      <p:sp>
        <p:nvSpPr>
          <p:cNvPr id="41" name="Rectangle 40">
            <a:extLst>
              <a:ext uri="{FF2B5EF4-FFF2-40B4-BE49-F238E27FC236}">
                <a16:creationId xmlns:a16="http://schemas.microsoft.com/office/drawing/2014/main" id="{4A989FB3-DA73-91BF-9053-94F67CC5B1B6}"/>
              </a:ext>
            </a:extLst>
          </p:cNvPr>
          <p:cNvSpPr/>
          <p:nvPr userDrawn="1"/>
        </p:nvSpPr>
        <p:spPr>
          <a:xfrm>
            <a:off x="10668000" y="3801642"/>
            <a:ext cx="1524000" cy="1524000"/>
          </a:xfrm>
          <a:prstGeom prst="rect">
            <a:avLst/>
          </a:prstGeom>
          <a:solidFill>
            <a:srgbClr val="B49E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45" name="Rectangle 44">
            <a:extLst>
              <a:ext uri="{FF2B5EF4-FFF2-40B4-BE49-F238E27FC236}">
                <a16:creationId xmlns:a16="http://schemas.microsoft.com/office/drawing/2014/main" id="{C1CB9CC4-FE1A-220E-6C95-A8D8C1748E45}"/>
              </a:ext>
            </a:extLst>
          </p:cNvPr>
          <p:cNvSpPr/>
          <p:nvPr userDrawn="1"/>
        </p:nvSpPr>
        <p:spPr>
          <a:xfrm>
            <a:off x="9144000" y="5334000"/>
            <a:ext cx="1524000" cy="1524000"/>
          </a:xfrm>
          <a:prstGeom prst="rect">
            <a:avLst/>
          </a:prstGeom>
          <a:solidFill>
            <a:srgbClr val="3A60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49" name="Rectangle 48">
            <a:extLst>
              <a:ext uri="{FF2B5EF4-FFF2-40B4-BE49-F238E27FC236}">
                <a16:creationId xmlns:a16="http://schemas.microsoft.com/office/drawing/2014/main" id="{37F8780E-05B9-78AA-4E94-4C9C60BA4EC5}"/>
              </a:ext>
            </a:extLst>
          </p:cNvPr>
          <p:cNvSpPr/>
          <p:nvPr userDrawn="1"/>
        </p:nvSpPr>
        <p:spPr>
          <a:xfrm>
            <a:off x="8382000" y="6105330"/>
            <a:ext cx="762000" cy="762000"/>
          </a:xfrm>
          <a:prstGeom prst="rect">
            <a:avLst/>
          </a:prstGeom>
          <a:solidFill>
            <a:srgbClr val="563B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1" name="Rectangle 50">
            <a:extLst>
              <a:ext uri="{FF2B5EF4-FFF2-40B4-BE49-F238E27FC236}">
                <a16:creationId xmlns:a16="http://schemas.microsoft.com/office/drawing/2014/main" id="{6F5C0A93-6CED-6666-94FD-111AB745F526}"/>
              </a:ext>
            </a:extLst>
          </p:cNvPr>
          <p:cNvSpPr/>
          <p:nvPr userDrawn="1"/>
        </p:nvSpPr>
        <p:spPr>
          <a:xfrm>
            <a:off x="7620000" y="5334000"/>
            <a:ext cx="762000" cy="762000"/>
          </a:xfrm>
          <a:prstGeom prst="rect">
            <a:avLst/>
          </a:prstGeom>
          <a:solidFill>
            <a:srgbClr val="057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3" name="Rectangle 52">
            <a:extLst>
              <a:ext uri="{FF2B5EF4-FFF2-40B4-BE49-F238E27FC236}">
                <a16:creationId xmlns:a16="http://schemas.microsoft.com/office/drawing/2014/main" id="{B0544DB1-BD90-4CF1-BDCD-A6A4CAD951F8}"/>
              </a:ext>
            </a:extLst>
          </p:cNvPr>
          <p:cNvSpPr/>
          <p:nvPr userDrawn="1"/>
        </p:nvSpPr>
        <p:spPr>
          <a:xfrm>
            <a:off x="7620000" y="6100665"/>
            <a:ext cx="762000" cy="762000"/>
          </a:xfrm>
          <a:prstGeom prst="rect">
            <a:avLst/>
          </a:prstGeom>
          <a:solidFill>
            <a:srgbClr val="580E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5" name="Rectangle 54">
            <a:extLst>
              <a:ext uri="{FF2B5EF4-FFF2-40B4-BE49-F238E27FC236}">
                <a16:creationId xmlns:a16="http://schemas.microsoft.com/office/drawing/2014/main" id="{981A7D65-63E5-AE51-FC5E-D600B663D449}"/>
              </a:ext>
            </a:extLst>
          </p:cNvPr>
          <p:cNvSpPr/>
          <p:nvPr userDrawn="1"/>
        </p:nvSpPr>
        <p:spPr>
          <a:xfrm>
            <a:off x="9144000" y="4573167"/>
            <a:ext cx="762000" cy="762000"/>
          </a:xfrm>
          <a:prstGeom prst="rect">
            <a:avLst/>
          </a:prstGeom>
          <a:solidFill>
            <a:srgbClr val="AC6F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7" name="Rectangle 56">
            <a:extLst>
              <a:ext uri="{FF2B5EF4-FFF2-40B4-BE49-F238E27FC236}">
                <a16:creationId xmlns:a16="http://schemas.microsoft.com/office/drawing/2014/main" id="{0D34F675-3365-625A-E3E2-4933E3BD434D}"/>
              </a:ext>
            </a:extLst>
          </p:cNvPr>
          <p:cNvSpPr/>
          <p:nvPr userDrawn="1"/>
        </p:nvSpPr>
        <p:spPr>
          <a:xfrm>
            <a:off x="9906000" y="3798726"/>
            <a:ext cx="762000" cy="762000"/>
          </a:xfrm>
          <a:prstGeom prst="rect">
            <a:avLst/>
          </a:prstGeom>
          <a:solidFill>
            <a:srgbClr val="475A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9" name="Rectangle 58">
            <a:extLst>
              <a:ext uri="{FF2B5EF4-FFF2-40B4-BE49-F238E27FC236}">
                <a16:creationId xmlns:a16="http://schemas.microsoft.com/office/drawing/2014/main" id="{E5221C7C-DE61-3341-4CF2-F99A5B978776}"/>
              </a:ext>
            </a:extLst>
          </p:cNvPr>
          <p:cNvSpPr/>
          <p:nvPr userDrawn="1"/>
        </p:nvSpPr>
        <p:spPr>
          <a:xfrm>
            <a:off x="9906000" y="3048000"/>
            <a:ext cx="762000" cy="762000"/>
          </a:xfrm>
          <a:prstGeom prst="rect">
            <a:avLst/>
          </a:prstGeom>
          <a:solidFill>
            <a:srgbClr val="8F0A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61" name="Rectangle 60">
            <a:extLst>
              <a:ext uri="{FF2B5EF4-FFF2-40B4-BE49-F238E27FC236}">
                <a16:creationId xmlns:a16="http://schemas.microsoft.com/office/drawing/2014/main" id="{8FDEAE64-22DD-05F1-D4D7-12C2836C021E}"/>
              </a:ext>
            </a:extLst>
          </p:cNvPr>
          <p:cNvSpPr/>
          <p:nvPr userDrawn="1"/>
        </p:nvSpPr>
        <p:spPr>
          <a:xfrm>
            <a:off x="8382000" y="3816609"/>
            <a:ext cx="762000"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65" name="Rectangle 64">
            <a:extLst>
              <a:ext uri="{FF2B5EF4-FFF2-40B4-BE49-F238E27FC236}">
                <a16:creationId xmlns:a16="http://schemas.microsoft.com/office/drawing/2014/main" id="{76A7A4BF-149B-A6EB-403B-9DF0F73A40AA}"/>
              </a:ext>
            </a:extLst>
          </p:cNvPr>
          <p:cNvSpPr/>
          <p:nvPr userDrawn="1"/>
        </p:nvSpPr>
        <p:spPr>
          <a:xfrm>
            <a:off x="10668000" y="2296107"/>
            <a:ext cx="762000" cy="762000"/>
          </a:xfrm>
          <a:prstGeom prst="rect">
            <a:avLst/>
          </a:prstGeom>
          <a:solidFill>
            <a:srgbClr val="FE7A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71" name="Rectangle 70">
            <a:extLst>
              <a:ext uri="{FF2B5EF4-FFF2-40B4-BE49-F238E27FC236}">
                <a16:creationId xmlns:a16="http://schemas.microsoft.com/office/drawing/2014/main" id="{E1C570FE-2DC0-2FE9-F74A-F5A394504C7C}"/>
              </a:ext>
            </a:extLst>
          </p:cNvPr>
          <p:cNvSpPr/>
          <p:nvPr userDrawn="1"/>
        </p:nvSpPr>
        <p:spPr>
          <a:xfrm>
            <a:off x="10668000" y="6100665"/>
            <a:ext cx="762000" cy="762000"/>
          </a:xfrm>
          <a:prstGeom prst="rect">
            <a:avLst/>
          </a:prstGeom>
          <a:solidFill>
            <a:srgbClr val="F3C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73" name="Rectangle 72">
            <a:extLst>
              <a:ext uri="{FF2B5EF4-FFF2-40B4-BE49-F238E27FC236}">
                <a16:creationId xmlns:a16="http://schemas.microsoft.com/office/drawing/2014/main" id="{E814A448-41F0-015E-6447-0E9C0261C661}"/>
              </a:ext>
            </a:extLst>
          </p:cNvPr>
          <p:cNvSpPr/>
          <p:nvPr userDrawn="1"/>
        </p:nvSpPr>
        <p:spPr>
          <a:xfrm>
            <a:off x="11430000" y="5328558"/>
            <a:ext cx="762000" cy="762000"/>
          </a:xfrm>
          <a:prstGeom prst="rect">
            <a:avLst/>
          </a:prstGeom>
          <a:solidFill>
            <a:srgbClr val="580E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75" name="Rectangle 74">
            <a:extLst>
              <a:ext uri="{FF2B5EF4-FFF2-40B4-BE49-F238E27FC236}">
                <a16:creationId xmlns:a16="http://schemas.microsoft.com/office/drawing/2014/main" id="{081F59B0-4A5F-F16E-5A5E-C85E8BD12DE6}"/>
              </a:ext>
            </a:extLst>
          </p:cNvPr>
          <p:cNvSpPr/>
          <p:nvPr userDrawn="1"/>
        </p:nvSpPr>
        <p:spPr>
          <a:xfrm>
            <a:off x="11430000" y="6090558"/>
            <a:ext cx="762000" cy="762000"/>
          </a:xfrm>
          <a:prstGeom prst="rect">
            <a:avLst/>
          </a:prstGeom>
          <a:solidFill>
            <a:srgbClr val="A636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Tree>
    <p:extLst>
      <p:ext uri="{BB962C8B-B14F-4D97-AF65-F5344CB8AC3E}">
        <p14:creationId xmlns:p14="http://schemas.microsoft.com/office/powerpoint/2010/main" val="6228282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userDrawn="1">
          <p15:clr>
            <a:srgbClr val="FBAE40"/>
          </p15:clr>
        </p15:guide>
        <p15:guide id="2" pos="7680" userDrawn="1">
          <p15:clr>
            <a:srgbClr val="FBAE40"/>
          </p15:clr>
        </p15:guide>
        <p15:guide id="3" pos="240" userDrawn="1">
          <p15:clr>
            <a:srgbClr val="FBAE40"/>
          </p15:clr>
        </p15:guide>
        <p15:guide id="4" pos="480" userDrawn="1">
          <p15:clr>
            <a:srgbClr val="FBAE40"/>
          </p15:clr>
        </p15:guide>
        <p15:guide id="5" pos="720" userDrawn="1">
          <p15:clr>
            <a:srgbClr val="FBAE40"/>
          </p15:clr>
        </p15:guide>
        <p15:guide id="6" pos="960" userDrawn="1">
          <p15:clr>
            <a:srgbClr val="FBAE40"/>
          </p15:clr>
        </p15:guide>
        <p15:guide id="7" pos="1200" userDrawn="1">
          <p15:clr>
            <a:srgbClr val="FBAE40"/>
          </p15:clr>
        </p15:guide>
        <p15:guide id="8" pos="1440" userDrawn="1">
          <p15:clr>
            <a:srgbClr val="FBAE40"/>
          </p15:clr>
        </p15:guide>
        <p15:guide id="9" pos="1680" userDrawn="1">
          <p15:clr>
            <a:srgbClr val="FBAE40"/>
          </p15:clr>
        </p15:guide>
        <p15:guide id="10" pos="1920" userDrawn="1">
          <p15:clr>
            <a:srgbClr val="FBAE40"/>
          </p15:clr>
        </p15:guide>
        <p15:guide id="11" pos="2160" userDrawn="1">
          <p15:clr>
            <a:srgbClr val="FBAE40"/>
          </p15:clr>
        </p15:guide>
        <p15:guide id="12" pos="2400" userDrawn="1">
          <p15:clr>
            <a:srgbClr val="FBAE40"/>
          </p15:clr>
        </p15:guide>
        <p15:guide id="13" pos="2640" userDrawn="1">
          <p15:clr>
            <a:srgbClr val="FBAE40"/>
          </p15:clr>
        </p15:guide>
        <p15:guide id="14" pos="2880" userDrawn="1">
          <p15:clr>
            <a:srgbClr val="FBAE40"/>
          </p15:clr>
        </p15:guide>
        <p15:guide id="15" pos="3120" userDrawn="1">
          <p15:clr>
            <a:srgbClr val="FBAE40"/>
          </p15:clr>
        </p15:guide>
        <p15:guide id="16" pos="3360" userDrawn="1">
          <p15:clr>
            <a:srgbClr val="FBAE40"/>
          </p15:clr>
        </p15:guide>
        <p15:guide id="17" pos="3600" userDrawn="1">
          <p15:clr>
            <a:srgbClr val="FBAE40"/>
          </p15:clr>
        </p15:guide>
        <p15:guide id="18" pos="3840" userDrawn="1">
          <p15:clr>
            <a:srgbClr val="FBAE40"/>
          </p15:clr>
        </p15:guide>
        <p15:guide id="19" pos="4080" userDrawn="1">
          <p15:clr>
            <a:srgbClr val="FBAE40"/>
          </p15:clr>
        </p15:guide>
        <p15:guide id="20" pos="4320" userDrawn="1">
          <p15:clr>
            <a:srgbClr val="FBAE40"/>
          </p15:clr>
        </p15:guide>
        <p15:guide id="21" pos="4560" userDrawn="1">
          <p15:clr>
            <a:srgbClr val="FBAE40"/>
          </p15:clr>
        </p15:guide>
        <p15:guide id="22" pos="4800" userDrawn="1">
          <p15:clr>
            <a:srgbClr val="FBAE40"/>
          </p15:clr>
        </p15:guide>
        <p15:guide id="23" pos="5040" userDrawn="1">
          <p15:clr>
            <a:srgbClr val="FBAE40"/>
          </p15:clr>
        </p15:guide>
        <p15:guide id="24" pos="5280" userDrawn="1">
          <p15:clr>
            <a:srgbClr val="FBAE40"/>
          </p15:clr>
        </p15:guide>
        <p15:guide id="25" pos="5520" userDrawn="1">
          <p15:clr>
            <a:srgbClr val="FBAE40"/>
          </p15:clr>
        </p15:guide>
        <p15:guide id="26" pos="5760" userDrawn="1">
          <p15:clr>
            <a:srgbClr val="FBAE40"/>
          </p15:clr>
        </p15:guide>
        <p15:guide id="27" pos="6000" userDrawn="1">
          <p15:clr>
            <a:srgbClr val="FBAE40"/>
          </p15:clr>
        </p15:guide>
        <p15:guide id="28" pos="6240" userDrawn="1">
          <p15:clr>
            <a:srgbClr val="FBAE40"/>
          </p15:clr>
        </p15:guide>
        <p15:guide id="29" pos="6480" userDrawn="1">
          <p15:clr>
            <a:srgbClr val="FBAE40"/>
          </p15:clr>
        </p15:guide>
        <p15:guide id="30" pos="6720" userDrawn="1">
          <p15:clr>
            <a:srgbClr val="FBAE40"/>
          </p15:clr>
        </p15:guide>
        <p15:guide id="31" pos="6960" userDrawn="1">
          <p15:clr>
            <a:srgbClr val="FBAE40"/>
          </p15:clr>
        </p15:guide>
        <p15:guide id="32" pos="7200" userDrawn="1">
          <p15:clr>
            <a:srgbClr val="FBAE40"/>
          </p15:clr>
        </p15:guide>
        <p15:guide id="33" pos="7440" userDrawn="1">
          <p15:clr>
            <a:srgbClr val="FBAE40"/>
          </p15:clr>
        </p15:guide>
        <p15:guide id="34" orient="horz" userDrawn="1">
          <p15:clr>
            <a:srgbClr val="FBAE40"/>
          </p15:clr>
        </p15:guide>
        <p15:guide id="35" orient="horz" pos="4320" userDrawn="1">
          <p15:clr>
            <a:srgbClr val="FBAE40"/>
          </p15:clr>
        </p15:guide>
        <p15:guide id="36" orient="horz" pos="240" userDrawn="1">
          <p15:clr>
            <a:srgbClr val="FBAE40"/>
          </p15:clr>
        </p15:guide>
        <p15:guide id="37" orient="horz" pos="480" userDrawn="1">
          <p15:clr>
            <a:srgbClr val="FBAE40"/>
          </p15:clr>
        </p15:guide>
        <p15:guide id="38" orient="horz" pos="720" userDrawn="1">
          <p15:clr>
            <a:srgbClr val="FBAE40"/>
          </p15:clr>
        </p15:guide>
        <p15:guide id="39" orient="horz" pos="960" userDrawn="1">
          <p15:clr>
            <a:srgbClr val="FBAE40"/>
          </p15:clr>
        </p15:guide>
        <p15:guide id="40" orient="horz" pos="1200" userDrawn="1">
          <p15:clr>
            <a:srgbClr val="FBAE40"/>
          </p15:clr>
        </p15:guide>
        <p15:guide id="41" orient="horz" pos="1440" userDrawn="1">
          <p15:clr>
            <a:srgbClr val="FBAE40"/>
          </p15:clr>
        </p15:guide>
        <p15:guide id="42" orient="horz" pos="1680" userDrawn="1">
          <p15:clr>
            <a:srgbClr val="FBAE40"/>
          </p15:clr>
        </p15:guide>
        <p15:guide id="43" orient="horz" pos="1920" userDrawn="1">
          <p15:clr>
            <a:srgbClr val="FBAE40"/>
          </p15:clr>
        </p15:guide>
        <p15:guide id="44" orient="horz" pos="2160" userDrawn="1">
          <p15:clr>
            <a:srgbClr val="FBAE40"/>
          </p15:clr>
        </p15:guide>
        <p15:guide id="45" orient="horz" pos="2400" userDrawn="1">
          <p15:clr>
            <a:srgbClr val="FBAE40"/>
          </p15:clr>
        </p15:guide>
        <p15:guide id="46" orient="horz" pos="2640" userDrawn="1">
          <p15:clr>
            <a:srgbClr val="FBAE40"/>
          </p15:clr>
        </p15:guide>
        <p15:guide id="47" orient="horz" pos="2880" userDrawn="1">
          <p15:clr>
            <a:srgbClr val="FBAE40"/>
          </p15:clr>
        </p15:guide>
        <p15:guide id="48" orient="horz" pos="3120" userDrawn="1">
          <p15:clr>
            <a:srgbClr val="FBAE40"/>
          </p15:clr>
        </p15:guide>
        <p15:guide id="49" orient="horz" pos="3360" userDrawn="1">
          <p15:clr>
            <a:srgbClr val="FBAE40"/>
          </p15:clr>
        </p15:guide>
        <p15:guide id="50" orient="horz" pos="3600" userDrawn="1">
          <p15:clr>
            <a:srgbClr val="FBAE40"/>
          </p15:clr>
        </p15:guide>
        <p15:guide id="51" orient="horz" pos="3840" userDrawn="1">
          <p15:clr>
            <a:srgbClr val="FBAE40"/>
          </p15:clr>
        </p15:guide>
        <p15:guide id="52" orient="horz" pos="40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3AA6-DD5F-F1F0-685F-0E8D122DBF1F}"/>
              </a:ext>
            </a:extLst>
          </p:cNvPr>
          <p:cNvSpPr>
            <a:spLocks noGrp="1"/>
          </p:cNvSpPr>
          <p:nvPr>
            <p:ph type="title" hasCustomPrompt="1"/>
          </p:nvPr>
        </p:nvSpPr>
        <p:spPr>
          <a:xfrm>
            <a:off x="342900" y="735819"/>
            <a:ext cx="11506200" cy="957316"/>
          </a:xfrm>
        </p:spPr>
        <p:txBody>
          <a:bodyPr/>
          <a:lstStyle>
            <a:lvl1pPr>
              <a:defRPr/>
            </a:lvl1pPr>
          </a:lstStyle>
          <a:p>
            <a:r>
              <a:rPr lang="en-US" dirty="0"/>
              <a:t>Enter slide title</a:t>
            </a:r>
          </a:p>
        </p:txBody>
      </p:sp>
      <p:sp>
        <p:nvSpPr>
          <p:cNvPr id="4" name="Text Placeholder 3">
            <a:extLst>
              <a:ext uri="{FF2B5EF4-FFF2-40B4-BE49-F238E27FC236}">
                <a16:creationId xmlns:a16="http://schemas.microsoft.com/office/drawing/2014/main" id="{85DCE5CE-34FF-72D0-5144-D53A17C9B49E}"/>
              </a:ext>
            </a:extLst>
          </p:cNvPr>
          <p:cNvSpPr>
            <a:spLocks noGrp="1"/>
          </p:cNvSpPr>
          <p:nvPr>
            <p:ph type="body" sz="quarter" idx="10" hasCustomPrompt="1"/>
          </p:nvPr>
        </p:nvSpPr>
        <p:spPr>
          <a:xfrm>
            <a:off x="342900" y="394394"/>
            <a:ext cx="11506200" cy="297883"/>
          </a:xfrm>
        </p:spPr>
        <p:txBody>
          <a:bodyPr lIns="18288"/>
          <a:lstStyle>
            <a:lvl1pPr marL="0" indent="0">
              <a:buNone/>
              <a:defRPr sz="1400" cap="all" spc="300" baseline="0">
                <a:latin typeface="Ember Modern SemiMono Beta 08" panose="020B0503020204020204" pitchFamily="34" charset="0"/>
              </a:defRPr>
            </a:lvl1pPr>
            <a:lvl2pPr>
              <a:buNone/>
              <a:defRPr/>
            </a:lvl2pPr>
            <a:lvl3pPr>
              <a:buNone/>
              <a:defRPr/>
            </a:lvl3pPr>
            <a:lvl4pPr>
              <a:buNone/>
              <a:defRPr/>
            </a:lvl4pPr>
            <a:lvl5pPr>
              <a:buNone/>
              <a:defRPr/>
            </a:lvl5pPr>
          </a:lstStyle>
          <a:p>
            <a:pPr lvl="0"/>
            <a:r>
              <a:rPr lang="en-US" dirty="0"/>
              <a:t>Enter slide eyebrow</a:t>
            </a:r>
          </a:p>
        </p:txBody>
      </p:sp>
    </p:spTree>
    <p:extLst>
      <p:ext uri="{BB962C8B-B14F-4D97-AF65-F5344CB8AC3E}">
        <p14:creationId xmlns:p14="http://schemas.microsoft.com/office/powerpoint/2010/main" val="22312842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Whi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3AA6-DD5F-F1F0-685F-0E8D122DBF1F}"/>
              </a:ext>
            </a:extLst>
          </p:cNvPr>
          <p:cNvSpPr>
            <a:spLocks noGrp="1"/>
          </p:cNvSpPr>
          <p:nvPr>
            <p:ph type="title" hasCustomPrompt="1"/>
          </p:nvPr>
        </p:nvSpPr>
        <p:spPr>
          <a:xfrm>
            <a:off x="342900" y="735819"/>
            <a:ext cx="11506200" cy="957316"/>
          </a:xfrm>
        </p:spPr>
        <p:txBody>
          <a:bodyPr/>
          <a:lstStyle>
            <a:lvl1pPr>
              <a:defRPr/>
            </a:lvl1pPr>
          </a:lstStyle>
          <a:p>
            <a:r>
              <a:rPr lang="en-US" dirty="0"/>
              <a:t>Enter slide title</a:t>
            </a:r>
          </a:p>
        </p:txBody>
      </p:sp>
      <p:sp>
        <p:nvSpPr>
          <p:cNvPr id="4" name="Text Placeholder 3">
            <a:extLst>
              <a:ext uri="{FF2B5EF4-FFF2-40B4-BE49-F238E27FC236}">
                <a16:creationId xmlns:a16="http://schemas.microsoft.com/office/drawing/2014/main" id="{85DCE5CE-34FF-72D0-5144-D53A17C9B49E}"/>
              </a:ext>
            </a:extLst>
          </p:cNvPr>
          <p:cNvSpPr>
            <a:spLocks noGrp="1"/>
          </p:cNvSpPr>
          <p:nvPr>
            <p:ph type="body" sz="quarter" idx="10" hasCustomPrompt="1"/>
          </p:nvPr>
        </p:nvSpPr>
        <p:spPr>
          <a:xfrm>
            <a:off x="342900" y="394394"/>
            <a:ext cx="11506200" cy="297883"/>
          </a:xfrm>
        </p:spPr>
        <p:txBody>
          <a:bodyPr lIns="18288"/>
          <a:lstStyle>
            <a:lvl1pPr marL="0" indent="0">
              <a:buNone/>
              <a:defRPr sz="1400" cap="all" spc="300" baseline="0">
                <a:latin typeface="Ember Modern SemiMono Beta 08" panose="020B0503020204020204" pitchFamily="34" charset="0"/>
              </a:defRPr>
            </a:lvl1pPr>
            <a:lvl2pPr>
              <a:buNone/>
              <a:defRPr/>
            </a:lvl2pPr>
            <a:lvl3pPr>
              <a:buNone/>
              <a:defRPr/>
            </a:lvl3pPr>
            <a:lvl4pPr>
              <a:buNone/>
              <a:defRPr/>
            </a:lvl4pPr>
            <a:lvl5pPr>
              <a:buNone/>
              <a:defRPr/>
            </a:lvl5pPr>
          </a:lstStyle>
          <a:p>
            <a:pPr lvl="0"/>
            <a:r>
              <a:rPr lang="en-US" dirty="0"/>
              <a:t>Enter slide eyebrow</a:t>
            </a:r>
          </a:p>
        </p:txBody>
      </p:sp>
      <p:sp>
        <p:nvSpPr>
          <p:cNvPr id="3" name="Rectangle 2">
            <a:extLst>
              <a:ext uri="{FF2B5EF4-FFF2-40B4-BE49-F238E27FC236}">
                <a16:creationId xmlns:a16="http://schemas.microsoft.com/office/drawing/2014/main" id="{BAF2CD76-A284-C14B-B587-1BAAC04796EC}"/>
              </a:ext>
            </a:extLst>
          </p:cNvPr>
          <p:cNvSpPr/>
          <p:nvPr userDrawn="1"/>
        </p:nvSpPr>
        <p:spPr>
          <a:xfrm>
            <a:off x="0" y="5895821"/>
            <a:ext cx="4523543" cy="96217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 name="TextBox 4">
            <a:extLst>
              <a:ext uri="{FF2B5EF4-FFF2-40B4-BE49-F238E27FC236}">
                <a16:creationId xmlns:a16="http://schemas.microsoft.com/office/drawing/2014/main" id="{9FF7A5F0-BBC4-FC8C-5045-522FA3895EFA}"/>
              </a:ext>
            </a:extLst>
          </p:cNvPr>
          <p:cNvSpPr txBox="1">
            <a:spLocks noChangeArrowheads="1"/>
          </p:cNvSpPr>
          <p:nvPr userDrawn="1"/>
        </p:nvSpPr>
        <p:spPr bwMode="white">
          <a:xfrm>
            <a:off x="968081" y="6355044"/>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tx1"/>
                </a:solidFill>
                <a:latin typeface="+mn-lt"/>
                <a:ea typeface="+mn-ea"/>
                <a:cs typeface="+mn-cs"/>
              </a:rPr>
              <a:t>© 2026, Amazon Web Services, Inc. or its affiliates. All rights reserved.</a:t>
            </a:r>
          </a:p>
        </p:txBody>
      </p:sp>
      <p:sp>
        <p:nvSpPr>
          <p:cNvPr id="6" name="Rectangle 5">
            <a:extLst>
              <a:ext uri="{FF2B5EF4-FFF2-40B4-BE49-F238E27FC236}">
                <a16:creationId xmlns:a16="http://schemas.microsoft.com/office/drawing/2014/main" id="{84D98793-BB9D-E011-FC1F-765924BEA0AA}"/>
              </a:ext>
            </a:extLst>
          </p:cNvPr>
          <p:cNvSpPr/>
          <p:nvPr userDrawn="1"/>
        </p:nvSpPr>
        <p:spPr>
          <a:xfrm>
            <a:off x="233363" y="6096443"/>
            <a:ext cx="669691" cy="669691"/>
          </a:xfrm>
          <a:prstGeom prst="rect">
            <a:avLst/>
          </a:prstGeom>
          <a:noFill/>
          <a:ln w="2238" cap="flat">
            <a:noFill/>
            <a:prstDash val="solid"/>
            <a:round/>
          </a:ln>
        </p:spPr>
        <p:txBody>
          <a:bodyPr/>
          <a:lstStyle/>
          <a:p>
            <a:endParaRPr lang="en-US"/>
          </a:p>
        </p:txBody>
      </p:sp>
      <p:grpSp>
        <p:nvGrpSpPr>
          <p:cNvPr id="7" name="Graphic 36">
            <a:extLst>
              <a:ext uri="{FF2B5EF4-FFF2-40B4-BE49-F238E27FC236}">
                <a16:creationId xmlns:a16="http://schemas.microsoft.com/office/drawing/2014/main" id="{04C4D46A-70CD-B837-1A1F-BD82303AEBD0}"/>
              </a:ext>
            </a:extLst>
          </p:cNvPr>
          <p:cNvGrpSpPr/>
          <p:nvPr userDrawn="1"/>
        </p:nvGrpSpPr>
        <p:grpSpPr>
          <a:xfrm>
            <a:off x="347587" y="6305861"/>
            <a:ext cx="441318" cy="273939"/>
            <a:chOff x="347587" y="6305861"/>
            <a:chExt cx="441318" cy="273939"/>
          </a:xfrm>
        </p:grpSpPr>
        <p:sp>
          <p:nvSpPr>
            <p:cNvPr id="8" name="Freeform: Shape 7">
              <a:extLst>
                <a:ext uri="{FF2B5EF4-FFF2-40B4-BE49-F238E27FC236}">
                  <a16:creationId xmlns:a16="http://schemas.microsoft.com/office/drawing/2014/main" id="{F3DE83DE-1FFE-03FE-5E5B-FFA6CA508989}"/>
                </a:ext>
              </a:extLst>
            </p:cNvPr>
            <p:cNvSpPr/>
            <p:nvPr/>
          </p:nvSpPr>
          <p:spPr>
            <a:xfrm>
              <a:off x="374126" y="6305861"/>
              <a:ext cx="382344" cy="138057"/>
            </a:xfrm>
            <a:custGeom>
              <a:avLst/>
              <a:gdLst>
                <a:gd name="csX0" fmla="*/ 282259 w 382344"/>
                <a:gd name="csY0" fmla="*/ 97504 h 138057"/>
                <a:gd name="csX1" fmla="*/ 333146 w 382344"/>
                <a:gd name="csY1" fmla="*/ 138561 h 138057"/>
                <a:gd name="csX2" fmla="*/ 383000 w 382344"/>
                <a:gd name="csY2" fmla="*/ 95274 h 138057"/>
                <a:gd name="csX3" fmla="*/ 350298 w 382344"/>
                <a:gd name="csY3" fmla="*/ 57082 h 138057"/>
                <a:gd name="csX4" fmla="*/ 331632 w 382344"/>
                <a:gd name="csY4" fmla="*/ 52466 h 138057"/>
                <a:gd name="csX5" fmla="*/ 316159 w 382344"/>
                <a:gd name="csY5" fmla="*/ 38780 h 138057"/>
                <a:gd name="csX6" fmla="*/ 332749 w 382344"/>
                <a:gd name="csY6" fmla="*/ 25849 h 138057"/>
                <a:gd name="csX7" fmla="*/ 350415 w 382344"/>
                <a:gd name="csY7" fmla="*/ 40530 h 138057"/>
                <a:gd name="csX8" fmla="*/ 355520 w 382344"/>
                <a:gd name="csY8" fmla="*/ 44389 h 138057"/>
                <a:gd name="csX9" fmla="*/ 376737 w 382344"/>
                <a:gd name="csY9" fmla="*/ 40768 h 138057"/>
                <a:gd name="csX10" fmla="*/ 380128 w 382344"/>
                <a:gd name="csY10" fmla="*/ 35040 h 138057"/>
                <a:gd name="csX11" fmla="*/ 332749 w 382344"/>
                <a:gd name="csY11" fmla="*/ 504 h 138057"/>
                <a:gd name="csX12" fmla="*/ 284493 w 382344"/>
                <a:gd name="csY12" fmla="*/ 40847 h 138057"/>
                <a:gd name="csX13" fmla="*/ 321263 w 382344"/>
                <a:gd name="csY13" fmla="*/ 79202 h 138057"/>
                <a:gd name="csX14" fmla="*/ 335140 w 382344"/>
                <a:gd name="csY14" fmla="*/ 82543 h 138057"/>
                <a:gd name="csX15" fmla="*/ 351334 w 382344"/>
                <a:gd name="csY15" fmla="*/ 98418 h 138057"/>
                <a:gd name="csX16" fmla="*/ 333227 w 382344"/>
                <a:gd name="csY16" fmla="*/ 113178 h 138057"/>
                <a:gd name="csX17" fmla="*/ 311930 w 382344"/>
                <a:gd name="csY17" fmla="*/ 92013 h 138057"/>
                <a:gd name="csX18" fmla="*/ 306826 w 382344"/>
                <a:gd name="csY18" fmla="*/ 88153 h 138057"/>
                <a:gd name="csX19" fmla="*/ 285607 w 382344"/>
                <a:gd name="csY19" fmla="*/ 91775 h 138057"/>
                <a:gd name="csX20" fmla="*/ 282259 w 382344"/>
                <a:gd name="csY20" fmla="*/ 97504 h 138057"/>
                <a:gd name="csX21" fmla="*/ 112802 w 382344"/>
                <a:gd name="csY21" fmla="*/ 7985 h 138057"/>
                <a:gd name="csX22" fmla="*/ 141797 w 382344"/>
                <a:gd name="csY22" fmla="*/ 132038 h 138057"/>
                <a:gd name="csX23" fmla="*/ 146262 w 382344"/>
                <a:gd name="csY23" fmla="*/ 135698 h 138057"/>
                <a:gd name="csX24" fmla="*/ 175137 w 382344"/>
                <a:gd name="csY24" fmla="*/ 135698 h 138057"/>
                <a:gd name="csX25" fmla="*/ 179603 w 382344"/>
                <a:gd name="csY25" fmla="*/ 132038 h 138057"/>
                <a:gd name="csX26" fmla="*/ 195994 w 382344"/>
                <a:gd name="csY26" fmla="*/ 58354 h 138057"/>
                <a:gd name="csX27" fmla="*/ 197271 w 382344"/>
                <a:gd name="csY27" fmla="*/ 58354 h 138057"/>
                <a:gd name="csX28" fmla="*/ 213622 w 382344"/>
                <a:gd name="csY28" fmla="*/ 132038 h 138057"/>
                <a:gd name="csX29" fmla="*/ 218090 w 382344"/>
                <a:gd name="csY29" fmla="*/ 135698 h 138057"/>
                <a:gd name="csX30" fmla="*/ 247003 w 382344"/>
                <a:gd name="csY30" fmla="*/ 135698 h 138057"/>
                <a:gd name="csX31" fmla="*/ 251469 w 382344"/>
                <a:gd name="csY31" fmla="*/ 132038 h 138057"/>
                <a:gd name="csX32" fmla="*/ 280423 w 382344"/>
                <a:gd name="csY32" fmla="*/ 7985 h 138057"/>
                <a:gd name="csX33" fmla="*/ 276753 w 382344"/>
                <a:gd name="csY33" fmla="*/ 3369 h 138057"/>
                <a:gd name="csX34" fmla="*/ 251192 w 382344"/>
                <a:gd name="csY34" fmla="*/ 3369 h 138057"/>
                <a:gd name="csX35" fmla="*/ 246722 w 382344"/>
                <a:gd name="csY35" fmla="*/ 7190 h 138057"/>
                <a:gd name="csX36" fmla="*/ 231250 w 382344"/>
                <a:gd name="csY36" fmla="*/ 97544 h 138057"/>
                <a:gd name="csX37" fmla="*/ 229973 w 382344"/>
                <a:gd name="csY37" fmla="*/ 97544 h 138057"/>
                <a:gd name="csX38" fmla="*/ 212865 w 382344"/>
                <a:gd name="csY38" fmla="*/ 7030 h 138057"/>
                <a:gd name="csX39" fmla="*/ 208238 w 382344"/>
                <a:gd name="csY39" fmla="*/ 3369 h 138057"/>
                <a:gd name="csX40" fmla="*/ 185028 w 382344"/>
                <a:gd name="csY40" fmla="*/ 3369 h 138057"/>
                <a:gd name="csX41" fmla="*/ 180400 w 382344"/>
                <a:gd name="csY41" fmla="*/ 7030 h 138057"/>
                <a:gd name="csX42" fmla="*/ 163292 w 382344"/>
                <a:gd name="csY42" fmla="*/ 97544 h 138057"/>
                <a:gd name="csX43" fmla="*/ 162015 w 382344"/>
                <a:gd name="csY43" fmla="*/ 97544 h 138057"/>
                <a:gd name="csX44" fmla="*/ 146541 w 382344"/>
                <a:gd name="csY44" fmla="*/ 7190 h 138057"/>
                <a:gd name="csX45" fmla="*/ 142075 w 382344"/>
                <a:gd name="csY45" fmla="*/ 3369 h 138057"/>
                <a:gd name="csX46" fmla="*/ 116472 w 382344"/>
                <a:gd name="csY46" fmla="*/ 3369 h 138057"/>
                <a:gd name="csX47" fmla="*/ 112802 w 382344"/>
                <a:gd name="csY47" fmla="*/ 7985 h 138057"/>
                <a:gd name="csX48" fmla="*/ 34156 w 382344"/>
                <a:gd name="csY48" fmla="*/ 94519 h 138057"/>
                <a:gd name="csX49" fmla="*/ 63589 w 382344"/>
                <a:gd name="csY49" fmla="*/ 70251 h 138057"/>
                <a:gd name="csX50" fmla="*/ 72881 w 382344"/>
                <a:gd name="csY50" fmla="*/ 71206 h 138057"/>
                <a:gd name="csX51" fmla="*/ 72881 w 382344"/>
                <a:gd name="csY51" fmla="*/ 79559 h 138057"/>
                <a:gd name="csX52" fmla="*/ 51305 w 382344"/>
                <a:gd name="csY52" fmla="*/ 113178 h 138057"/>
                <a:gd name="csX53" fmla="*/ 34156 w 382344"/>
                <a:gd name="csY53" fmla="*/ 94519 h 138057"/>
                <a:gd name="csX54" fmla="*/ 38862 w 382344"/>
                <a:gd name="csY54" fmla="*/ 138561 h 138057"/>
                <a:gd name="csX55" fmla="*/ 72562 w 382344"/>
                <a:gd name="csY55" fmla="*/ 116601 h 138057"/>
                <a:gd name="csX56" fmla="*/ 73839 w 382344"/>
                <a:gd name="csY56" fmla="*/ 116601 h 138057"/>
                <a:gd name="csX57" fmla="*/ 77028 w 382344"/>
                <a:gd name="csY57" fmla="*/ 131561 h 138057"/>
                <a:gd name="csX58" fmla="*/ 81495 w 382344"/>
                <a:gd name="csY58" fmla="*/ 135698 h 138057"/>
                <a:gd name="csX59" fmla="*/ 101316 w 382344"/>
                <a:gd name="csY59" fmla="*/ 135698 h 138057"/>
                <a:gd name="csX60" fmla="*/ 105465 w 382344"/>
                <a:gd name="csY60" fmla="*/ 131561 h 138057"/>
                <a:gd name="csX61" fmla="*/ 105465 w 382344"/>
                <a:gd name="csY61" fmla="*/ 51551 h 138057"/>
                <a:gd name="csX62" fmla="*/ 54734 w 382344"/>
                <a:gd name="csY62" fmla="*/ 504 h 138057"/>
                <a:gd name="csX63" fmla="*/ 4683 w 382344"/>
                <a:gd name="csY63" fmla="*/ 35040 h 138057"/>
                <a:gd name="csX64" fmla="*/ 8074 w 382344"/>
                <a:gd name="csY64" fmla="*/ 40768 h 138057"/>
                <a:gd name="csX65" fmla="*/ 29291 w 382344"/>
                <a:gd name="csY65" fmla="*/ 44389 h 138057"/>
                <a:gd name="csX66" fmla="*/ 34394 w 382344"/>
                <a:gd name="csY66" fmla="*/ 40530 h 138057"/>
                <a:gd name="csX67" fmla="*/ 54734 w 382344"/>
                <a:gd name="csY67" fmla="*/ 25849 h 138057"/>
                <a:gd name="csX68" fmla="*/ 72881 w 382344"/>
                <a:gd name="csY68" fmla="*/ 47373 h 138057"/>
                <a:gd name="csX69" fmla="*/ 72881 w 382344"/>
                <a:gd name="csY69" fmla="*/ 53261 h 138057"/>
                <a:gd name="csX70" fmla="*/ 58883 w 382344"/>
                <a:gd name="csY70" fmla="*/ 52027 h 138057"/>
                <a:gd name="csX71" fmla="*/ 656 w 382344"/>
                <a:gd name="csY71" fmla="*/ 98816 h 138057"/>
                <a:gd name="csX72" fmla="*/ 38862 w 382344"/>
                <a:gd name="csY72" fmla="*/ 138561 h 138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382344" h="138057">
                  <a:moveTo>
                    <a:pt x="282259" y="97504"/>
                  </a:moveTo>
                  <a:cubicBezTo>
                    <a:pt x="287365" y="123801"/>
                    <a:pt x="306345" y="138561"/>
                    <a:pt x="333146" y="138561"/>
                  </a:cubicBezTo>
                  <a:cubicBezTo>
                    <a:pt x="362341" y="138561"/>
                    <a:pt x="383000" y="120262"/>
                    <a:pt x="383000" y="95274"/>
                  </a:cubicBezTo>
                  <a:cubicBezTo>
                    <a:pt x="383000" y="74864"/>
                    <a:pt x="372112" y="62453"/>
                    <a:pt x="350298" y="57082"/>
                  </a:cubicBezTo>
                  <a:lnTo>
                    <a:pt x="331632" y="52466"/>
                  </a:lnTo>
                  <a:cubicBezTo>
                    <a:pt x="321661" y="49998"/>
                    <a:pt x="316159" y="45942"/>
                    <a:pt x="316159" y="38780"/>
                  </a:cubicBezTo>
                  <a:cubicBezTo>
                    <a:pt x="316159" y="31577"/>
                    <a:pt x="321780" y="25849"/>
                    <a:pt x="332749" y="25849"/>
                  </a:cubicBezTo>
                  <a:cubicBezTo>
                    <a:pt x="342201" y="25849"/>
                    <a:pt x="347902" y="31420"/>
                    <a:pt x="350415" y="40530"/>
                  </a:cubicBezTo>
                  <a:cubicBezTo>
                    <a:pt x="351293" y="43593"/>
                    <a:pt x="352929" y="44827"/>
                    <a:pt x="355520" y="44389"/>
                  </a:cubicBezTo>
                  <a:lnTo>
                    <a:pt x="376737" y="40768"/>
                  </a:lnTo>
                  <a:cubicBezTo>
                    <a:pt x="379530" y="40292"/>
                    <a:pt x="380886" y="37984"/>
                    <a:pt x="380128" y="35040"/>
                  </a:cubicBezTo>
                  <a:cubicBezTo>
                    <a:pt x="374305" y="12480"/>
                    <a:pt x="358392" y="504"/>
                    <a:pt x="332749" y="504"/>
                  </a:cubicBezTo>
                  <a:cubicBezTo>
                    <a:pt x="303995" y="504"/>
                    <a:pt x="284493" y="16379"/>
                    <a:pt x="284493" y="40847"/>
                  </a:cubicBezTo>
                  <a:cubicBezTo>
                    <a:pt x="284493" y="61059"/>
                    <a:pt x="296176" y="73154"/>
                    <a:pt x="321263" y="79202"/>
                  </a:cubicBezTo>
                  <a:lnTo>
                    <a:pt x="335140" y="82543"/>
                  </a:lnTo>
                  <a:cubicBezTo>
                    <a:pt x="346866" y="85368"/>
                    <a:pt x="351334" y="90182"/>
                    <a:pt x="351334" y="98418"/>
                  </a:cubicBezTo>
                  <a:cubicBezTo>
                    <a:pt x="351334" y="106971"/>
                    <a:pt x="344592" y="113178"/>
                    <a:pt x="333227" y="113178"/>
                  </a:cubicBezTo>
                  <a:cubicBezTo>
                    <a:pt x="322618" y="113178"/>
                    <a:pt x="315280" y="106495"/>
                    <a:pt x="311930" y="92013"/>
                  </a:cubicBezTo>
                  <a:cubicBezTo>
                    <a:pt x="311253" y="88989"/>
                    <a:pt x="309498" y="87676"/>
                    <a:pt x="306826" y="88153"/>
                  </a:cubicBezTo>
                  <a:lnTo>
                    <a:pt x="285607" y="91775"/>
                  </a:lnTo>
                  <a:cubicBezTo>
                    <a:pt x="282895" y="92252"/>
                    <a:pt x="281580" y="94479"/>
                    <a:pt x="282259" y="97504"/>
                  </a:cubicBezTo>
                  <a:moveTo>
                    <a:pt x="112802" y="7985"/>
                  </a:moveTo>
                  <a:lnTo>
                    <a:pt x="141797" y="132038"/>
                  </a:lnTo>
                  <a:cubicBezTo>
                    <a:pt x="142354" y="134584"/>
                    <a:pt x="143869" y="135698"/>
                    <a:pt x="146262" y="135698"/>
                  </a:cubicBezTo>
                  <a:lnTo>
                    <a:pt x="175137" y="135698"/>
                  </a:lnTo>
                  <a:cubicBezTo>
                    <a:pt x="177528" y="135698"/>
                    <a:pt x="179045" y="134584"/>
                    <a:pt x="179603" y="132038"/>
                  </a:cubicBezTo>
                  <a:lnTo>
                    <a:pt x="195994" y="58354"/>
                  </a:lnTo>
                  <a:lnTo>
                    <a:pt x="197271" y="58354"/>
                  </a:lnTo>
                  <a:lnTo>
                    <a:pt x="213622" y="132038"/>
                  </a:lnTo>
                  <a:cubicBezTo>
                    <a:pt x="214182" y="134584"/>
                    <a:pt x="215696" y="135698"/>
                    <a:pt x="218090" y="135698"/>
                  </a:cubicBezTo>
                  <a:lnTo>
                    <a:pt x="247003" y="135698"/>
                  </a:lnTo>
                  <a:cubicBezTo>
                    <a:pt x="249394" y="135698"/>
                    <a:pt x="250871" y="134584"/>
                    <a:pt x="251469" y="132038"/>
                  </a:cubicBezTo>
                  <a:lnTo>
                    <a:pt x="280423" y="7985"/>
                  </a:lnTo>
                  <a:cubicBezTo>
                    <a:pt x="281101" y="5120"/>
                    <a:pt x="279625" y="3369"/>
                    <a:pt x="276753" y="3369"/>
                  </a:cubicBezTo>
                  <a:lnTo>
                    <a:pt x="251192" y="3369"/>
                  </a:lnTo>
                  <a:cubicBezTo>
                    <a:pt x="248637" y="3369"/>
                    <a:pt x="247122" y="4803"/>
                    <a:pt x="246722" y="7190"/>
                  </a:cubicBezTo>
                  <a:lnTo>
                    <a:pt x="231250" y="97544"/>
                  </a:lnTo>
                  <a:lnTo>
                    <a:pt x="229973" y="97544"/>
                  </a:lnTo>
                  <a:lnTo>
                    <a:pt x="212865" y="7030"/>
                  </a:lnTo>
                  <a:cubicBezTo>
                    <a:pt x="212386" y="4643"/>
                    <a:pt x="210631" y="3369"/>
                    <a:pt x="208238" y="3369"/>
                  </a:cubicBezTo>
                  <a:lnTo>
                    <a:pt x="185028" y="3369"/>
                  </a:lnTo>
                  <a:cubicBezTo>
                    <a:pt x="182634" y="3369"/>
                    <a:pt x="180839" y="4643"/>
                    <a:pt x="180400" y="7030"/>
                  </a:cubicBezTo>
                  <a:lnTo>
                    <a:pt x="163292" y="97544"/>
                  </a:lnTo>
                  <a:lnTo>
                    <a:pt x="162015" y="97544"/>
                  </a:lnTo>
                  <a:lnTo>
                    <a:pt x="146541" y="7190"/>
                  </a:lnTo>
                  <a:cubicBezTo>
                    <a:pt x="146102" y="4803"/>
                    <a:pt x="144628" y="3369"/>
                    <a:pt x="142075" y="3369"/>
                  </a:cubicBezTo>
                  <a:lnTo>
                    <a:pt x="116472" y="3369"/>
                  </a:lnTo>
                  <a:cubicBezTo>
                    <a:pt x="113600" y="3369"/>
                    <a:pt x="112123" y="5120"/>
                    <a:pt x="112802" y="7985"/>
                  </a:cubicBezTo>
                  <a:moveTo>
                    <a:pt x="34156" y="94519"/>
                  </a:moveTo>
                  <a:cubicBezTo>
                    <a:pt x="34156" y="79521"/>
                    <a:pt x="45401" y="70251"/>
                    <a:pt x="63589" y="70251"/>
                  </a:cubicBezTo>
                  <a:cubicBezTo>
                    <a:pt x="66499" y="70251"/>
                    <a:pt x="69531" y="70568"/>
                    <a:pt x="72881" y="71206"/>
                  </a:cubicBezTo>
                  <a:lnTo>
                    <a:pt x="72881" y="79559"/>
                  </a:lnTo>
                  <a:cubicBezTo>
                    <a:pt x="72881" y="101164"/>
                    <a:pt x="65184" y="113178"/>
                    <a:pt x="51305" y="113178"/>
                  </a:cubicBezTo>
                  <a:cubicBezTo>
                    <a:pt x="40815" y="113178"/>
                    <a:pt x="34156" y="105938"/>
                    <a:pt x="34156" y="94519"/>
                  </a:cubicBezTo>
                  <a:moveTo>
                    <a:pt x="38862" y="138561"/>
                  </a:moveTo>
                  <a:cubicBezTo>
                    <a:pt x="54534" y="138561"/>
                    <a:pt x="66778" y="130606"/>
                    <a:pt x="72562" y="116601"/>
                  </a:cubicBezTo>
                  <a:lnTo>
                    <a:pt x="73839" y="116601"/>
                  </a:lnTo>
                  <a:lnTo>
                    <a:pt x="77028" y="131561"/>
                  </a:lnTo>
                  <a:cubicBezTo>
                    <a:pt x="77587" y="134265"/>
                    <a:pt x="79183" y="135698"/>
                    <a:pt x="81495" y="135698"/>
                  </a:cubicBezTo>
                  <a:lnTo>
                    <a:pt x="101316" y="135698"/>
                  </a:lnTo>
                  <a:cubicBezTo>
                    <a:pt x="103710" y="135698"/>
                    <a:pt x="105465" y="133948"/>
                    <a:pt x="105465" y="131561"/>
                  </a:cubicBezTo>
                  <a:lnTo>
                    <a:pt x="105465" y="51551"/>
                  </a:lnTo>
                  <a:cubicBezTo>
                    <a:pt x="105465" y="18010"/>
                    <a:pt x="88035" y="504"/>
                    <a:pt x="54734" y="504"/>
                  </a:cubicBezTo>
                  <a:cubicBezTo>
                    <a:pt x="28771" y="504"/>
                    <a:pt x="10427" y="13118"/>
                    <a:pt x="4683" y="35040"/>
                  </a:cubicBezTo>
                  <a:cubicBezTo>
                    <a:pt x="3966" y="37984"/>
                    <a:pt x="5281" y="40292"/>
                    <a:pt x="8074" y="40768"/>
                  </a:cubicBezTo>
                  <a:lnTo>
                    <a:pt x="29291" y="44389"/>
                  </a:lnTo>
                  <a:cubicBezTo>
                    <a:pt x="31882" y="44827"/>
                    <a:pt x="33518" y="43593"/>
                    <a:pt x="34394" y="40530"/>
                  </a:cubicBezTo>
                  <a:cubicBezTo>
                    <a:pt x="37107" y="30822"/>
                    <a:pt x="43965" y="25849"/>
                    <a:pt x="54734" y="25849"/>
                  </a:cubicBezTo>
                  <a:cubicBezTo>
                    <a:pt x="66778" y="25849"/>
                    <a:pt x="72881" y="33089"/>
                    <a:pt x="72881" y="47373"/>
                  </a:cubicBezTo>
                  <a:lnTo>
                    <a:pt x="72881" y="53261"/>
                  </a:lnTo>
                  <a:cubicBezTo>
                    <a:pt x="68811" y="52425"/>
                    <a:pt x="64465" y="52027"/>
                    <a:pt x="58883" y="52027"/>
                  </a:cubicBezTo>
                  <a:cubicBezTo>
                    <a:pt x="23227" y="52027"/>
                    <a:pt x="656" y="70170"/>
                    <a:pt x="656" y="98816"/>
                  </a:cubicBezTo>
                  <a:cubicBezTo>
                    <a:pt x="656" y="122608"/>
                    <a:pt x="15971" y="138561"/>
                    <a:pt x="38862" y="138561"/>
                  </a:cubicBezTo>
                </a:path>
              </a:pathLst>
            </a:custGeom>
            <a:solidFill>
              <a:schemeClr val="tx1"/>
            </a:solidFill>
            <a:ln w="2238" cap="flat">
              <a:noFill/>
              <a:prstDash val="solid"/>
              <a:round/>
            </a:ln>
          </p:spPr>
          <p:txBody>
            <a:bodyPr/>
            <a:lstStyle/>
            <a:p>
              <a:endParaRPr lang="en-US"/>
            </a:p>
          </p:txBody>
        </p:sp>
        <p:sp>
          <p:nvSpPr>
            <p:cNvPr id="9" name="Freeform: Shape 8">
              <a:extLst>
                <a:ext uri="{FF2B5EF4-FFF2-40B4-BE49-F238E27FC236}">
                  <a16:creationId xmlns:a16="http://schemas.microsoft.com/office/drawing/2014/main" id="{3D9AF2D8-8D94-6DDE-1D3B-FA053F6F1A1D}"/>
                </a:ext>
              </a:extLst>
            </p:cNvPr>
            <p:cNvSpPr/>
            <p:nvPr/>
          </p:nvSpPr>
          <p:spPr>
            <a:xfrm>
              <a:off x="347587" y="6464577"/>
              <a:ext cx="441318" cy="115222"/>
            </a:xfrm>
            <a:custGeom>
              <a:avLst/>
              <a:gdLst>
                <a:gd name="csX0" fmla="*/ 355296 w 441318"/>
                <a:gd name="csY0" fmla="*/ 23803 h 115222"/>
                <a:gd name="csX1" fmla="*/ 368697 w 441318"/>
                <a:gd name="csY1" fmla="*/ 26033 h 115222"/>
                <a:gd name="csX2" fmla="*/ 416234 w 441318"/>
                <a:gd name="csY2" fmla="*/ 27307 h 115222"/>
                <a:gd name="csX3" fmla="*/ 401078 w 441318"/>
                <a:gd name="csY3" fmla="*/ 72343 h 115222"/>
                <a:gd name="csX4" fmla="*/ 398846 w 441318"/>
                <a:gd name="csY4" fmla="*/ 85710 h 115222"/>
                <a:gd name="csX5" fmla="*/ 402037 w 441318"/>
                <a:gd name="csY5" fmla="*/ 87143 h 115222"/>
                <a:gd name="csX6" fmla="*/ 415436 w 441318"/>
                <a:gd name="csY6" fmla="*/ 79026 h 115222"/>
                <a:gd name="csX7" fmla="*/ 437610 w 441318"/>
                <a:gd name="csY7" fmla="*/ 46562 h 115222"/>
                <a:gd name="csX8" fmla="*/ 439524 w 441318"/>
                <a:gd name="csY8" fmla="*/ 10913 h 115222"/>
                <a:gd name="csX9" fmla="*/ 405545 w 441318"/>
                <a:gd name="csY9" fmla="*/ 809 h 115222"/>
                <a:gd name="csX10" fmla="*/ 367101 w 441318"/>
                <a:gd name="csY10" fmla="*/ 10277 h 115222"/>
                <a:gd name="csX11" fmla="*/ 355296 w 441318"/>
                <a:gd name="csY11" fmla="*/ 23803 h 115222"/>
                <a:gd name="csX12" fmla="*/ 1310 w 441318"/>
                <a:gd name="csY12" fmla="*/ 17120 h 115222"/>
                <a:gd name="csX13" fmla="*/ 8809 w 441318"/>
                <a:gd name="csY13" fmla="*/ 29375 h 115222"/>
                <a:gd name="csX14" fmla="*/ 212681 w 441318"/>
                <a:gd name="csY14" fmla="*/ 116028 h 115222"/>
                <a:gd name="csX15" fmla="*/ 384329 w 441318"/>
                <a:gd name="csY15" fmla="*/ 60724 h 115222"/>
                <a:gd name="csX16" fmla="*/ 395017 w 441318"/>
                <a:gd name="csY16" fmla="*/ 45766 h 115222"/>
                <a:gd name="csX17" fmla="*/ 393262 w 441318"/>
                <a:gd name="csY17" fmla="*/ 41629 h 115222"/>
                <a:gd name="csX18" fmla="*/ 378108 w 441318"/>
                <a:gd name="csY18" fmla="*/ 44016 h 115222"/>
                <a:gd name="csX19" fmla="*/ 219699 w 441318"/>
                <a:gd name="csY19" fmla="*/ 77592 h 115222"/>
                <a:gd name="csX20" fmla="*/ 17902 w 441318"/>
                <a:gd name="csY20" fmla="*/ 14574 h 115222"/>
                <a:gd name="csX21" fmla="*/ 2587 w 441318"/>
                <a:gd name="csY21" fmla="*/ 9162 h 115222"/>
                <a:gd name="csX22" fmla="*/ 1310 w 441318"/>
                <a:gd name="csY22" fmla="*/ 17120 h 1152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41318" h="115222">
                  <a:moveTo>
                    <a:pt x="355296" y="23803"/>
                  </a:moveTo>
                  <a:cubicBezTo>
                    <a:pt x="356889" y="27464"/>
                    <a:pt x="361517" y="27543"/>
                    <a:pt x="368697" y="26033"/>
                  </a:cubicBezTo>
                  <a:cubicBezTo>
                    <a:pt x="387839" y="21974"/>
                    <a:pt x="412166" y="21496"/>
                    <a:pt x="416234" y="27307"/>
                  </a:cubicBezTo>
                  <a:cubicBezTo>
                    <a:pt x="420303" y="33114"/>
                    <a:pt x="411368" y="55713"/>
                    <a:pt x="401078" y="72343"/>
                  </a:cubicBezTo>
                  <a:cubicBezTo>
                    <a:pt x="397170" y="78628"/>
                    <a:pt x="395734" y="82608"/>
                    <a:pt x="398846" y="85710"/>
                  </a:cubicBezTo>
                  <a:cubicBezTo>
                    <a:pt x="399723" y="86586"/>
                    <a:pt x="400761" y="87143"/>
                    <a:pt x="402037" y="87143"/>
                  </a:cubicBezTo>
                  <a:cubicBezTo>
                    <a:pt x="405865" y="87143"/>
                    <a:pt x="410730" y="83163"/>
                    <a:pt x="415436" y="79026"/>
                  </a:cubicBezTo>
                  <a:cubicBezTo>
                    <a:pt x="425407" y="70194"/>
                    <a:pt x="433223" y="59135"/>
                    <a:pt x="437610" y="46562"/>
                  </a:cubicBezTo>
                  <a:cubicBezTo>
                    <a:pt x="441837" y="34467"/>
                    <a:pt x="443990" y="17439"/>
                    <a:pt x="439524" y="10913"/>
                  </a:cubicBezTo>
                  <a:cubicBezTo>
                    <a:pt x="435216" y="4706"/>
                    <a:pt x="418467" y="650"/>
                    <a:pt x="405545" y="809"/>
                  </a:cubicBezTo>
                  <a:cubicBezTo>
                    <a:pt x="391985" y="967"/>
                    <a:pt x="378904" y="4070"/>
                    <a:pt x="367101" y="10277"/>
                  </a:cubicBezTo>
                  <a:cubicBezTo>
                    <a:pt x="359761" y="14255"/>
                    <a:pt x="353062" y="18711"/>
                    <a:pt x="355296" y="23803"/>
                  </a:cubicBezTo>
                  <a:moveTo>
                    <a:pt x="1310" y="17120"/>
                  </a:moveTo>
                  <a:cubicBezTo>
                    <a:pt x="2427" y="20462"/>
                    <a:pt x="4980" y="24680"/>
                    <a:pt x="8809" y="29375"/>
                  </a:cubicBezTo>
                  <a:cubicBezTo>
                    <a:pt x="57782" y="89687"/>
                    <a:pt x="136588" y="116028"/>
                    <a:pt x="212681" y="116028"/>
                  </a:cubicBezTo>
                  <a:cubicBezTo>
                    <a:pt x="279201" y="116028"/>
                    <a:pt x="343489" y="96054"/>
                    <a:pt x="384329" y="60724"/>
                  </a:cubicBezTo>
                  <a:cubicBezTo>
                    <a:pt x="391428" y="54598"/>
                    <a:pt x="395017" y="49584"/>
                    <a:pt x="395017" y="45766"/>
                  </a:cubicBezTo>
                  <a:cubicBezTo>
                    <a:pt x="395017" y="44173"/>
                    <a:pt x="394457" y="42820"/>
                    <a:pt x="393262" y="41629"/>
                  </a:cubicBezTo>
                  <a:cubicBezTo>
                    <a:pt x="389752" y="37968"/>
                    <a:pt x="384488" y="40674"/>
                    <a:pt x="378108" y="44016"/>
                  </a:cubicBezTo>
                  <a:cubicBezTo>
                    <a:pt x="340140" y="63906"/>
                    <a:pt x="281754" y="77592"/>
                    <a:pt x="219699" y="77592"/>
                  </a:cubicBezTo>
                  <a:cubicBezTo>
                    <a:pt x="149669" y="77592"/>
                    <a:pt x="74691" y="60248"/>
                    <a:pt x="17902" y="14574"/>
                  </a:cubicBezTo>
                  <a:cubicBezTo>
                    <a:pt x="12477" y="10277"/>
                    <a:pt x="6575" y="6059"/>
                    <a:pt x="2587" y="9162"/>
                  </a:cubicBezTo>
                  <a:cubicBezTo>
                    <a:pt x="1151" y="10356"/>
                    <a:pt x="-126" y="12664"/>
                    <a:pt x="1310" y="17120"/>
                  </a:cubicBezTo>
                </a:path>
              </a:pathLst>
            </a:custGeom>
            <a:solidFill>
              <a:srgbClr val="F47722"/>
            </a:solidFill>
            <a:ln w="2238" cap="flat">
              <a:noFill/>
              <a:prstDash val="solid"/>
              <a:round/>
            </a:ln>
          </p:spPr>
          <p:txBody>
            <a:bodyPr/>
            <a:lstStyle/>
            <a:p>
              <a:endParaRPr lang="en-US"/>
            </a:p>
          </p:txBody>
        </p:sp>
      </p:grpSp>
    </p:spTree>
    <p:extLst>
      <p:ext uri="{BB962C8B-B14F-4D97-AF65-F5344CB8AC3E}">
        <p14:creationId xmlns:p14="http://schemas.microsoft.com/office/powerpoint/2010/main" val="28678150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A6F3E-6BC3-EA41-EDD4-C415D226D08C}"/>
              </a:ext>
            </a:extLst>
          </p:cNvPr>
          <p:cNvSpPr>
            <a:spLocks noGrp="1"/>
          </p:cNvSpPr>
          <p:nvPr>
            <p:ph type="title" hasCustomPrompt="1"/>
          </p:nvPr>
        </p:nvSpPr>
        <p:spPr>
          <a:xfrm>
            <a:off x="342900" y="-1135116"/>
            <a:ext cx="11506200" cy="957316"/>
          </a:xfrm>
        </p:spPr>
        <p:txBody>
          <a:bodyPr/>
          <a:lstStyle>
            <a:lvl1pPr>
              <a:defRPr>
                <a:solidFill>
                  <a:schemeClr val="bg2"/>
                </a:solidFill>
              </a:defRPr>
            </a:lvl1pPr>
          </a:lstStyle>
          <a:p>
            <a:r>
              <a:rPr lang="en-US" dirty="0"/>
              <a:t>Enter slide title for accessibility purposes</a:t>
            </a:r>
          </a:p>
        </p:txBody>
      </p:sp>
    </p:spTree>
    <p:extLst>
      <p:ext uri="{BB962C8B-B14F-4D97-AF65-F5344CB8AC3E}">
        <p14:creationId xmlns:p14="http://schemas.microsoft.com/office/powerpoint/2010/main" val="26221837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30856-EB82-31C8-40A6-B440734B2870}"/>
              </a:ext>
            </a:extLst>
          </p:cNvPr>
          <p:cNvSpPr>
            <a:spLocks noGrp="1"/>
          </p:cNvSpPr>
          <p:nvPr>
            <p:ph type="title" hasCustomPrompt="1"/>
          </p:nvPr>
        </p:nvSpPr>
        <p:spPr>
          <a:xfrm>
            <a:off x="1016340" y="2419350"/>
            <a:ext cx="8895442" cy="762000"/>
          </a:xfrm>
        </p:spPr>
        <p:txBody>
          <a:bodyPr/>
          <a:lstStyle>
            <a:lvl1pPr>
              <a:defRPr/>
            </a:lvl1pPr>
          </a:lstStyle>
          <a:p>
            <a:r>
              <a:rPr lang="en-US" dirty="0"/>
              <a:t>Enter slide title</a:t>
            </a:r>
          </a:p>
        </p:txBody>
      </p:sp>
      <p:sp>
        <p:nvSpPr>
          <p:cNvPr id="5" name="Text Placeholder 4">
            <a:extLst>
              <a:ext uri="{FF2B5EF4-FFF2-40B4-BE49-F238E27FC236}">
                <a16:creationId xmlns:a16="http://schemas.microsoft.com/office/drawing/2014/main" id="{B7A32A3C-BBE8-E6B6-78EC-B3666B5E0B0E}"/>
              </a:ext>
            </a:extLst>
          </p:cNvPr>
          <p:cNvSpPr>
            <a:spLocks noGrp="1"/>
          </p:cNvSpPr>
          <p:nvPr>
            <p:ph type="body" sz="quarter" idx="10" hasCustomPrompt="1"/>
          </p:nvPr>
        </p:nvSpPr>
        <p:spPr>
          <a:xfrm>
            <a:off x="1016340" y="3429000"/>
            <a:ext cx="8895442" cy="1945532"/>
          </a:xfrm>
        </p:spPr>
        <p:txBody>
          <a:bodyPr/>
          <a:lstStyle>
            <a:lvl1pPr marL="0" indent="0">
              <a:spcAft>
                <a:spcPts val="1800"/>
              </a:spcAft>
              <a:buNone/>
              <a:defRPr sz="2800"/>
            </a:lvl1pPr>
            <a:lvl2pPr>
              <a:buNone/>
              <a:defRPr/>
            </a:lvl2pPr>
            <a:lvl3pPr>
              <a:buNone/>
              <a:defRPr/>
            </a:lvl3pPr>
            <a:lvl4pPr>
              <a:buNone/>
              <a:defRPr/>
            </a:lvl4pPr>
            <a:lvl5pPr>
              <a:buNone/>
              <a:defRPr/>
            </a:lvl5pPr>
          </a:lstStyle>
          <a:p>
            <a:pPr lvl="0"/>
            <a:r>
              <a:rPr lang="en-US" dirty="0"/>
              <a:t>Enter slide text</a:t>
            </a:r>
          </a:p>
        </p:txBody>
      </p:sp>
      <p:grpSp>
        <p:nvGrpSpPr>
          <p:cNvPr id="29" name="Graphic 9">
            <a:extLst>
              <a:ext uri="{FF2B5EF4-FFF2-40B4-BE49-F238E27FC236}">
                <a16:creationId xmlns:a16="http://schemas.microsoft.com/office/drawing/2014/main" id="{6A2FAF0C-B256-7F72-5FE5-BB8E2C043825}"/>
              </a:ext>
            </a:extLst>
          </p:cNvPr>
          <p:cNvGrpSpPr/>
          <p:nvPr/>
        </p:nvGrpSpPr>
        <p:grpSpPr>
          <a:xfrm>
            <a:off x="10664096" y="2286000"/>
            <a:ext cx="765904" cy="765904"/>
            <a:chOff x="11167872" y="2286000"/>
            <a:chExt cx="512064" cy="512064"/>
          </a:xfrm>
        </p:grpSpPr>
        <p:sp>
          <p:nvSpPr>
            <p:cNvPr id="30" name="Rectangle 29">
              <a:extLst>
                <a:ext uri="{FF2B5EF4-FFF2-40B4-BE49-F238E27FC236}">
                  <a16:creationId xmlns:a16="http://schemas.microsoft.com/office/drawing/2014/main" id="{AF617DD8-84E4-7401-7158-F0789D1FFA8E}"/>
                </a:ext>
              </a:extLst>
            </p:cNvPr>
            <p:cNvSpPr/>
            <p:nvPr/>
          </p:nvSpPr>
          <p:spPr>
            <a:xfrm>
              <a:off x="11167872" y="2286000"/>
              <a:ext cx="512064" cy="512064"/>
            </a:xfrm>
            <a:prstGeom prst="rect">
              <a:avLst/>
            </a:prstGeom>
            <a:noFill/>
            <a:ln w="842" cap="flat">
              <a:noFill/>
              <a:prstDash val="solid"/>
              <a:round/>
            </a:ln>
          </p:spPr>
          <p:txBody>
            <a:bodyPr/>
            <a:lstStyle/>
            <a:p>
              <a:endParaRPr lang="en-US"/>
            </a:p>
          </p:txBody>
        </p:sp>
        <p:sp>
          <p:nvSpPr>
            <p:cNvPr id="32" name="Rectangle 31">
              <a:extLst>
                <a:ext uri="{FF2B5EF4-FFF2-40B4-BE49-F238E27FC236}">
                  <a16:creationId xmlns:a16="http://schemas.microsoft.com/office/drawing/2014/main" id="{2A633CD4-942A-DB93-C46B-18AF7480A53E}"/>
                </a:ext>
              </a:extLst>
            </p:cNvPr>
            <p:cNvSpPr/>
            <p:nvPr/>
          </p:nvSpPr>
          <p:spPr>
            <a:xfrm>
              <a:off x="11167872" y="2286000"/>
              <a:ext cx="512064" cy="512064"/>
            </a:xfrm>
            <a:prstGeom prst="rect">
              <a:avLst/>
            </a:prstGeom>
            <a:solidFill>
              <a:srgbClr val="FF5200"/>
            </a:solidFill>
            <a:ln w="842" cap="flat">
              <a:noFill/>
              <a:prstDash val="solid"/>
              <a:round/>
            </a:ln>
          </p:spPr>
          <p:txBody>
            <a:bodyPr/>
            <a:lstStyle/>
            <a:p>
              <a:endParaRPr lang="en-US"/>
            </a:p>
          </p:txBody>
        </p:sp>
      </p:grpSp>
      <p:grpSp>
        <p:nvGrpSpPr>
          <p:cNvPr id="34" name="Graphic 11">
            <a:extLst>
              <a:ext uri="{FF2B5EF4-FFF2-40B4-BE49-F238E27FC236}">
                <a16:creationId xmlns:a16="http://schemas.microsoft.com/office/drawing/2014/main" id="{E0258A9A-45AF-ADF2-ECCE-1B5753C210DE}"/>
              </a:ext>
            </a:extLst>
          </p:cNvPr>
          <p:cNvGrpSpPr/>
          <p:nvPr/>
        </p:nvGrpSpPr>
        <p:grpSpPr>
          <a:xfrm>
            <a:off x="11428048" y="2286000"/>
            <a:ext cx="765904" cy="765904"/>
            <a:chOff x="11679936" y="2286000"/>
            <a:chExt cx="512064" cy="512064"/>
          </a:xfrm>
        </p:grpSpPr>
        <p:sp>
          <p:nvSpPr>
            <p:cNvPr id="35" name="Rectangle 34">
              <a:extLst>
                <a:ext uri="{FF2B5EF4-FFF2-40B4-BE49-F238E27FC236}">
                  <a16:creationId xmlns:a16="http://schemas.microsoft.com/office/drawing/2014/main" id="{6F03C8EF-452B-E044-7FBE-F825E1F8CC1D}"/>
                </a:ext>
              </a:extLst>
            </p:cNvPr>
            <p:cNvSpPr/>
            <p:nvPr/>
          </p:nvSpPr>
          <p:spPr>
            <a:xfrm>
              <a:off x="11679936" y="2286000"/>
              <a:ext cx="512064" cy="512064"/>
            </a:xfrm>
            <a:prstGeom prst="rect">
              <a:avLst/>
            </a:prstGeom>
            <a:noFill/>
            <a:ln w="842" cap="flat">
              <a:noFill/>
              <a:prstDash val="solid"/>
              <a:round/>
            </a:ln>
          </p:spPr>
          <p:txBody>
            <a:bodyPr/>
            <a:lstStyle/>
            <a:p>
              <a:endParaRPr lang="en-US"/>
            </a:p>
          </p:txBody>
        </p:sp>
        <p:sp>
          <p:nvSpPr>
            <p:cNvPr id="37" name="Rectangle 36">
              <a:extLst>
                <a:ext uri="{FF2B5EF4-FFF2-40B4-BE49-F238E27FC236}">
                  <a16:creationId xmlns:a16="http://schemas.microsoft.com/office/drawing/2014/main" id="{C1C379B3-9F1F-9B87-DBE6-6B9F68847E92}"/>
                </a:ext>
              </a:extLst>
            </p:cNvPr>
            <p:cNvSpPr/>
            <p:nvPr/>
          </p:nvSpPr>
          <p:spPr>
            <a:xfrm>
              <a:off x="11679936" y="2286000"/>
              <a:ext cx="512064" cy="512064"/>
            </a:xfrm>
            <a:prstGeom prst="rect">
              <a:avLst/>
            </a:prstGeom>
            <a:solidFill>
              <a:srgbClr val="97529B"/>
            </a:solidFill>
            <a:ln w="842" cap="flat">
              <a:noFill/>
              <a:prstDash val="solid"/>
              <a:round/>
            </a:ln>
          </p:spPr>
          <p:txBody>
            <a:bodyPr/>
            <a:lstStyle/>
            <a:p>
              <a:endParaRPr lang="en-US"/>
            </a:p>
          </p:txBody>
        </p:sp>
      </p:grpSp>
      <p:grpSp>
        <p:nvGrpSpPr>
          <p:cNvPr id="39" name="Graphic 13">
            <a:extLst>
              <a:ext uri="{FF2B5EF4-FFF2-40B4-BE49-F238E27FC236}">
                <a16:creationId xmlns:a16="http://schemas.microsoft.com/office/drawing/2014/main" id="{FA1C04F7-6C33-03E1-3A15-027C680CE3F8}"/>
              </a:ext>
            </a:extLst>
          </p:cNvPr>
          <p:cNvGrpSpPr/>
          <p:nvPr/>
        </p:nvGrpSpPr>
        <p:grpSpPr>
          <a:xfrm>
            <a:off x="-3904" y="2286000"/>
            <a:ext cx="765904" cy="765904"/>
            <a:chOff x="-3904" y="2286000"/>
            <a:chExt cx="512064" cy="512064"/>
          </a:xfrm>
        </p:grpSpPr>
        <p:sp>
          <p:nvSpPr>
            <p:cNvPr id="40" name="Rectangle 39">
              <a:extLst>
                <a:ext uri="{FF2B5EF4-FFF2-40B4-BE49-F238E27FC236}">
                  <a16:creationId xmlns:a16="http://schemas.microsoft.com/office/drawing/2014/main" id="{66B1B8D8-B149-043E-4CDE-A3C1B5605CB7}"/>
                </a:ext>
              </a:extLst>
            </p:cNvPr>
            <p:cNvSpPr/>
            <p:nvPr/>
          </p:nvSpPr>
          <p:spPr>
            <a:xfrm>
              <a:off x="-3904" y="2286000"/>
              <a:ext cx="512064" cy="512064"/>
            </a:xfrm>
            <a:prstGeom prst="rect">
              <a:avLst/>
            </a:prstGeom>
            <a:noFill/>
            <a:ln w="842" cap="flat">
              <a:noFill/>
              <a:prstDash val="solid"/>
              <a:round/>
            </a:ln>
          </p:spPr>
          <p:txBody>
            <a:bodyPr/>
            <a:lstStyle/>
            <a:p>
              <a:endParaRPr lang="en-US"/>
            </a:p>
          </p:txBody>
        </p:sp>
        <p:sp>
          <p:nvSpPr>
            <p:cNvPr id="42" name="Rectangle 41">
              <a:extLst>
                <a:ext uri="{FF2B5EF4-FFF2-40B4-BE49-F238E27FC236}">
                  <a16:creationId xmlns:a16="http://schemas.microsoft.com/office/drawing/2014/main" id="{94AA617F-3377-29EA-E542-3C031B5A2637}"/>
                </a:ext>
              </a:extLst>
            </p:cNvPr>
            <p:cNvSpPr/>
            <p:nvPr/>
          </p:nvSpPr>
          <p:spPr>
            <a:xfrm>
              <a:off x="-3904" y="2286000"/>
              <a:ext cx="512064" cy="512064"/>
            </a:xfrm>
            <a:prstGeom prst="rect">
              <a:avLst/>
            </a:prstGeom>
            <a:solidFill>
              <a:srgbClr val="3A601F"/>
            </a:solidFill>
            <a:ln w="842" cap="flat">
              <a:noFill/>
              <a:prstDash val="solid"/>
              <a:round/>
            </a:ln>
          </p:spPr>
          <p:txBody>
            <a:bodyPr/>
            <a:lstStyle/>
            <a:p>
              <a:endParaRPr lang="en-US"/>
            </a:p>
          </p:txBody>
        </p:sp>
      </p:grpSp>
    </p:spTree>
    <p:extLst>
      <p:ext uri="{BB962C8B-B14F-4D97-AF65-F5344CB8AC3E}">
        <p14:creationId xmlns:p14="http://schemas.microsoft.com/office/powerpoint/2010/main" val="34161472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30856-EB82-31C8-40A6-B440734B2870}"/>
              </a:ext>
            </a:extLst>
          </p:cNvPr>
          <p:cNvSpPr>
            <a:spLocks noGrp="1"/>
          </p:cNvSpPr>
          <p:nvPr>
            <p:ph type="title" hasCustomPrompt="1"/>
          </p:nvPr>
        </p:nvSpPr>
        <p:spPr/>
        <p:txBody>
          <a:bodyPr/>
          <a:lstStyle>
            <a:lvl1pPr>
              <a:defRPr/>
            </a:lvl1pPr>
          </a:lstStyle>
          <a:p>
            <a:r>
              <a:rPr lang="en-US" dirty="0"/>
              <a:t>Enter slide title</a:t>
            </a:r>
          </a:p>
        </p:txBody>
      </p:sp>
      <p:sp>
        <p:nvSpPr>
          <p:cNvPr id="3" name="Content Placeholder 2">
            <a:extLst>
              <a:ext uri="{FF2B5EF4-FFF2-40B4-BE49-F238E27FC236}">
                <a16:creationId xmlns:a16="http://schemas.microsoft.com/office/drawing/2014/main" id="{8DB794CB-6C56-45B3-662F-C9ED3E970BB9}"/>
              </a:ext>
            </a:extLst>
          </p:cNvPr>
          <p:cNvSpPr>
            <a:spLocks noGrp="1"/>
          </p:cNvSpPr>
          <p:nvPr>
            <p:ph idx="1" hasCustomPrompt="1"/>
          </p:nvPr>
        </p:nvSpPr>
        <p:spPr/>
        <p:txBody>
          <a:bodyPr/>
          <a:lstStyle>
            <a:lvl1pPr>
              <a:defRPr/>
            </a:lvl1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926599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 1">
    <p:spTree>
      <p:nvGrpSpPr>
        <p:cNvPr id="1" name=""/>
        <p:cNvGrpSpPr/>
        <p:nvPr/>
      </p:nvGrpSpPr>
      <p:grpSpPr>
        <a:xfrm>
          <a:off x="0" y="0"/>
          <a:ext cx="0" cy="0"/>
          <a:chOff x="0" y="0"/>
          <a:chExt cx="0" cy="0"/>
        </a:xfrm>
      </p:grpSpPr>
      <p:sp>
        <p:nvSpPr>
          <p:cNvPr id="25" name="Text Placeholder 21">
            <a:extLst>
              <a:ext uri="{FF2B5EF4-FFF2-40B4-BE49-F238E27FC236}">
                <a16:creationId xmlns:a16="http://schemas.microsoft.com/office/drawing/2014/main" id="{50B30AC3-B6AC-CA70-58FC-9A2407A6FFA1}"/>
              </a:ext>
            </a:extLst>
          </p:cNvPr>
          <p:cNvSpPr>
            <a:spLocks noGrp="1"/>
          </p:cNvSpPr>
          <p:nvPr>
            <p:ph type="body" sz="quarter" idx="10" hasCustomPrompt="1"/>
          </p:nvPr>
        </p:nvSpPr>
        <p:spPr>
          <a:xfrm>
            <a:off x="471539" y="1880514"/>
            <a:ext cx="3361342" cy="235131"/>
          </a:xfrm>
          <a:prstGeom prst="rect">
            <a:avLst/>
          </a:prstGeom>
        </p:spPr>
        <p:txBody>
          <a:bodyPr anchor="t" anchorCtr="0">
            <a:noAutofit/>
          </a:bodyPr>
          <a:lstStyle>
            <a:lvl1pPr marL="0" indent="0">
              <a:buNone/>
              <a:defRPr kumimoji="0" lang="en-US" sz="1400" b="0" i="0" u="none" strike="noStrike" kern="1200" cap="all" spc="300" normalizeH="0" baseline="0" dirty="0" smtClean="0">
                <a:ln>
                  <a:noFill/>
                </a:ln>
                <a:solidFill>
                  <a:schemeClr val="tx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stStyle>
          <a:p>
            <a:pPr lvl="0"/>
            <a:r>
              <a:rPr lang="en-US" dirty="0"/>
              <a:t>EYEBROW</a:t>
            </a:r>
          </a:p>
        </p:txBody>
      </p:sp>
      <p:sp>
        <p:nvSpPr>
          <p:cNvPr id="26" name="Text Placeholder 21">
            <a:extLst>
              <a:ext uri="{FF2B5EF4-FFF2-40B4-BE49-F238E27FC236}">
                <a16:creationId xmlns:a16="http://schemas.microsoft.com/office/drawing/2014/main" id="{5E868F07-CC21-EA1E-B19A-AFB8C6E33DA0}"/>
              </a:ext>
            </a:extLst>
          </p:cNvPr>
          <p:cNvSpPr>
            <a:spLocks noGrp="1"/>
          </p:cNvSpPr>
          <p:nvPr>
            <p:ph type="body" sz="quarter" idx="12" hasCustomPrompt="1"/>
          </p:nvPr>
        </p:nvSpPr>
        <p:spPr>
          <a:xfrm>
            <a:off x="4533904" y="2235760"/>
            <a:ext cx="7315196" cy="3368944"/>
          </a:xfrm>
          <a:prstGeom prst="rect">
            <a:avLst/>
          </a:prstGeom>
        </p:spPr>
        <p:txBody>
          <a:bodyPr anchor="t" anchorCtr="0">
            <a:noAutofit/>
          </a:bodyPr>
          <a:lstStyle>
            <a:lvl1pPr marL="0" marR="0" indent="0" algn="l" defTabSz="914400" rtl="0" eaLnBrk="1" fontAlgn="auto" latinLnBrk="0" hangingPunct="1">
              <a:lnSpc>
                <a:spcPct val="100000"/>
              </a:lnSpc>
              <a:spcBef>
                <a:spcPts val="0"/>
              </a:spcBef>
              <a:spcAft>
                <a:spcPts val="2800"/>
              </a:spcAft>
              <a:buClrTx/>
              <a:buSzTx/>
              <a:buFont typeface="Ember Modern Text" panose="020B0503020204020204" pitchFamily="34" charset="0"/>
              <a:buNone/>
              <a:tabLst/>
              <a:defRPr kumimoji="0" lang="en-US" sz="2400" b="0" u="none" strike="noStrike" kern="1200" cap="none" spc="0" normalizeH="0" baseline="0" dirty="0" smtClean="0">
                <a:ln>
                  <a:noFill/>
                </a:ln>
                <a:solidFill>
                  <a:schemeClr val="tx1"/>
                </a:solidFill>
                <a:effectLst/>
                <a:uLnTx/>
                <a:uFillTx/>
                <a:latin typeface="+mn-lt"/>
                <a:ea typeface="Ember Modern Text" panose="020B0503020204020204" pitchFamily="34" charset="0"/>
                <a:cs typeface="Ember Modern Text" panose="020B0503020204020204" pitchFamily="34" charset="0"/>
              </a:defRPr>
            </a:lvl1pPr>
          </a:lstStyle>
          <a:p>
            <a:pPr lvl="0"/>
            <a:r>
              <a:rPr lang="en-US" dirty="0"/>
              <a:t>Enter slide text</a:t>
            </a:r>
          </a:p>
        </p:txBody>
      </p:sp>
      <p:sp>
        <p:nvSpPr>
          <p:cNvPr id="27" name="Text Placeholder 21">
            <a:extLst>
              <a:ext uri="{FF2B5EF4-FFF2-40B4-BE49-F238E27FC236}">
                <a16:creationId xmlns:a16="http://schemas.microsoft.com/office/drawing/2014/main" id="{56561C1F-1538-DA3C-AA7C-287FFE65D433}"/>
              </a:ext>
            </a:extLst>
          </p:cNvPr>
          <p:cNvSpPr>
            <a:spLocks noGrp="1"/>
          </p:cNvSpPr>
          <p:nvPr>
            <p:ph type="body" sz="quarter" idx="13" hasCustomPrompt="1"/>
          </p:nvPr>
        </p:nvSpPr>
        <p:spPr>
          <a:xfrm>
            <a:off x="471539" y="3876483"/>
            <a:ext cx="3357509" cy="1728220"/>
          </a:xfrm>
          <a:prstGeom prst="rect">
            <a:avLst/>
          </a:prstGeom>
        </p:spPr>
        <p:txBody>
          <a:bodyPr anchor="t" anchorCtr="0">
            <a:noAutofit/>
          </a:bodyPr>
          <a:lstStyle>
            <a:lvl1pPr marL="0" marR="0" indent="0" algn="l" defTabSz="914400" rtl="0" eaLnBrk="1" fontAlgn="auto" latinLnBrk="0" hangingPunct="1">
              <a:lnSpc>
                <a:spcPct val="100000"/>
              </a:lnSpc>
              <a:spcBef>
                <a:spcPts val="0"/>
              </a:spcBef>
              <a:spcAft>
                <a:spcPts val="1200"/>
              </a:spcAft>
              <a:buClrTx/>
              <a:buSzTx/>
              <a:buFont typeface="Ember Modern Text" panose="020B0503020204020204" pitchFamily="34" charset="0"/>
              <a:buNone/>
              <a:tabLst/>
              <a:defRPr kumimoji="0" lang="en-US" sz="1600" b="0" i="0" u="none" strike="noStrike" kern="1200" cap="none" spc="0" normalizeH="0" baseline="0" dirty="0" smtClean="0">
                <a:ln>
                  <a:noFill/>
                </a:ln>
                <a:solidFill>
                  <a:schemeClr val="tx1"/>
                </a:solidFill>
                <a:effectLst/>
                <a:uLnTx/>
                <a:uFillTx/>
                <a:latin typeface="+mn-lt"/>
                <a:ea typeface="+mn-ea"/>
                <a:cs typeface="+mn-cs"/>
              </a:defRPr>
            </a:lvl1pPr>
          </a:lstStyle>
          <a:p>
            <a:pPr lvl="0"/>
            <a:r>
              <a:rPr lang="en-US" dirty="0"/>
              <a:t>Enter descriptive body text, if needed</a:t>
            </a:r>
          </a:p>
        </p:txBody>
      </p:sp>
      <p:sp>
        <p:nvSpPr>
          <p:cNvPr id="28" name="Title Placeholder 1">
            <a:extLst>
              <a:ext uri="{FF2B5EF4-FFF2-40B4-BE49-F238E27FC236}">
                <a16:creationId xmlns:a16="http://schemas.microsoft.com/office/drawing/2014/main" id="{91A67FF4-1472-464A-388A-123544DBEFD7}"/>
              </a:ext>
            </a:extLst>
          </p:cNvPr>
          <p:cNvSpPr>
            <a:spLocks noGrp="1"/>
          </p:cNvSpPr>
          <p:nvPr>
            <p:ph type="title" hasCustomPrompt="1"/>
          </p:nvPr>
        </p:nvSpPr>
        <p:spPr>
          <a:xfrm>
            <a:off x="471539" y="2235759"/>
            <a:ext cx="3357510" cy="1640724"/>
          </a:xfrm>
          <a:prstGeom prst="rect">
            <a:avLst/>
          </a:prstGeom>
        </p:spPr>
        <p:txBody>
          <a:bodyPr vert="horz" lIns="0" tIns="45720" rIns="0" bIns="45720" rtlCol="0" anchor="t" anchorCtr="0">
            <a:noAutofit/>
          </a:bodyPr>
          <a:lstStyle>
            <a:lvl1pPr>
              <a:defRPr>
                <a:solidFill>
                  <a:schemeClr val="tx1"/>
                </a:solidFill>
              </a:defRPr>
            </a:lvl1pPr>
          </a:lstStyle>
          <a:p>
            <a:r>
              <a:rPr lang="en-GB" dirty="0"/>
              <a:t>Enter slide title</a:t>
            </a:r>
            <a:endParaRPr lang="en-US" dirty="0"/>
          </a:p>
        </p:txBody>
      </p:sp>
    </p:spTree>
    <p:extLst>
      <p:ext uri="{BB962C8B-B14F-4D97-AF65-F5344CB8AC3E}">
        <p14:creationId xmlns:p14="http://schemas.microsoft.com/office/powerpoint/2010/main" val="22958316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white">
    <p:bg>
      <p:bgRef idx="1001">
        <a:schemeClr val="bg2"/>
      </p:bgRef>
    </p:bg>
    <p:spTree>
      <p:nvGrpSpPr>
        <p:cNvPr id="1" name=""/>
        <p:cNvGrpSpPr/>
        <p:nvPr/>
      </p:nvGrpSpPr>
      <p:grpSpPr>
        <a:xfrm>
          <a:off x="0" y="0"/>
          <a:ext cx="0" cy="0"/>
          <a:chOff x="0" y="0"/>
          <a:chExt cx="0" cy="0"/>
        </a:xfrm>
      </p:grpSpPr>
      <p:sp>
        <p:nvSpPr>
          <p:cNvPr id="25" name="Text Placeholder 21">
            <a:extLst>
              <a:ext uri="{FF2B5EF4-FFF2-40B4-BE49-F238E27FC236}">
                <a16:creationId xmlns:a16="http://schemas.microsoft.com/office/drawing/2014/main" id="{50B30AC3-B6AC-CA70-58FC-9A2407A6FFA1}"/>
              </a:ext>
            </a:extLst>
          </p:cNvPr>
          <p:cNvSpPr>
            <a:spLocks noGrp="1"/>
          </p:cNvSpPr>
          <p:nvPr>
            <p:ph type="body" sz="quarter" idx="10" hasCustomPrompt="1"/>
          </p:nvPr>
        </p:nvSpPr>
        <p:spPr>
          <a:xfrm>
            <a:off x="471539" y="1880514"/>
            <a:ext cx="3361342" cy="235131"/>
          </a:xfrm>
          <a:prstGeom prst="rect">
            <a:avLst/>
          </a:prstGeom>
        </p:spPr>
        <p:txBody>
          <a:bodyPr anchor="t" anchorCtr="0">
            <a:noAutofit/>
          </a:bodyPr>
          <a:lstStyle>
            <a:lvl1pPr marL="0" indent="0">
              <a:buNone/>
              <a:defRPr kumimoji="0" lang="en-US" sz="1400" b="0" i="0" u="none" strike="noStrike" kern="1200" cap="all" spc="300" normalizeH="0" baseline="0" dirty="0" smtClean="0">
                <a:ln>
                  <a:noFill/>
                </a:ln>
                <a:solidFill>
                  <a:schemeClr val="tx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stStyle>
          <a:p>
            <a:pPr lvl="0"/>
            <a:r>
              <a:rPr lang="en-US" dirty="0"/>
              <a:t>EYEBROW</a:t>
            </a:r>
          </a:p>
        </p:txBody>
      </p:sp>
      <p:sp>
        <p:nvSpPr>
          <p:cNvPr id="26" name="Text Placeholder 21">
            <a:extLst>
              <a:ext uri="{FF2B5EF4-FFF2-40B4-BE49-F238E27FC236}">
                <a16:creationId xmlns:a16="http://schemas.microsoft.com/office/drawing/2014/main" id="{5E868F07-CC21-EA1E-B19A-AFB8C6E33DA0}"/>
              </a:ext>
            </a:extLst>
          </p:cNvPr>
          <p:cNvSpPr>
            <a:spLocks noGrp="1"/>
          </p:cNvSpPr>
          <p:nvPr>
            <p:ph type="body" sz="quarter" idx="12" hasCustomPrompt="1"/>
          </p:nvPr>
        </p:nvSpPr>
        <p:spPr>
          <a:xfrm>
            <a:off x="4533904" y="2235760"/>
            <a:ext cx="7315196" cy="3368944"/>
          </a:xfrm>
          <a:prstGeom prst="rect">
            <a:avLst/>
          </a:prstGeom>
        </p:spPr>
        <p:txBody>
          <a:bodyPr anchor="t" anchorCtr="0">
            <a:noAutofit/>
          </a:bodyPr>
          <a:lstStyle>
            <a:lvl1pPr marL="0" marR="0" indent="0" algn="l" defTabSz="914400" rtl="0" eaLnBrk="1" fontAlgn="auto" latinLnBrk="0" hangingPunct="1">
              <a:lnSpc>
                <a:spcPct val="100000"/>
              </a:lnSpc>
              <a:spcBef>
                <a:spcPts val="0"/>
              </a:spcBef>
              <a:spcAft>
                <a:spcPts val="2800"/>
              </a:spcAft>
              <a:buClrTx/>
              <a:buSzTx/>
              <a:buFont typeface="Ember Modern Text" panose="020B0503020204020204" pitchFamily="34" charset="0"/>
              <a:buNone/>
              <a:tabLst/>
              <a:defRPr kumimoji="0" lang="en-US" sz="2400" b="0" u="none" strike="noStrike" kern="1200" cap="none" spc="0" normalizeH="0" baseline="0" dirty="0" smtClean="0">
                <a:ln>
                  <a:noFill/>
                </a:ln>
                <a:solidFill>
                  <a:schemeClr val="tx1"/>
                </a:solidFill>
                <a:effectLst/>
                <a:uLnTx/>
                <a:uFillTx/>
                <a:latin typeface="+mn-lt"/>
                <a:ea typeface="Ember Modern Text" panose="020B0503020204020204" pitchFamily="34" charset="0"/>
                <a:cs typeface="Ember Modern Text" panose="020B0503020204020204" pitchFamily="34" charset="0"/>
              </a:defRPr>
            </a:lvl1pPr>
          </a:lstStyle>
          <a:p>
            <a:pPr lvl="0"/>
            <a:r>
              <a:rPr lang="en-US" dirty="0"/>
              <a:t>Enter slide text</a:t>
            </a:r>
          </a:p>
        </p:txBody>
      </p:sp>
      <p:sp>
        <p:nvSpPr>
          <p:cNvPr id="27" name="Text Placeholder 21">
            <a:extLst>
              <a:ext uri="{FF2B5EF4-FFF2-40B4-BE49-F238E27FC236}">
                <a16:creationId xmlns:a16="http://schemas.microsoft.com/office/drawing/2014/main" id="{56561C1F-1538-DA3C-AA7C-287FFE65D433}"/>
              </a:ext>
            </a:extLst>
          </p:cNvPr>
          <p:cNvSpPr>
            <a:spLocks noGrp="1"/>
          </p:cNvSpPr>
          <p:nvPr>
            <p:ph type="body" sz="quarter" idx="13" hasCustomPrompt="1"/>
          </p:nvPr>
        </p:nvSpPr>
        <p:spPr>
          <a:xfrm>
            <a:off x="471539" y="3876483"/>
            <a:ext cx="3357509" cy="1728220"/>
          </a:xfrm>
          <a:prstGeom prst="rect">
            <a:avLst/>
          </a:prstGeom>
        </p:spPr>
        <p:txBody>
          <a:bodyPr anchor="t" anchorCtr="0">
            <a:noAutofit/>
          </a:bodyPr>
          <a:lstStyle>
            <a:lvl1pPr marL="0" marR="0" indent="0" algn="l" defTabSz="914400" rtl="0" eaLnBrk="1" fontAlgn="auto" latinLnBrk="0" hangingPunct="1">
              <a:lnSpc>
                <a:spcPct val="100000"/>
              </a:lnSpc>
              <a:spcBef>
                <a:spcPts val="0"/>
              </a:spcBef>
              <a:spcAft>
                <a:spcPts val="1200"/>
              </a:spcAft>
              <a:buClrTx/>
              <a:buSzTx/>
              <a:buFont typeface="Ember Modern Text" panose="020B0503020204020204" pitchFamily="34" charset="0"/>
              <a:buNone/>
              <a:tabLst/>
              <a:defRPr kumimoji="0" lang="en-US" sz="1600" b="0" i="0" u="none" strike="noStrike" kern="1200" cap="none" spc="0" normalizeH="0" baseline="0" dirty="0" smtClean="0">
                <a:ln>
                  <a:noFill/>
                </a:ln>
                <a:solidFill>
                  <a:schemeClr val="tx1"/>
                </a:solidFill>
                <a:effectLst/>
                <a:uLnTx/>
                <a:uFillTx/>
                <a:latin typeface="+mn-lt"/>
                <a:ea typeface="+mn-ea"/>
                <a:cs typeface="+mn-cs"/>
              </a:defRPr>
            </a:lvl1pPr>
          </a:lstStyle>
          <a:p>
            <a:pPr lvl="0"/>
            <a:r>
              <a:rPr lang="en-US" dirty="0"/>
              <a:t>Enter descriptive body text, if needed</a:t>
            </a:r>
          </a:p>
        </p:txBody>
      </p:sp>
      <p:sp>
        <p:nvSpPr>
          <p:cNvPr id="28" name="Title Placeholder 1">
            <a:extLst>
              <a:ext uri="{FF2B5EF4-FFF2-40B4-BE49-F238E27FC236}">
                <a16:creationId xmlns:a16="http://schemas.microsoft.com/office/drawing/2014/main" id="{91A67FF4-1472-464A-388A-123544DBEFD7}"/>
              </a:ext>
            </a:extLst>
          </p:cNvPr>
          <p:cNvSpPr>
            <a:spLocks noGrp="1"/>
          </p:cNvSpPr>
          <p:nvPr>
            <p:ph type="title" hasCustomPrompt="1"/>
          </p:nvPr>
        </p:nvSpPr>
        <p:spPr>
          <a:xfrm>
            <a:off x="471539" y="2235759"/>
            <a:ext cx="3357510" cy="1640724"/>
          </a:xfrm>
          <a:prstGeom prst="rect">
            <a:avLst/>
          </a:prstGeom>
        </p:spPr>
        <p:txBody>
          <a:bodyPr vert="horz" lIns="0" tIns="45720" rIns="0" bIns="45720" rtlCol="0" anchor="t" anchorCtr="0">
            <a:noAutofit/>
          </a:bodyPr>
          <a:lstStyle>
            <a:lvl1pPr>
              <a:defRPr>
                <a:solidFill>
                  <a:schemeClr val="tx1"/>
                </a:solidFill>
              </a:defRPr>
            </a:lvl1pPr>
          </a:lstStyle>
          <a:p>
            <a:r>
              <a:rPr lang="en-GB" dirty="0"/>
              <a:t>Enter slide title</a:t>
            </a:r>
            <a:endParaRPr lang="en-US" dirty="0"/>
          </a:p>
        </p:txBody>
      </p:sp>
      <p:sp>
        <p:nvSpPr>
          <p:cNvPr id="2" name="Rectangle 1">
            <a:extLst>
              <a:ext uri="{FF2B5EF4-FFF2-40B4-BE49-F238E27FC236}">
                <a16:creationId xmlns:a16="http://schemas.microsoft.com/office/drawing/2014/main" id="{1A36A8E3-ADF2-6741-2188-8ACE8250A079}"/>
              </a:ext>
            </a:extLst>
          </p:cNvPr>
          <p:cNvSpPr/>
          <p:nvPr userDrawn="1"/>
        </p:nvSpPr>
        <p:spPr>
          <a:xfrm>
            <a:off x="0" y="5895821"/>
            <a:ext cx="4523543" cy="96217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3" name="TextBox 2">
            <a:extLst>
              <a:ext uri="{FF2B5EF4-FFF2-40B4-BE49-F238E27FC236}">
                <a16:creationId xmlns:a16="http://schemas.microsoft.com/office/drawing/2014/main" id="{73F844B4-6C03-ACA7-705E-2D233B58E997}"/>
              </a:ext>
            </a:extLst>
          </p:cNvPr>
          <p:cNvSpPr txBox="1">
            <a:spLocks noChangeArrowheads="1"/>
          </p:cNvSpPr>
          <p:nvPr userDrawn="1"/>
        </p:nvSpPr>
        <p:spPr bwMode="white">
          <a:xfrm>
            <a:off x="968081" y="6355044"/>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tx1"/>
                </a:solidFill>
                <a:latin typeface="+mn-lt"/>
                <a:ea typeface="+mn-ea"/>
                <a:cs typeface="+mn-cs"/>
              </a:rPr>
              <a:t>© 2026, Amazon Web Services, Inc. or its affiliates. All rights reserved.</a:t>
            </a:r>
          </a:p>
        </p:txBody>
      </p:sp>
      <p:sp>
        <p:nvSpPr>
          <p:cNvPr id="4" name="Rectangle 3">
            <a:extLst>
              <a:ext uri="{FF2B5EF4-FFF2-40B4-BE49-F238E27FC236}">
                <a16:creationId xmlns:a16="http://schemas.microsoft.com/office/drawing/2014/main" id="{B67478C7-C036-6AEE-D188-BFD37897417A}"/>
              </a:ext>
            </a:extLst>
          </p:cNvPr>
          <p:cNvSpPr/>
          <p:nvPr userDrawn="1"/>
        </p:nvSpPr>
        <p:spPr>
          <a:xfrm>
            <a:off x="233363" y="6096443"/>
            <a:ext cx="669691" cy="669691"/>
          </a:xfrm>
          <a:prstGeom prst="rect">
            <a:avLst/>
          </a:prstGeom>
          <a:noFill/>
          <a:ln w="2238" cap="flat">
            <a:noFill/>
            <a:prstDash val="solid"/>
            <a:round/>
          </a:ln>
        </p:spPr>
        <p:txBody>
          <a:bodyPr/>
          <a:lstStyle/>
          <a:p>
            <a:endParaRPr lang="en-US"/>
          </a:p>
        </p:txBody>
      </p:sp>
      <p:grpSp>
        <p:nvGrpSpPr>
          <p:cNvPr id="5" name="Graphic 36">
            <a:extLst>
              <a:ext uri="{FF2B5EF4-FFF2-40B4-BE49-F238E27FC236}">
                <a16:creationId xmlns:a16="http://schemas.microsoft.com/office/drawing/2014/main" id="{606E8AA3-A4F4-2BAE-64C7-044490701BBB}"/>
              </a:ext>
            </a:extLst>
          </p:cNvPr>
          <p:cNvGrpSpPr/>
          <p:nvPr userDrawn="1"/>
        </p:nvGrpSpPr>
        <p:grpSpPr>
          <a:xfrm>
            <a:off x="347587" y="6305861"/>
            <a:ext cx="441318" cy="273939"/>
            <a:chOff x="347587" y="6305861"/>
            <a:chExt cx="441318" cy="273939"/>
          </a:xfrm>
        </p:grpSpPr>
        <p:sp>
          <p:nvSpPr>
            <p:cNvPr id="6" name="Freeform: Shape 5">
              <a:extLst>
                <a:ext uri="{FF2B5EF4-FFF2-40B4-BE49-F238E27FC236}">
                  <a16:creationId xmlns:a16="http://schemas.microsoft.com/office/drawing/2014/main" id="{EF83279E-EC43-A58E-751D-67779CCBA441}"/>
                </a:ext>
              </a:extLst>
            </p:cNvPr>
            <p:cNvSpPr/>
            <p:nvPr/>
          </p:nvSpPr>
          <p:spPr>
            <a:xfrm>
              <a:off x="374126" y="6305861"/>
              <a:ext cx="382344" cy="138057"/>
            </a:xfrm>
            <a:custGeom>
              <a:avLst/>
              <a:gdLst>
                <a:gd name="csX0" fmla="*/ 282259 w 382344"/>
                <a:gd name="csY0" fmla="*/ 97504 h 138057"/>
                <a:gd name="csX1" fmla="*/ 333146 w 382344"/>
                <a:gd name="csY1" fmla="*/ 138561 h 138057"/>
                <a:gd name="csX2" fmla="*/ 383000 w 382344"/>
                <a:gd name="csY2" fmla="*/ 95274 h 138057"/>
                <a:gd name="csX3" fmla="*/ 350298 w 382344"/>
                <a:gd name="csY3" fmla="*/ 57082 h 138057"/>
                <a:gd name="csX4" fmla="*/ 331632 w 382344"/>
                <a:gd name="csY4" fmla="*/ 52466 h 138057"/>
                <a:gd name="csX5" fmla="*/ 316159 w 382344"/>
                <a:gd name="csY5" fmla="*/ 38780 h 138057"/>
                <a:gd name="csX6" fmla="*/ 332749 w 382344"/>
                <a:gd name="csY6" fmla="*/ 25849 h 138057"/>
                <a:gd name="csX7" fmla="*/ 350415 w 382344"/>
                <a:gd name="csY7" fmla="*/ 40530 h 138057"/>
                <a:gd name="csX8" fmla="*/ 355520 w 382344"/>
                <a:gd name="csY8" fmla="*/ 44389 h 138057"/>
                <a:gd name="csX9" fmla="*/ 376737 w 382344"/>
                <a:gd name="csY9" fmla="*/ 40768 h 138057"/>
                <a:gd name="csX10" fmla="*/ 380128 w 382344"/>
                <a:gd name="csY10" fmla="*/ 35040 h 138057"/>
                <a:gd name="csX11" fmla="*/ 332749 w 382344"/>
                <a:gd name="csY11" fmla="*/ 504 h 138057"/>
                <a:gd name="csX12" fmla="*/ 284493 w 382344"/>
                <a:gd name="csY12" fmla="*/ 40847 h 138057"/>
                <a:gd name="csX13" fmla="*/ 321263 w 382344"/>
                <a:gd name="csY13" fmla="*/ 79202 h 138057"/>
                <a:gd name="csX14" fmla="*/ 335140 w 382344"/>
                <a:gd name="csY14" fmla="*/ 82543 h 138057"/>
                <a:gd name="csX15" fmla="*/ 351334 w 382344"/>
                <a:gd name="csY15" fmla="*/ 98418 h 138057"/>
                <a:gd name="csX16" fmla="*/ 333227 w 382344"/>
                <a:gd name="csY16" fmla="*/ 113178 h 138057"/>
                <a:gd name="csX17" fmla="*/ 311930 w 382344"/>
                <a:gd name="csY17" fmla="*/ 92013 h 138057"/>
                <a:gd name="csX18" fmla="*/ 306826 w 382344"/>
                <a:gd name="csY18" fmla="*/ 88153 h 138057"/>
                <a:gd name="csX19" fmla="*/ 285607 w 382344"/>
                <a:gd name="csY19" fmla="*/ 91775 h 138057"/>
                <a:gd name="csX20" fmla="*/ 282259 w 382344"/>
                <a:gd name="csY20" fmla="*/ 97504 h 138057"/>
                <a:gd name="csX21" fmla="*/ 112802 w 382344"/>
                <a:gd name="csY21" fmla="*/ 7985 h 138057"/>
                <a:gd name="csX22" fmla="*/ 141797 w 382344"/>
                <a:gd name="csY22" fmla="*/ 132038 h 138057"/>
                <a:gd name="csX23" fmla="*/ 146262 w 382344"/>
                <a:gd name="csY23" fmla="*/ 135698 h 138057"/>
                <a:gd name="csX24" fmla="*/ 175137 w 382344"/>
                <a:gd name="csY24" fmla="*/ 135698 h 138057"/>
                <a:gd name="csX25" fmla="*/ 179603 w 382344"/>
                <a:gd name="csY25" fmla="*/ 132038 h 138057"/>
                <a:gd name="csX26" fmla="*/ 195994 w 382344"/>
                <a:gd name="csY26" fmla="*/ 58354 h 138057"/>
                <a:gd name="csX27" fmla="*/ 197271 w 382344"/>
                <a:gd name="csY27" fmla="*/ 58354 h 138057"/>
                <a:gd name="csX28" fmla="*/ 213622 w 382344"/>
                <a:gd name="csY28" fmla="*/ 132038 h 138057"/>
                <a:gd name="csX29" fmla="*/ 218090 w 382344"/>
                <a:gd name="csY29" fmla="*/ 135698 h 138057"/>
                <a:gd name="csX30" fmla="*/ 247003 w 382344"/>
                <a:gd name="csY30" fmla="*/ 135698 h 138057"/>
                <a:gd name="csX31" fmla="*/ 251469 w 382344"/>
                <a:gd name="csY31" fmla="*/ 132038 h 138057"/>
                <a:gd name="csX32" fmla="*/ 280423 w 382344"/>
                <a:gd name="csY32" fmla="*/ 7985 h 138057"/>
                <a:gd name="csX33" fmla="*/ 276753 w 382344"/>
                <a:gd name="csY33" fmla="*/ 3369 h 138057"/>
                <a:gd name="csX34" fmla="*/ 251192 w 382344"/>
                <a:gd name="csY34" fmla="*/ 3369 h 138057"/>
                <a:gd name="csX35" fmla="*/ 246722 w 382344"/>
                <a:gd name="csY35" fmla="*/ 7190 h 138057"/>
                <a:gd name="csX36" fmla="*/ 231250 w 382344"/>
                <a:gd name="csY36" fmla="*/ 97544 h 138057"/>
                <a:gd name="csX37" fmla="*/ 229973 w 382344"/>
                <a:gd name="csY37" fmla="*/ 97544 h 138057"/>
                <a:gd name="csX38" fmla="*/ 212865 w 382344"/>
                <a:gd name="csY38" fmla="*/ 7030 h 138057"/>
                <a:gd name="csX39" fmla="*/ 208238 w 382344"/>
                <a:gd name="csY39" fmla="*/ 3369 h 138057"/>
                <a:gd name="csX40" fmla="*/ 185028 w 382344"/>
                <a:gd name="csY40" fmla="*/ 3369 h 138057"/>
                <a:gd name="csX41" fmla="*/ 180400 w 382344"/>
                <a:gd name="csY41" fmla="*/ 7030 h 138057"/>
                <a:gd name="csX42" fmla="*/ 163292 w 382344"/>
                <a:gd name="csY42" fmla="*/ 97544 h 138057"/>
                <a:gd name="csX43" fmla="*/ 162015 w 382344"/>
                <a:gd name="csY43" fmla="*/ 97544 h 138057"/>
                <a:gd name="csX44" fmla="*/ 146541 w 382344"/>
                <a:gd name="csY44" fmla="*/ 7190 h 138057"/>
                <a:gd name="csX45" fmla="*/ 142075 w 382344"/>
                <a:gd name="csY45" fmla="*/ 3369 h 138057"/>
                <a:gd name="csX46" fmla="*/ 116472 w 382344"/>
                <a:gd name="csY46" fmla="*/ 3369 h 138057"/>
                <a:gd name="csX47" fmla="*/ 112802 w 382344"/>
                <a:gd name="csY47" fmla="*/ 7985 h 138057"/>
                <a:gd name="csX48" fmla="*/ 34156 w 382344"/>
                <a:gd name="csY48" fmla="*/ 94519 h 138057"/>
                <a:gd name="csX49" fmla="*/ 63589 w 382344"/>
                <a:gd name="csY49" fmla="*/ 70251 h 138057"/>
                <a:gd name="csX50" fmla="*/ 72881 w 382344"/>
                <a:gd name="csY50" fmla="*/ 71206 h 138057"/>
                <a:gd name="csX51" fmla="*/ 72881 w 382344"/>
                <a:gd name="csY51" fmla="*/ 79559 h 138057"/>
                <a:gd name="csX52" fmla="*/ 51305 w 382344"/>
                <a:gd name="csY52" fmla="*/ 113178 h 138057"/>
                <a:gd name="csX53" fmla="*/ 34156 w 382344"/>
                <a:gd name="csY53" fmla="*/ 94519 h 138057"/>
                <a:gd name="csX54" fmla="*/ 38862 w 382344"/>
                <a:gd name="csY54" fmla="*/ 138561 h 138057"/>
                <a:gd name="csX55" fmla="*/ 72562 w 382344"/>
                <a:gd name="csY55" fmla="*/ 116601 h 138057"/>
                <a:gd name="csX56" fmla="*/ 73839 w 382344"/>
                <a:gd name="csY56" fmla="*/ 116601 h 138057"/>
                <a:gd name="csX57" fmla="*/ 77028 w 382344"/>
                <a:gd name="csY57" fmla="*/ 131561 h 138057"/>
                <a:gd name="csX58" fmla="*/ 81495 w 382344"/>
                <a:gd name="csY58" fmla="*/ 135698 h 138057"/>
                <a:gd name="csX59" fmla="*/ 101316 w 382344"/>
                <a:gd name="csY59" fmla="*/ 135698 h 138057"/>
                <a:gd name="csX60" fmla="*/ 105465 w 382344"/>
                <a:gd name="csY60" fmla="*/ 131561 h 138057"/>
                <a:gd name="csX61" fmla="*/ 105465 w 382344"/>
                <a:gd name="csY61" fmla="*/ 51551 h 138057"/>
                <a:gd name="csX62" fmla="*/ 54734 w 382344"/>
                <a:gd name="csY62" fmla="*/ 504 h 138057"/>
                <a:gd name="csX63" fmla="*/ 4683 w 382344"/>
                <a:gd name="csY63" fmla="*/ 35040 h 138057"/>
                <a:gd name="csX64" fmla="*/ 8074 w 382344"/>
                <a:gd name="csY64" fmla="*/ 40768 h 138057"/>
                <a:gd name="csX65" fmla="*/ 29291 w 382344"/>
                <a:gd name="csY65" fmla="*/ 44389 h 138057"/>
                <a:gd name="csX66" fmla="*/ 34394 w 382344"/>
                <a:gd name="csY66" fmla="*/ 40530 h 138057"/>
                <a:gd name="csX67" fmla="*/ 54734 w 382344"/>
                <a:gd name="csY67" fmla="*/ 25849 h 138057"/>
                <a:gd name="csX68" fmla="*/ 72881 w 382344"/>
                <a:gd name="csY68" fmla="*/ 47373 h 138057"/>
                <a:gd name="csX69" fmla="*/ 72881 w 382344"/>
                <a:gd name="csY69" fmla="*/ 53261 h 138057"/>
                <a:gd name="csX70" fmla="*/ 58883 w 382344"/>
                <a:gd name="csY70" fmla="*/ 52027 h 138057"/>
                <a:gd name="csX71" fmla="*/ 656 w 382344"/>
                <a:gd name="csY71" fmla="*/ 98816 h 138057"/>
                <a:gd name="csX72" fmla="*/ 38862 w 382344"/>
                <a:gd name="csY72" fmla="*/ 138561 h 138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382344" h="138057">
                  <a:moveTo>
                    <a:pt x="282259" y="97504"/>
                  </a:moveTo>
                  <a:cubicBezTo>
                    <a:pt x="287365" y="123801"/>
                    <a:pt x="306345" y="138561"/>
                    <a:pt x="333146" y="138561"/>
                  </a:cubicBezTo>
                  <a:cubicBezTo>
                    <a:pt x="362341" y="138561"/>
                    <a:pt x="383000" y="120262"/>
                    <a:pt x="383000" y="95274"/>
                  </a:cubicBezTo>
                  <a:cubicBezTo>
                    <a:pt x="383000" y="74864"/>
                    <a:pt x="372112" y="62453"/>
                    <a:pt x="350298" y="57082"/>
                  </a:cubicBezTo>
                  <a:lnTo>
                    <a:pt x="331632" y="52466"/>
                  </a:lnTo>
                  <a:cubicBezTo>
                    <a:pt x="321661" y="49998"/>
                    <a:pt x="316159" y="45942"/>
                    <a:pt x="316159" y="38780"/>
                  </a:cubicBezTo>
                  <a:cubicBezTo>
                    <a:pt x="316159" y="31577"/>
                    <a:pt x="321780" y="25849"/>
                    <a:pt x="332749" y="25849"/>
                  </a:cubicBezTo>
                  <a:cubicBezTo>
                    <a:pt x="342201" y="25849"/>
                    <a:pt x="347902" y="31420"/>
                    <a:pt x="350415" y="40530"/>
                  </a:cubicBezTo>
                  <a:cubicBezTo>
                    <a:pt x="351293" y="43593"/>
                    <a:pt x="352929" y="44827"/>
                    <a:pt x="355520" y="44389"/>
                  </a:cubicBezTo>
                  <a:lnTo>
                    <a:pt x="376737" y="40768"/>
                  </a:lnTo>
                  <a:cubicBezTo>
                    <a:pt x="379530" y="40292"/>
                    <a:pt x="380886" y="37984"/>
                    <a:pt x="380128" y="35040"/>
                  </a:cubicBezTo>
                  <a:cubicBezTo>
                    <a:pt x="374305" y="12480"/>
                    <a:pt x="358392" y="504"/>
                    <a:pt x="332749" y="504"/>
                  </a:cubicBezTo>
                  <a:cubicBezTo>
                    <a:pt x="303995" y="504"/>
                    <a:pt x="284493" y="16379"/>
                    <a:pt x="284493" y="40847"/>
                  </a:cubicBezTo>
                  <a:cubicBezTo>
                    <a:pt x="284493" y="61059"/>
                    <a:pt x="296176" y="73154"/>
                    <a:pt x="321263" y="79202"/>
                  </a:cubicBezTo>
                  <a:lnTo>
                    <a:pt x="335140" y="82543"/>
                  </a:lnTo>
                  <a:cubicBezTo>
                    <a:pt x="346866" y="85368"/>
                    <a:pt x="351334" y="90182"/>
                    <a:pt x="351334" y="98418"/>
                  </a:cubicBezTo>
                  <a:cubicBezTo>
                    <a:pt x="351334" y="106971"/>
                    <a:pt x="344592" y="113178"/>
                    <a:pt x="333227" y="113178"/>
                  </a:cubicBezTo>
                  <a:cubicBezTo>
                    <a:pt x="322618" y="113178"/>
                    <a:pt x="315280" y="106495"/>
                    <a:pt x="311930" y="92013"/>
                  </a:cubicBezTo>
                  <a:cubicBezTo>
                    <a:pt x="311253" y="88989"/>
                    <a:pt x="309498" y="87676"/>
                    <a:pt x="306826" y="88153"/>
                  </a:cubicBezTo>
                  <a:lnTo>
                    <a:pt x="285607" y="91775"/>
                  </a:lnTo>
                  <a:cubicBezTo>
                    <a:pt x="282895" y="92252"/>
                    <a:pt x="281580" y="94479"/>
                    <a:pt x="282259" y="97504"/>
                  </a:cubicBezTo>
                  <a:moveTo>
                    <a:pt x="112802" y="7985"/>
                  </a:moveTo>
                  <a:lnTo>
                    <a:pt x="141797" y="132038"/>
                  </a:lnTo>
                  <a:cubicBezTo>
                    <a:pt x="142354" y="134584"/>
                    <a:pt x="143869" y="135698"/>
                    <a:pt x="146262" y="135698"/>
                  </a:cubicBezTo>
                  <a:lnTo>
                    <a:pt x="175137" y="135698"/>
                  </a:lnTo>
                  <a:cubicBezTo>
                    <a:pt x="177528" y="135698"/>
                    <a:pt x="179045" y="134584"/>
                    <a:pt x="179603" y="132038"/>
                  </a:cubicBezTo>
                  <a:lnTo>
                    <a:pt x="195994" y="58354"/>
                  </a:lnTo>
                  <a:lnTo>
                    <a:pt x="197271" y="58354"/>
                  </a:lnTo>
                  <a:lnTo>
                    <a:pt x="213622" y="132038"/>
                  </a:lnTo>
                  <a:cubicBezTo>
                    <a:pt x="214182" y="134584"/>
                    <a:pt x="215696" y="135698"/>
                    <a:pt x="218090" y="135698"/>
                  </a:cubicBezTo>
                  <a:lnTo>
                    <a:pt x="247003" y="135698"/>
                  </a:lnTo>
                  <a:cubicBezTo>
                    <a:pt x="249394" y="135698"/>
                    <a:pt x="250871" y="134584"/>
                    <a:pt x="251469" y="132038"/>
                  </a:cubicBezTo>
                  <a:lnTo>
                    <a:pt x="280423" y="7985"/>
                  </a:lnTo>
                  <a:cubicBezTo>
                    <a:pt x="281101" y="5120"/>
                    <a:pt x="279625" y="3369"/>
                    <a:pt x="276753" y="3369"/>
                  </a:cubicBezTo>
                  <a:lnTo>
                    <a:pt x="251192" y="3369"/>
                  </a:lnTo>
                  <a:cubicBezTo>
                    <a:pt x="248637" y="3369"/>
                    <a:pt x="247122" y="4803"/>
                    <a:pt x="246722" y="7190"/>
                  </a:cubicBezTo>
                  <a:lnTo>
                    <a:pt x="231250" y="97544"/>
                  </a:lnTo>
                  <a:lnTo>
                    <a:pt x="229973" y="97544"/>
                  </a:lnTo>
                  <a:lnTo>
                    <a:pt x="212865" y="7030"/>
                  </a:lnTo>
                  <a:cubicBezTo>
                    <a:pt x="212386" y="4643"/>
                    <a:pt x="210631" y="3369"/>
                    <a:pt x="208238" y="3369"/>
                  </a:cubicBezTo>
                  <a:lnTo>
                    <a:pt x="185028" y="3369"/>
                  </a:lnTo>
                  <a:cubicBezTo>
                    <a:pt x="182634" y="3369"/>
                    <a:pt x="180839" y="4643"/>
                    <a:pt x="180400" y="7030"/>
                  </a:cubicBezTo>
                  <a:lnTo>
                    <a:pt x="163292" y="97544"/>
                  </a:lnTo>
                  <a:lnTo>
                    <a:pt x="162015" y="97544"/>
                  </a:lnTo>
                  <a:lnTo>
                    <a:pt x="146541" y="7190"/>
                  </a:lnTo>
                  <a:cubicBezTo>
                    <a:pt x="146102" y="4803"/>
                    <a:pt x="144628" y="3369"/>
                    <a:pt x="142075" y="3369"/>
                  </a:cubicBezTo>
                  <a:lnTo>
                    <a:pt x="116472" y="3369"/>
                  </a:lnTo>
                  <a:cubicBezTo>
                    <a:pt x="113600" y="3369"/>
                    <a:pt x="112123" y="5120"/>
                    <a:pt x="112802" y="7985"/>
                  </a:cubicBezTo>
                  <a:moveTo>
                    <a:pt x="34156" y="94519"/>
                  </a:moveTo>
                  <a:cubicBezTo>
                    <a:pt x="34156" y="79521"/>
                    <a:pt x="45401" y="70251"/>
                    <a:pt x="63589" y="70251"/>
                  </a:cubicBezTo>
                  <a:cubicBezTo>
                    <a:pt x="66499" y="70251"/>
                    <a:pt x="69531" y="70568"/>
                    <a:pt x="72881" y="71206"/>
                  </a:cubicBezTo>
                  <a:lnTo>
                    <a:pt x="72881" y="79559"/>
                  </a:lnTo>
                  <a:cubicBezTo>
                    <a:pt x="72881" y="101164"/>
                    <a:pt x="65184" y="113178"/>
                    <a:pt x="51305" y="113178"/>
                  </a:cubicBezTo>
                  <a:cubicBezTo>
                    <a:pt x="40815" y="113178"/>
                    <a:pt x="34156" y="105938"/>
                    <a:pt x="34156" y="94519"/>
                  </a:cubicBezTo>
                  <a:moveTo>
                    <a:pt x="38862" y="138561"/>
                  </a:moveTo>
                  <a:cubicBezTo>
                    <a:pt x="54534" y="138561"/>
                    <a:pt x="66778" y="130606"/>
                    <a:pt x="72562" y="116601"/>
                  </a:cubicBezTo>
                  <a:lnTo>
                    <a:pt x="73839" y="116601"/>
                  </a:lnTo>
                  <a:lnTo>
                    <a:pt x="77028" y="131561"/>
                  </a:lnTo>
                  <a:cubicBezTo>
                    <a:pt x="77587" y="134265"/>
                    <a:pt x="79183" y="135698"/>
                    <a:pt x="81495" y="135698"/>
                  </a:cubicBezTo>
                  <a:lnTo>
                    <a:pt x="101316" y="135698"/>
                  </a:lnTo>
                  <a:cubicBezTo>
                    <a:pt x="103710" y="135698"/>
                    <a:pt x="105465" y="133948"/>
                    <a:pt x="105465" y="131561"/>
                  </a:cubicBezTo>
                  <a:lnTo>
                    <a:pt x="105465" y="51551"/>
                  </a:lnTo>
                  <a:cubicBezTo>
                    <a:pt x="105465" y="18010"/>
                    <a:pt x="88035" y="504"/>
                    <a:pt x="54734" y="504"/>
                  </a:cubicBezTo>
                  <a:cubicBezTo>
                    <a:pt x="28771" y="504"/>
                    <a:pt x="10427" y="13118"/>
                    <a:pt x="4683" y="35040"/>
                  </a:cubicBezTo>
                  <a:cubicBezTo>
                    <a:pt x="3966" y="37984"/>
                    <a:pt x="5281" y="40292"/>
                    <a:pt x="8074" y="40768"/>
                  </a:cubicBezTo>
                  <a:lnTo>
                    <a:pt x="29291" y="44389"/>
                  </a:lnTo>
                  <a:cubicBezTo>
                    <a:pt x="31882" y="44827"/>
                    <a:pt x="33518" y="43593"/>
                    <a:pt x="34394" y="40530"/>
                  </a:cubicBezTo>
                  <a:cubicBezTo>
                    <a:pt x="37107" y="30822"/>
                    <a:pt x="43965" y="25849"/>
                    <a:pt x="54734" y="25849"/>
                  </a:cubicBezTo>
                  <a:cubicBezTo>
                    <a:pt x="66778" y="25849"/>
                    <a:pt x="72881" y="33089"/>
                    <a:pt x="72881" y="47373"/>
                  </a:cubicBezTo>
                  <a:lnTo>
                    <a:pt x="72881" y="53261"/>
                  </a:lnTo>
                  <a:cubicBezTo>
                    <a:pt x="68811" y="52425"/>
                    <a:pt x="64465" y="52027"/>
                    <a:pt x="58883" y="52027"/>
                  </a:cubicBezTo>
                  <a:cubicBezTo>
                    <a:pt x="23227" y="52027"/>
                    <a:pt x="656" y="70170"/>
                    <a:pt x="656" y="98816"/>
                  </a:cubicBezTo>
                  <a:cubicBezTo>
                    <a:pt x="656" y="122608"/>
                    <a:pt x="15971" y="138561"/>
                    <a:pt x="38862" y="138561"/>
                  </a:cubicBezTo>
                </a:path>
              </a:pathLst>
            </a:custGeom>
            <a:solidFill>
              <a:schemeClr val="tx1"/>
            </a:solidFill>
            <a:ln w="2238" cap="flat">
              <a:noFill/>
              <a:prstDash val="solid"/>
              <a:round/>
            </a:ln>
          </p:spPr>
          <p:txBody>
            <a:bodyPr/>
            <a:lstStyle/>
            <a:p>
              <a:endParaRPr lang="en-US"/>
            </a:p>
          </p:txBody>
        </p:sp>
        <p:sp>
          <p:nvSpPr>
            <p:cNvPr id="7" name="Freeform: Shape 6">
              <a:extLst>
                <a:ext uri="{FF2B5EF4-FFF2-40B4-BE49-F238E27FC236}">
                  <a16:creationId xmlns:a16="http://schemas.microsoft.com/office/drawing/2014/main" id="{CF1BA16D-C3EE-60EA-52A0-7CB910CB24FD}"/>
                </a:ext>
              </a:extLst>
            </p:cNvPr>
            <p:cNvSpPr/>
            <p:nvPr/>
          </p:nvSpPr>
          <p:spPr>
            <a:xfrm>
              <a:off x="347587" y="6464577"/>
              <a:ext cx="441318" cy="115222"/>
            </a:xfrm>
            <a:custGeom>
              <a:avLst/>
              <a:gdLst>
                <a:gd name="csX0" fmla="*/ 355296 w 441318"/>
                <a:gd name="csY0" fmla="*/ 23803 h 115222"/>
                <a:gd name="csX1" fmla="*/ 368697 w 441318"/>
                <a:gd name="csY1" fmla="*/ 26033 h 115222"/>
                <a:gd name="csX2" fmla="*/ 416234 w 441318"/>
                <a:gd name="csY2" fmla="*/ 27307 h 115222"/>
                <a:gd name="csX3" fmla="*/ 401078 w 441318"/>
                <a:gd name="csY3" fmla="*/ 72343 h 115222"/>
                <a:gd name="csX4" fmla="*/ 398846 w 441318"/>
                <a:gd name="csY4" fmla="*/ 85710 h 115222"/>
                <a:gd name="csX5" fmla="*/ 402037 w 441318"/>
                <a:gd name="csY5" fmla="*/ 87143 h 115222"/>
                <a:gd name="csX6" fmla="*/ 415436 w 441318"/>
                <a:gd name="csY6" fmla="*/ 79026 h 115222"/>
                <a:gd name="csX7" fmla="*/ 437610 w 441318"/>
                <a:gd name="csY7" fmla="*/ 46562 h 115222"/>
                <a:gd name="csX8" fmla="*/ 439524 w 441318"/>
                <a:gd name="csY8" fmla="*/ 10913 h 115222"/>
                <a:gd name="csX9" fmla="*/ 405545 w 441318"/>
                <a:gd name="csY9" fmla="*/ 809 h 115222"/>
                <a:gd name="csX10" fmla="*/ 367101 w 441318"/>
                <a:gd name="csY10" fmla="*/ 10277 h 115222"/>
                <a:gd name="csX11" fmla="*/ 355296 w 441318"/>
                <a:gd name="csY11" fmla="*/ 23803 h 115222"/>
                <a:gd name="csX12" fmla="*/ 1310 w 441318"/>
                <a:gd name="csY12" fmla="*/ 17120 h 115222"/>
                <a:gd name="csX13" fmla="*/ 8809 w 441318"/>
                <a:gd name="csY13" fmla="*/ 29375 h 115222"/>
                <a:gd name="csX14" fmla="*/ 212681 w 441318"/>
                <a:gd name="csY14" fmla="*/ 116028 h 115222"/>
                <a:gd name="csX15" fmla="*/ 384329 w 441318"/>
                <a:gd name="csY15" fmla="*/ 60724 h 115222"/>
                <a:gd name="csX16" fmla="*/ 395017 w 441318"/>
                <a:gd name="csY16" fmla="*/ 45766 h 115222"/>
                <a:gd name="csX17" fmla="*/ 393262 w 441318"/>
                <a:gd name="csY17" fmla="*/ 41629 h 115222"/>
                <a:gd name="csX18" fmla="*/ 378108 w 441318"/>
                <a:gd name="csY18" fmla="*/ 44016 h 115222"/>
                <a:gd name="csX19" fmla="*/ 219699 w 441318"/>
                <a:gd name="csY19" fmla="*/ 77592 h 115222"/>
                <a:gd name="csX20" fmla="*/ 17902 w 441318"/>
                <a:gd name="csY20" fmla="*/ 14574 h 115222"/>
                <a:gd name="csX21" fmla="*/ 2587 w 441318"/>
                <a:gd name="csY21" fmla="*/ 9162 h 115222"/>
                <a:gd name="csX22" fmla="*/ 1310 w 441318"/>
                <a:gd name="csY22" fmla="*/ 17120 h 1152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41318" h="115222">
                  <a:moveTo>
                    <a:pt x="355296" y="23803"/>
                  </a:moveTo>
                  <a:cubicBezTo>
                    <a:pt x="356889" y="27464"/>
                    <a:pt x="361517" y="27543"/>
                    <a:pt x="368697" y="26033"/>
                  </a:cubicBezTo>
                  <a:cubicBezTo>
                    <a:pt x="387839" y="21974"/>
                    <a:pt x="412166" y="21496"/>
                    <a:pt x="416234" y="27307"/>
                  </a:cubicBezTo>
                  <a:cubicBezTo>
                    <a:pt x="420303" y="33114"/>
                    <a:pt x="411368" y="55713"/>
                    <a:pt x="401078" y="72343"/>
                  </a:cubicBezTo>
                  <a:cubicBezTo>
                    <a:pt x="397170" y="78628"/>
                    <a:pt x="395734" y="82608"/>
                    <a:pt x="398846" y="85710"/>
                  </a:cubicBezTo>
                  <a:cubicBezTo>
                    <a:pt x="399723" y="86586"/>
                    <a:pt x="400761" y="87143"/>
                    <a:pt x="402037" y="87143"/>
                  </a:cubicBezTo>
                  <a:cubicBezTo>
                    <a:pt x="405865" y="87143"/>
                    <a:pt x="410730" y="83163"/>
                    <a:pt x="415436" y="79026"/>
                  </a:cubicBezTo>
                  <a:cubicBezTo>
                    <a:pt x="425407" y="70194"/>
                    <a:pt x="433223" y="59135"/>
                    <a:pt x="437610" y="46562"/>
                  </a:cubicBezTo>
                  <a:cubicBezTo>
                    <a:pt x="441837" y="34467"/>
                    <a:pt x="443990" y="17439"/>
                    <a:pt x="439524" y="10913"/>
                  </a:cubicBezTo>
                  <a:cubicBezTo>
                    <a:pt x="435216" y="4706"/>
                    <a:pt x="418467" y="650"/>
                    <a:pt x="405545" y="809"/>
                  </a:cubicBezTo>
                  <a:cubicBezTo>
                    <a:pt x="391985" y="967"/>
                    <a:pt x="378904" y="4070"/>
                    <a:pt x="367101" y="10277"/>
                  </a:cubicBezTo>
                  <a:cubicBezTo>
                    <a:pt x="359761" y="14255"/>
                    <a:pt x="353062" y="18711"/>
                    <a:pt x="355296" y="23803"/>
                  </a:cubicBezTo>
                  <a:moveTo>
                    <a:pt x="1310" y="17120"/>
                  </a:moveTo>
                  <a:cubicBezTo>
                    <a:pt x="2427" y="20462"/>
                    <a:pt x="4980" y="24680"/>
                    <a:pt x="8809" y="29375"/>
                  </a:cubicBezTo>
                  <a:cubicBezTo>
                    <a:pt x="57782" y="89687"/>
                    <a:pt x="136588" y="116028"/>
                    <a:pt x="212681" y="116028"/>
                  </a:cubicBezTo>
                  <a:cubicBezTo>
                    <a:pt x="279201" y="116028"/>
                    <a:pt x="343489" y="96054"/>
                    <a:pt x="384329" y="60724"/>
                  </a:cubicBezTo>
                  <a:cubicBezTo>
                    <a:pt x="391428" y="54598"/>
                    <a:pt x="395017" y="49584"/>
                    <a:pt x="395017" y="45766"/>
                  </a:cubicBezTo>
                  <a:cubicBezTo>
                    <a:pt x="395017" y="44173"/>
                    <a:pt x="394457" y="42820"/>
                    <a:pt x="393262" y="41629"/>
                  </a:cubicBezTo>
                  <a:cubicBezTo>
                    <a:pt x="389752" y="37968"/>
                    <a:pt x="384488" y="40674"/>
                    <a:pt x="378108" y="44016"/>
                  </a:cubicBezTo>
                  <a:cubicBezTo>
                    <a:pt x="340140" y="63906"/>
                    <a:pt x="281754" y="77592"/>
                    <a:pt x="219699" y="77592"/>
                  </a:cubicBezTo>
                  <a:cubicBezTo>
                    <a:pt x="149669" y="77592"/>
                    <a:pt x="74691" y="60248"/>
                    <a:pt x="17902" y="14574"/>
                  </a:cubicBezTo>
                  <a:cubicBezTo>
                    <a:pt x="12477" y="10277"/>
                    <a:pt x="6575" y="6059"/>
                    <a:pt x="2587" y="9162"/>
                  </a:cubicBezTo>
                  <a:cubicBezTo>
                    <a:pt x="1151" y="10356"/>
                    <a:pt x="-126" y="12664"/>
                    <a:pt x="1310" y="17120"/>
                  </a:cubicBezTo>
                </a:path>
              </a:pathLst>
            </a:custGeom>
            <a:solidFill>
              <a:srgbClr val="F47722"/>
            </a:solidFill>
            <a:ln w="2238" cap="flat">
              <a:noFill/>
              <a:prstDash val="solid"/>
              <a:round/>
            </a:ln>
          </p:spPr>
          <p:txBody>
            <a:bodyPr/>
            <a:lstStyle/>
            <a:p>
              <a:endParaRPr lang="en-US"/>
            </a:p>
          </p:txBody>
        </p:sp>
      </p:grpSp>
    </p:spTree>
    <p:extLst>
      <p:ext uri="{BB962C8B-B14F-4D97-AF65-F5344CB8AC3E}">
        <p14:creationId xmlns:p14="http://schemas.microsoft.com/office/powerpoint/2010/main" val="33048704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30856-EB82-31C8-40A6-B440734B2870}"/>
              </a:ext>
            </a:extLst>
          </p:cNvPr>
          <p:cNvSpPr>
            <a:spLocks noGrp="1"/>
          </p:cNvSpPr>
          <p:nvPr>
            <p:ph type="title" hasCustomPrompt="1"/>
          </p:nvPr>
        </p:nvSpPr>
        <p:spPr>
          <a:xfrm>
            <a:off x="342900" y="735819"/>
            <a:ext cx="11506200" cy="957316"/>
          </a:xfrm>
        </p:spPr>
        <p:txBody>
          <a:bodyPr/>
          <a:lstStyle>
            <a:lvl1pPr>
              <a:defRPr/>
            </a:lvl1pPr>
          </a:lstStyle>
          <a:p>
            <a:r>
              <a:rPr lang="en-US" dirty="0"/>
              <a:t>Enter slide title</a:t>
            </a:r>
          </a:p>
        </p:txBody>
      </p:sp>
      <p:sp>
        <p:nvSpPr>
          <p:cNvPr id="3" name="Content Placeholder 2">
            <a:extLst>
              <a:ext uri="{FF2B5EF4-FFF2-40B4-BE49-F238E27FC236}">
                <a16:creationId xmlns:a16="http://schemas.microsoft.com/office/drawing/2014/main" id="{8DB794CB-6C56-45B3-662F-C9ED3E970BB9}"/>
              </a:ext>
            </a:extLst>
          </p:cNvPr>
          <p:cNvSpPr>
            <a:spLocks noGrp="1"/>
          </p:cNvSpPr>
          <p:nvPr>
            <p:ph idx="1" hasCustomPrompt="1"/>
          </p:nvPr>
        </p:nvSpPr>
        <p:spPr/>
        <p:txBody>
          <a:bodyPr/>
          <a:lstStyle>
            <a:lvl1pPr>
              <a:defRPr sz="2400"/>
            </a:lvl1pPr>
            <a:lvl2pPr>
              <a:defRPr sz="2000"/>
            </a:lvl2pPr>
            <a:lvl3pPr>
              <a:defRPr sz="1800"/>
            </a:lvl3pPr>
            <a:lvl4pPr>
              <a:defRPr sz="1600"/>
            </a:lvl4pPr>
            <a:lvl5pPr>
              <a:defRPr sz="1600"/>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581C9611-DB5C-7636-F8EB-D4713012DDAE}"/>
              </a:ext>
            </a:extLst>
          </p:cNvPr>
          <p:cNvSpPr>
            <a:spLocks noGrp="1"/>
          </p:cNvSpPr>
          <p:nvPr>
            <p:ph type="body" sz="quarter" idx="10" hasCustomPrompt="1"/>
          </p:nvPr>
        </p:nvSpPr>
        <p:spPr>
          <a:xfrm>
            <a:off x="342900" y="394394"/>
            <a:ext cx="11506200" cy="297883"/>
          </a:xfrm>
        </p:spPr>
        <p:txBody>
          <a:bodyPr lIns="18288"/>
          <a:lstStyle>
            <a:lvl1pPr marL="0" indent="0">
              <a:buNone/>
              <a:defRPr sz="1400" cap="all" spc="300" baseline="0">
                <a:latin typeface="Ember Modern SemiMono Beta 08" panose="020B0503020204020204" pitchFamily="34" charset="0"/>
              </a:defRPr>
            </a:lvl1pPr>
          </a:lstStyle>
          <a:p>
            <a:pPr lvl="0"/>
            <a:r>
              <a:rPr lang="en-US" dirty="0"/>
              <a:t>Enter slide eyebrow</a:t>
            </a:r>
          </a:p>
        </p:txBody>
      </p:sp>
    </p:spTree>
    <p:extLst>
      <p:ext uri="{BB962C8B-B14F-4D97-AF65-F5344CB8AC3E}">
        <p14:creationId xmlns:p14="http://schemas.microsoft.com/office/powerpoint/2010/main" val="15094810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7096-98A8-29A8-9093-0B3752242184}"/>
              </a:ext>
            </a:extLst>
          </p:cNvPr>
          <p:cNvSpPr>
            <a:spLocks noGrp="1"/>
          </p:cNvSpPr>
          <p:nvPr>
            <p:ph type="title" hasCustomPrompt="1"/>
          </p:nvPr>
        </p:nvSpPr>
        <p:spPr>
          <a:xfrm>
            <a:off x="342900" y="735819"/>
            <a:ext cx="11506200" cy="957316"/>
          </a:xfrm>
        </p:spPr>
        <p:txBody>
          <a:bodyPr/>
          <a:lstStyle>
            <a:lvl1pPr>
              <a:defRPr/>
            </a:lvl1pPr>
          </a:lstStyle>
          <a:p>
            <a:r>
              <a:rPr lang="en-US" dirty="0"/>
              <a:t>Enter slide title</a:t>
            </a:r>
          </a:p>
        </p:txBody>
      </p:sp>
      <p:sp>
        <p:nvSpPr>
          <p:cNvPr id="3" name="Text Placeholder 2">
            <a:extLst>
              <a:ext uri="{FF2B5EF4-FFF2-40B4-BE49-F238E27FC236}">
                <a16:creationId xmlns:a16="http://schemas.microsoft.com/office/drawing/2014/main" id="{E9981932-8D49-1CE2-C356-9405881AF470}"/>
              </a:ext>
            </a:extLst>
          </p:cNvPr>
          <p:cNvSpPr>
            <a:spLocks noGrp="1"/>
          </p:cNvSpPr>
          <p:nvPr>
            <p:ph type="body" idx="1" hasCustomPrompt="1"/>
          </p:nvPr>
        </p:nvSpPr>
        <p:spPr>
          <a:xfrm>
            <a:off x="342900" y="1920080"/>
            <a:ext cx="5467351" cy="604837"/>
          </a:xfrm>
        </p:spPr>
        <p:txBody>
          <a:bodyPr anchor="t"/>
          <a:lstStyle>
            <a:lvl1pPr marL="0" indent="0">
              <a:buNone/>
              <a:defRPr sz="2800" b="0">
                <a:latin typeface="Ember Modern Display" panose="020B05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column heading</a:t>
            </a:r>
          </a:p>
        </p:txBody>
      </p:sp>
      <p:sp>
        <p:nvSpPr>
          <p:cNvPr id="4" name="Content Placeholder 3">
            <a:extLst>
              <a:ext uri="{FF2B5EF4-FFF2-40B4-BE49-F238E27FC236}">
                <a16:creationId xmlns:a16="http://schemas.microsoft.com/office/drawing/2014/main" id="{012D4B18-D310-0517-6928-4234BF563C29}"/>
              </a:ext>
            </a:extLst>
          </p:cNvPr>
          <p:cNvSpPr>
            <a:spLocks noGrp="1"/>
          </p:cNvSpPr>
          <p:nvPr>
            <p:ph sz="half" idx="2" hasCustomPrompt="1"/>
          </p:nvPr>
        </p:nvSpPr>
        <p:spPr>
          <a:xfrm>
            <a:off x="342900" y="2555875"/>
            <a:ext cx="5467351" cy="3616325"/>
          </a:xfrm>
        </p:spPr>
        <p:txBody>
          <a:bodyPr/>
          <a:lstStyle>
            <a:lvl1pPr>
              <a:defRPr sz="2400"/>
            </a:lvl1pPr>
            <a:lvl2pPr>
              <a:defRPr sz="2000"/>
            </a:lvl2pPr>
            <a:lvl3pPr>
              <a:defRPr sz="1800"/>
            </a:lvl3pPr>
            <a:lvl4pPr>
              <a:defRPr sz="1600"/>
            </a:lvl4pPr>
            <a:lvl5pPr>
              <a:defRPr sz="1600"/>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9E0B678-85A9-D8EF-40BA-12CF96EE2227}"/>
              </a:ext>
            </a:extLst>
          </p:cNvPr>
          <p:cNvSpPr>
            <a:spLocks noGrp="1"/>
          </p:cNvSpPr>
          <p:nvPr>
            <p:ph type="body" sz="quarter" idx="3" hasCustomPrompt="1"/>
          </p:nvPr>
        </p:nvSpPr>
        <p:spPr>
          <a:xfrm>
            <a:off x="6381750" y="1920080"/>
            <a:ext cx="5445124" cy="604837"/>
          </a:xfrm>
        </p:spPr>
        <p:txBody>
          <a:bodyPr anchor="t"/>
          <a:lstStyle>
            <a:lvl1pPr marL="0" indent="0">
              <a:buNone/>
              <a:defRPr sz="2800" b="0">
                <a:latin typeface="Ember Modern Display" panose="020B05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column heading</a:t>
            </a:r>
          </a:p>
        </p:txBody>
      </p:sp>
      <p:sp>
        <p:nvSpPr>
          <p:cNvPr id="6" name="Content Placeholder 5">
            <a:extLst>
              <a:ext uri="{FF2B5EF4-FFF2-40B4-BE49-F238E27FC236}">
                <a16:creationId xmlns:a16="http://schemas.microsoft.com/office/drawing/2014/main" id="{C8FE7447-20BD-F796-D8F7-180619DBDEB1}"/>
              </a:ext>
            </a:extLst>
          </p:cNvPr>
          <p:cNvSpPr>
            <a:spLocks noGrp="1"/>
          </p:cNvSpPr>
          <p:nvPr>
            <p:ph sz="quarter" idx="4" hasCustomPrompt="1"/>
          </p:nvPr>
        </p:nvSpPr>
        <p:spPr>
          <a:xfrm>
            <a:off x="6381750" y="2555875"/>
            <a:ext cx="5445124" cy="3616325"/>
          </a:xfrm>
        </p:spPr>
        <p:txBody>
          <a:bodyPr/>
          <a:lstStyle>
            <a:lvl1pPr>
              <a:defRPr sz="2400"/>
            </a:lvl1pPr>
            <a:lvl2pPr>
              <a:defRPr sz="2000"/>
            </a:lvl2pPr>
            <a:lvl3pPr>
              <a:defRPr sz="1800"/>
            </a:lvl3pPr>
            <a:lvl4pPr>
              <a:defRPr sz="1600"/>
            </a:lvl4pPr>
            <a:lvl5pPr>
              <a:defRPr sz="1600"/>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257886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B085DBF9-EED8-94BD-8E43-7384FD7D0FEC}"/>
              </a:ext>
            </a:extLst>
          </p:cNvPr>
          <p:cNvSpPr>
            <a:spLocks noGrp="1"/>
          </p:cNvSpPr>
          <p:nvPr>
            <p:ph type="title" hasCustomPrompt="1"/>
          </p:nvPr>
        </p:nvSpPr>
        <p:spPr>
          <a:xfrm>
            <a:off x="342900" y="735819"/>
            <a:ext cx="11506200" cy="957316"/>
          </a:xfrm>
        </p:spPr>
        <p:txBody>
          <a:bodyPr/>
          <a:lstStyle>
            <a:lvl1pPr>
              <a:defRPr baseline="0"/>
            </a:lvl1pPr>
          </a:lstStyle>
          <a:p>
            <a:r>
              <a:rPr lang="en-US" dirty="0"/>
              <a:t>Enter slide title</a:t>
            </a:r>
          </a:p>
        </p:txBody>
      </p:sp>
      <p:sp>
        <p:nvSpPr>
          <p:cNvPr id="15" name="Text Placeholder 3">
            <a:extLst>
              <a:ext uri="{FF2B5EF4-FFF2-40B4-BE49-F238E27FC236}">
                <a16:creationId xmlns:a16="http://schemas.microsoft.com/office/drawing/2014/main" id="{9D34886D-DC66-E686-F164-ED4AFC977CFC}"/>
              </a:ext>
            </a:extLst>
          </p:cNvPr>
          <p:cNvSpPr>
            <a:spLocks noGrp="1"/>
          </p:cNvSpPr>
          <p:nvPr>
            <p:ph type="body" sz="quarter" idx="10" hasCustomPrompt="1"/>
          </p:nvPr>
        </p:nvSpPr>
        <p:spPr>
          <a:xfrm>
            <a:off x="342900" y="394394"/>
            <a:ext cx="11506200" cy="297883"/>
          </a:xfrm>
        </p:spPr>
        <p:txBody>
          <a:bodyPr/>
          <a:lstStyle>
            <a:lvl1pPr marL="0" indent="0">
              <a:lnSpc>
                <a:spcPct val="90000"/>
              </a:lnSpc>
              <a:spcAft>
                <a:spcPts val="1000"/>
              </a:spcAft>
              <a:buNone/>
              <a:defRPr sz="1400" b="0" cap="all" spc="300" baseline="0">
                <a:solidFill>
                  <a:schemeClr val="tx1"/>
                </a:solidFill>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stStyle>
          <a:p>
            <a:pPr lvl="0"/>
            <a:r>
              <a:rPr lang="en-US" dirty="0"/>
              <a:t>Enter slide subtitle</a:t>
            </a:r>
          </a:p>
        </p:txBody>
      </p:sp>
      <p:sp>
        <p:nvSpPr>
          <p:cNvPr id="16" name="Content Placeholder 5">
            <a:extLst>
              <a:ext uri="{FF2B5EF4-FFF2-40B4-BE49-F238E27FC236}">
                <a16:creationId xmlns:a16="http://schemas.microsoft.com/office/drawing/2014/main" id="{866AE3ED-18B2-391F-47E5-EBEDCE8B6400}"/>
              </a:ext>
            </a:extLst>
          </p:cNvPr>
          <p:cNvSpPr>
            <a:spLocks noGrp="1"/>
          </p:cNvSpPr>
          <p:nvPr>
            <p:ph sz="quarter" idx="11" hasCustomPrompt="1"/>
          </p:nvPr>
        </p:nvSpPr>
        <p:spPr>
          <a:xfrm>
            <a:off x="342900" y="2285999"/>
            <a:ext cx="5467350" cy="3890963"/>
          </a:xfrm>
        </p:spPr>
        <p:txBody>
          <a:bodyPr/>
          <a:lstStyle>
            <a:lvl1pPr marL="228600" indent="-228600">
              <a:buFont typeface="Wingdings" panose="05000000000000000000" pitchFamily="2" charset="2"/>
              <a:buChar char="§"/>
              <a:defRPr sz="2800"/>
            </a:lvl1pPr>
            <a:lvl2pPr marL="576072" indent="-228600">
              <a:buFont typeface="Wingdings" panose="05000000000000000000" pitchFamily="2" charset="2"/>
              <a:buChar char="§"/>
              <a:defRPr sz="2400"/>
            </a:lvl2pPr>
            <a:lvl3pPr marL="914400" indent="-228600">
              <a:buFont typeface="Wingdings" panose="05000000000000000000" pitchFamily="2" charset="2"/>
              <a:buChar char="§"/>
              <a:defRPr sz="2000"/>
            </a:lvl3pPr>
            <a:lvl4pPr marL="1197864" indent="-228600">
              <a:buFont typeface="Wingdings" panose="05000000000000000000" pitchFamily="2" charset="2"/>
              <a:buChar char="§"/>
              <a:defRPr sz="1800"/>
            </a:lvl4pPr>
            <a:lvl5pPr marL="1490472" indent="-228600">
              <a:buFont typeface="Wingdings" panose="05000000000000000000" pitchFamily="2" charset="2"/>
              <a:buChar char="§"/>
              <a:defRPr sz="1800"/>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4">
            <a:extLst>
              <a:ext uri="{FF2B5EF4-FFF2-40B4-BE49-F238E27FC236}">
                <a16:creationId xmlns:a16="http://schemas.microsoft.com/office/drawing/2014/main" id="{DD316266-1AC7-40B7-8C68-7DE9D248EB92}"/>
              </a:ext>
            </a:extLst>
          </p:cNvPr>
          <p:cNvSpPr>
            <a:spLocks noGrp="1"/>
          </p:cNvSpPr>
          <p:nvPr>
            <p:ph sz="quarter" idx="12" hasCustomPrompt="1"/>
          </p:nvPr>
        </p:nvSpPr>
        <p:spPr>
          <a:xfrm>
            <a:off x="6381750" y="2285999"/>
            <a:ext cx="5467350" cy="3890963"/>
          </a:xfrm>
        </p:spPr>
        <p:txBody>
          <a:bodyPr/>
          <a:lstStyle>
            <a:lvl1pPr marL="228600" indent="-228600">
              <a:buFont typeface="Wingdings" panose="05000000000000000000" pitchFamily="2" charset="2"/>
              <a:buChar char="§"/>
              <a:defRPr sz="2800"/>
            </a:lvl1pPr>
            <a:lvl2pPr marL="576072" indent="-228600">
              <a:buFont typeface="Wingdings" panose="05000000000000000000" pitchFamily="2" charset="2"/>
              <a:buChar char="§"/>
              <a:defRPr sz="2400"/>
            </a:lvl2pPr>
            <a:lvl3pPr marL="914400" indent="-228600">
              <a:buFont typeface="Wingdings" panose="05000000000000000000" pitchFamily="2" charset="2"/>
              <a:buChar char="§"/>
              <a:defRPr sz="2000"/>
            </a:lvl3pPr>
            <a:lvl4pPr marL="1197864" indent="-228600">
              <a:buFont typeface="Wingdings" panose="05000000000000000000" pitchFamily="2" charset="2"/>
              <a:buChar char="§"/>
              <a:defRPr sz="1800"/>
            </a:lvl4pPr>
            <a:lvl5pPr marL="1490472" indent="-228600">
              <a:buFont typeface="Wingdings" panose="05000000000000000000" pitchFamily="2" charset="2"/>
              <a:buChar char="§"/>
              <a:defRPr sz="1800"/>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446673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136B9-B743-C86D-291F-8CEE85E42288}"/>
              </a:ext>
            </a:extLst>
          </p:cNvPr>
          <p:cNvSpPr>
            <a:spLocks noGrp="1"/>
          </p:cNvSpPr>
          <p:nvPr>
            <p:ph type="title" hasCustomPrompt="1"/>
          </p:nvPr>
        </p:nvSpPr>
        <p:spPr/>
        <p:txBody>
          <a:bodyPr/>
          <a:lstStyle>
            <a:lvl1pPr>
              <a:defRPr/>
            </a:lvl1pPr>
          </a:lstStyle>
          <a:p>
            <a:r>
              <a:rPr lang="en-US" dirty="0"/>
              <a:t>Enter slide title</a:t>
            </a:r>
          </a:p>
        </p:txBody>
      </p:sp>
      <p:sp>
        <p:nvSpPr>
          <p:cNvPr id="3" name="Content Placeholder 2">
            <a:extLst>
              <a:ext uri="{FF2B5EF4-FFF2-40B4-BE49-F238E27FC236}">
                <a16:creationId xmlns:a16="http://schemas.microsoft.com/office/drawing/2014/main" id="{D121D90D-5249-6161-0D30-804E4B9FEE2B}"/>
              </a:ext>
            </a:extLst>
          </p:cNvPr>
          <p:cNvSpPr>
            <a:spLocks noGrp="1"/>
          </p:cNvSpPr>
          <p:nvPr>
            <p:ph sz="half" idx="1" hasCustomPrompt="1"/>
          </p:nvPr>
        </p:nvSpPr>
        <p:spPr>
          <a:xfrm>
            <a:off x="342900" y="2285999"/>
            <a:ext cx="5467350" cy="3890963"/>
          </a:xfrm>
        </p:spPr>
        <p:txBody>
          <a:bodyPr/>
          <a:lstStyle>
            <a:lvl1pPr>
              <a:defRPr/>
            </a:lvl1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A10018-BBEF-0B55-B982-A1B751FC3AD0}"/>
              </a:ext>
            </a:extLst>
          </p:cNvPr>
          <p:cNvSpPr>
            <a:spLocks noGrp="1"/>
          </p:cNvSpPr>
          <p:nvPr>
            <p:ph sz="half" idx="2" hasCustomPrompt="1"/>
          </p:nvPr>
        </p:nvSpPr>
        <p:spPr>
          <a:xfrm>
            <a:off x="6381750" y="2285999"/>
            <a:ext cx="5467350" cy="3890963"/>
          </a:xfrm>
        </p:spPr>
        <p:txBody>
          <a:bodyPr/>
          <a:lstStyle>
            <a:lvl1pPr>
              <a:defRPr/>
            </a:lvl1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941782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3AA6-DD5F-F1F0-685F-0E8D122DBF1F}"/>
              </a:ext>
            </a:extLst>
          </p:cNvPr>
          <p:cNvSpPr>
            <a:spLocks noGrp="1"/>
          </p:cNvSpPr>
          <p:nvPr>
            <p:ph type="title" hasCustomPrompt="1"/>
          </p:nvPr>
        </p:nvSpPr>
        <p:spPr/>
        <p:txBody>
          <a:bodyPr/>
          <a:lstStyle>
            <a:lvl1pPr>
              <a:defRPr/>
            </a:lvl1pPr>
          </a:lstStyle>
          <a:p>
            <a:r>
              <a:rPr lang="en-US" dirty="0"/>
              <a:t>Enter slide title</a:t>
            </a:r>
          </a:p>
        </p:txBody>
      </p:sp>
      <p:sp>
        <p:nvSpPr>
          <p:cNvPr id="7" name="Content Placeholder 6">
            <a:extLst>
              <a:ext uri="{FF2B5EF4-FFF2-40B4-BE49-F238E27FC236}">
                <a16:creationId xmlns:a16="http://schemas.microsoft.com/office/drawing/2014/main" id="{CBD629A6-8D80-F01D-6006-FCD9F391597F}"/>
              </a:ext>
            </a:extLst>
          </p:cNvPr>
          <p:cNvSpPr>
            <a:spLocks noGrp="1"/>
          </p:cNvSpPr>
          <p:nvPr>
            <p:ph sz="quarter" idx="10" hasCustomPrompt="1"/>
          </p:nvPr>
        </p:nvSpPr>
        <p:spPr>
          <a:xfrm>
            <a:off x="342900" y="2286000"/>
            <a:ext cx="11506200" cy="3886200"/>
          </a:xfrm>
        </p:spPr>
        <p:txBody>
          <a:bodyPr/>
          <a:lstStyle>
            <a:lvl1pPr marL="0" indent="0">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457200" indent="0">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2pPr>
            <a:lvl3pPr marL="914400" indent="0">
              <a:spcAft>
                <a:spcPts val="1000"/>
              </a:spcAft>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3pPr>
            <a:lvl4pPr marL="1371600" indent="0">
              <a:spcAft>
                <a:spcPts val="1000"/>
              </a:spcAft>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4pPr>
            <a:lvl5pPr marL="1828800" indent="0">
              <a:spcAft>
                <a:spcPts val="1000"/>
              </a:spcAft>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5pPr>
          </a:lstStyle>
          <a:p>
            <a:pPr lvl="0"/>
            <a:r>
              <a:rPr lang="en-US" dirty="0"/>
              <a:t>Type or paste plain-text code here, or click an icon to add an image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05724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de -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3AA6-DD5F-F1F0-685F-0E8D122DBF1F}"/>
              </a:ext>
            </a:extLst>
          </p:cNvPr>
          <p:cNvSpPr>
            <a:spLocks noGrp="1"/>
          </p:cNvSpPr>
          <p:nvPr>
            <p:ph type="title" hasCustomPrompt="1"/>
          </p:nvPr>
        </p:nvSpPr>
        <p:spPr/>
        <p:txBody>
          <a:bodyPr/>
          <a:lstStyle>
            <a:lvl1pPr>
              <a:defRPr/>
            </a:lvl1pPr>
          </a:lstStyle>
          <a:p>
            <a:r>
              <a:rPr lang="en-US" dirty="0"/>
              <a:t>Enter slide title</a:t>
            </a:r>
          </a:p>
        </p:txBody>
      </p:sp>
      <p:sp>
        <p:nvSpPr>
          <p:cNvPr id="7" name="Content Placeholder 6">
            <a:extLst>
              <a:ext uri="{FF2B5EF4-FFF2-40B4-BE49-F238E27FC236}">
                <a16:creationId xmlns:a16="http://schemas.microsoft.com/office/drawing/2014/main" id="{CBD629A6-8D80-F01D-6006-FCD9F391597F}"/>
              </a:ext>
            </a:extLst>
          </p:cNvPr>
          <p:cNvSpPr>
            <a:spLocks noGrp="1"/>
          </p:cNvSpPr>
          <p:nvPr>
            <p:ph sz="quarter" idx="10" hasCustomPrompt="1"/>
          </p:nvPr>
        </p:nvSpPr>
        <p:spPr>
          <a:xfrm>
            <a:off x="342900" y="2286000"/>
            <a:ext cx="5467350" cy="3886200"/>
          </a:xfrm>
        </p:spPr>
        <p:txBody>
          <a:bodyPr/>
          <a:lstStyle>
            <a:lvl1pPr marL="0" indent="0">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457200" indent="0">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2pPr>
            <a:lvl3pPr marL="914400" indent="0">
              <a:spcAft>
                <a:spcPts val="1000"/>
              </a:spcAft>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3pPr>
            <a:lvl4pPr marL="1371600" indent="0">
              <a:spcAft>
                <a:spcPts val="1000"/>
              </a:spcAft>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4pPr>
            <a:lvl5pPr marL="1828800" indent="0">
              <a:spcAft>
                <a:spcPts val="1000"/>
              </a:spcAft>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5pPr>
          </a:lstStyle>
          <a:p>
            <a:pPr lvl="0"/>
            <a:r>
              <a:rPr lang="en-US" dirty="0"/>
              <a:t>Type or paste plain-text code here, or click an icon to add an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7BADA46-BD7F-29E5-F6CF-F50AFF400AF7}"/>
              </a:ext>
            </a:extLst>
          </p:cNvPr>
          <p:cNvSpPr>
            <a:spLocks noGrp="1"/>
          </p:cNvSpPr>
          <p:nvPr>
            <p:ph sz="quarter" idx="11" hasCustomPrompt="1"/>
          </p:nvPr>
        </p:nvSpPr>
        <p:spPr>
          <a:xfrm>
            <a:off x="6381750" y="2286000"/>
            <a:ext cx="5467350" cy="3886200"/>
          </a:xfrm>
        </p:spPr>
        <p:txBody>
          <a:bodyPr/>
          <a:lstStyle>
            <a:lvl1pPr marL="0" indent="0">
              <a:spcAft>
                <a:spcPts val="1000"/>
              </a:spcAft>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457200" indent="0">
              <a:spcAft>
                <a:spcPts val="1000"/>
              </a:spcAft>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2pPr>
            <a:lvl3pPr indent="0">
              <a:spcAft>
                <a:spcPts val="1000"/>
              </a:spcAft>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3pPr>
            <a:lvl4pPr marL="1371600" indent="0">
              <a:spcAft>
                <a:spcPts val="1000"/>
              </a:spcAft>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4pPr>
            <a:lvl5pPr marL="1828800" indent="0">
              <a:spcAft>
                <a:spcPts val="1000"/>
              </a:spcAft>
              <a:buNone/>
              <a:defRPr sz="200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5pPr>
          </a:lstStyle>
          <a:p>
            <a:pPr lvl="0"/>
            <a:r>
              <a:rPr lang="en-US" dirty="0"/>
              <a:t>Type or paste plain-text code here, or click an icon to add an image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950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DF88286-6CB0-DB41-C256-15C67FDE8524}"/>
              </a:ext>
            </a:extLst>
          </p:cNvPr>
          <p:cNvSpPr>
            <a:spLocks noGrp="1"/>
          </p:cNvSpPr>
          <p:nvPr>
            <p:ph type="title" hasCustomPrompt="1"/>
          </p:nvPr>
        </p:nvSpPr>
        <p:spPr>
          <a:xfrm>
            <a:off x="1301750" y="1357992"/>
            <a:ext cx="8189914" cy="1943100"/>
          </a:xfrm>
        </p:spPr>
        <p:txBody>
          <a:bodyPr/>
          <a:lstStyle>
            <a:lvl1pPr>
              <a:lnSpc>
                <a:spcPct val="100000"/>
              </a:lnSpc>
              <a:defRPr sz="4000">
                <a:latin typeface="+mn-lt"/>
              </a:defRPr>
            </a:lvl1pPr>
          </a:lstStyle>
          <a:p>
            <a:r>
              <a:rPr lang="en-US" dirty="0"/>
              <a:t>Enter quote here. Omit quote marks on the text.</a:t>
            </a:r>
          </a:p>
        </p:txBody>
      </p:sp>
      <p:sp>
        <p:nvSpPr>
          <p:cNvPr id="4" name="Text Placeholder 8">
            <a:extLst>
              <a:ext uri="{FF2B5EF4-FFF2-40B4-BE49-F238E27FC236}">
                <a16:creationId xmlns:a16="http://schemas.microsoft.com/office/drawing/2014/main" id="{05CAF719-89DC-B912-6541-99E5554CCEA4}"/>
              </a:ext>
            </a:extLst>
          </p:cNvPr>
          <p:cNvSpPr>
            <a:spLocks noGrp="1"/>
          </p:cNvSpPr>
          <p:nvPr>
            <p:ph type="body" sz="quarter" idx="14" hasCustomPrompt="1"/>
          </p:nvPr>
        </p:nvSpPr>
        <p:spPr>
          <a:xfrm>
            <a:off x="1301749" y="4607714"/>
            <a:ext cx="5020861" cy="319831"/>
          </a:xfrm>
        </p:spPr>
        <p:txBody>
          <a:bodyPr/>
          <a:lstStyle>
            <a:lvl1pPr marL="0" indent="0">
              <a:buNone/>
              <a:defRPr sz="1400" b="0" cap="all" spc="300" baseline="0">
                <a:solidFill>
                  <a:schemeClr val="tx1"/>
                </a:solidFill>
                <a:latin typeface="Ember Modern SemiMono Beta 08" panose="020B0503020204020204" pitchFamily="34" charset="0"/>
              </a:defRPr>
            </a:lvl1pPr>
          </a:lstStyle>
          <a:p>
            <a:pPr lvl="0"/>
            <a:r>
              <a:rPr lang="en-US" dirty="0"/>
              <a:t>Enter quoted person’s name</a:t>
            </a:r>
          </a:p>
        </p:txBody>
      </p:sp>
      <p:sp>
        <p:nvSpPr>
          <p:cNvPr id="6" name="Text Placeholder 10">
            <a:extLst>
              <a:ext uri="{FF2B5EF4-FFF2-40B4-BE49-F238E27FC236}">
                <a16:creationId xmlns:a16="http://schemas.microsoft.com/office/drawing/2014/main" id="{D6BAA0E5-A8BD-DBEC-BC35-EA3B4F56AB43}"/>
              </a:ext>
            </a:extLst>
          </p:cNvPr>
          <p:cNvSpPr>
            <a:spLocks noGrp="1"/>
          </p:cNvSpPr>
          <p:nvPr>
            <p:ph type="body" sz="quarter" idx="15" hasCustomPrompt="1"/>
          </p:nvPr>
        </p:nvSpPr>
        <p:spPr>
          <a:xfrm>
            <a:off x="1310646" y="4927545"/>
            <a:ext cx="5011964" cy="369332"/>
          </a:xfrm>
        </p:spPr>
        <p:txBody>
          <a:bodyPr/>
          <a:lstStyle>
            <a:lvl1pPr marL="0" indent="0">
              <a:buNone/>
              <a:defRPr sz="1400" b="0" cap="all" spc="300" baseline="0">
                <a:solidFill>
                  <a:schemeClr val="tx1"/>
                </a:solidFill>
                <a:latin typeface="Ember Modern SemiMono Beta 08" panose="020B0503020204020204" pitchFamily="34" charset="0"/>
              </a:defRPr>
            </a:lvl1pPr>
          </a:lstStyle>
          <a:p>
            <a:pPr lvl="0"/>
            <a:r>
              <a:rPr lang="en-US" dirty="0"/>
              <a:t>Enter quoted person’s affiliation</a:t>
            </a:r>
          </a:p>
        </p:txBody>
      </p:sp>
      <p:pic>
        <p:nvPicPr>
          <p:cNvPr id="26" name="Graphic 25">
            <a:extLst>
              <a:ext uri="{FF2B5EF4-FFF2-40B4-BE49-F238E27FC236}">
                <a16:creationId xmlns:a16="http://schemas.microsoft.com/office/drawing/2014/main" id="{6B738C57-CE77-5D86-BB36-56112F93EE0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24114" y="1199375"/>
            <a:ext cx="569459" cy="479477"/>
          </a:xfrm>
          <a:prstGeom prst="rect">
            <a:avLst/>
          </a:prstGeom>
        </p:spPr>
      </p:pic>
      <p:grpSp>
        <p:nvGrpSpPr>
          <p:cNvPr id="7" name="Graphic 55">
            <a:extLst>
              <a:ext uri="{FF2B5EF4-FFF2-40B4-BE49-F238E27FC236}">
                <a16:creationId xmlns:a16="http://schemas.microsoft.com/office/drawing/2014/main" id="{C48AFA89-F66A-3EAD-1D7D-2DAA42A87222}"/>
              </a:ext>
            </a:extLst>
          </p:cNvPr>
          <p:cNvGrpSpPr/>
          <p:nvPr userDrawn="1"/>
        </p:nvGrpSpPr>
        <p:grpSpPr>
          <a:xfrm>
            <a:off x="10287000" y="4191000"/>
            <a:ext cx="381000" cy="381000"/>
            <a:chOff x="7885095" y="2286001"/>
            <a:chExt cx="957316" cy="957316"/>
          </a:xfrm>
        </p:grpSpPr>
        <p:sp>
          <p:nvSpPr>
            <p:cNvPr id="9" name="Rectangle 8">
              <a:extLst>
                <a:ext uri="{FF2B5EF4-FFF2-40B4-BE49-F238E27FC236}">
                  <a16:creationId xmlns:a16="http://schemas.microsoft.com/office/drawing/2014/main" id="{4F1DFAF3-48CB-C1B8-D9C8-82A89508E4B6}"/>
                </a:ext>
              </a:extLst>
            </p:cNvPr>
            <p:cNvSpPr/>
            <p:nvPr/>
          </p:nvSpPr>
          <p:spPr>
            <a:xfrm>
              <a:off x="7885095" y="2286001"/>
              <a:ext cx="957316" cy="957316"/>
            </a:xfrm>
            <a:prstGeom prst="rect">
              <a:avLst/>
            </a:prstGeom>
            <a:noFill/>
            <a:ln w="1588" cap="flat">
              <a:noFill/>
              <a:prstDash val="solid"/>
              <a:round/>
            </a:ln>
          </p:spPr>
          <p:txBody>
            <a:bodyPr/>
            <a:lstStyle/>
            <a:p>
              <a:endParaRPr lang="en-US"/>
            </a:p>
          </p:txBody>
        </p:sp>
        <p:sp>
          <p:nvSpPr>
            <p:cNvPr id="13" name="Rectangle 12">
              <a:extLst>
                <a:ext uri="{FF2B5EF4-FFF2-40B4-BE49-F238E27FC236}">
                  <a16:creationId xmlns:a16="http://schemas.microsoft.com/office/drawing/2014/main" id="{0AA704E2-359C-B8FC-3610-9D4BF0C29BE8}"/>
                </a:ext>
              </a:extLst>
            </p:cNvPr>
            <p:cNvSpPr/>
            <p:nvPr/>
          </p:nvSpPr>
          <p:spPr>
            <a:xfrm>
              <a:off x="7885095" y="2286001"/>
              <a:ext cx="957316" cy="957316"/>
            </a:xfrm>
            <a:prstGeom prst="rect">
              <a:avLst/>
            </a:prstGeom>
            <a:solidFill>
              <a:srgbClr val="8F0A3E"/>
            </a:solidFill>
            <a:ln w="1588" cap="flat">
              <a:noFill/>
              <a:prstDash val="solid"/>
              <a:round/>
            </a:ln>
          </p:spPr>
          <p:txBody>
            <a:bodyPr/>
            <a:lstStyle/>
            <a:p>
              <a:endParaRPr lang="en-US" dirty="0"/>
            </a:p>
          </p:txBody>
        </p:sp>
      </p:grpSp>
      <p:grpSp>
        <p:nvGrpSpPr>
          <p:cNvPr id="16" name="Graphic 57">
            <a:extLst>
              <a:ext uri="{FF2B5EF4-FFF2-40B4-BE49-F238E27FC236}">
                <a16:creationId xmlns:a16="http://schemas.microsoft.com/office/drawing/2014/main" id="{33BC259A-3870-42C5-9AB9-B33CA5E15A17}"/>
              </a:ext>
            </a:extLst>
          </p:cNvPr>
          <p:cNvGrpSpPr/>
          <p:nvPr userDrawn="1"/>
        </p:nvGrpSpPr>
        <p:grpSpPr>
          <a:xfrm>
            <a:off x="10668000" y="4572000"/>
            <a:ext cx="1524000" cy="1524000"/>
            <a:chOff x="7885095" y="3638778"/>
            <a:chExt cx="957316" cy="957316"/>
          </a:xfrm>
        </p:grpSpPr>
        <p:sp>
          <p:nvSpPr>
            <p:cNvPr id="19" name="Rectangle 18">
              <a:extLst>
                <a:ext uri="{FF2B5EF4-FFF2-40B4-BE49-F238E27FC236}">
                  <a16:creationId xmlns:a16="http://schemas.microsoft.com/office/drawing/2014/main" id="{9EB8D4BE-B13A-5976-C2A4-AB0D2D84E51C}"/>
                </a:ext>
              </a:extLst>
            </p:cNvPr>
            <p:cNvSpPr/>
            <p:nvPr/>
          </p:nvSpPr>
          <p:spPr>
            <a:xfrm>
              <a:off x="7885095" y="3638778"/>
              <a:ext cx="957316" cy="957316"/>
            </a:xfrm>
            <a:prstGeom prst="rect">
              <a:avLst/>
            </a:prstGeom>
            <a:noFill/>
            <a:ln w="1588" cap="flat">
              <a:noFill/>
              <a:prstDash val="solid"/>
              <a:round/>
            </a:ln>
          </p:spPr>
          <p:txBody>
            <a:bodyPr/>
            <a:lstStyle/>
            <a:p>
              <a:endParaRPr lang="en-US"/>
            </a:p>
          </p:txBody>
        </p:sp>
        <p:sp>
          <p:nvSpPr>
            <p:cNvPr id="22" name="Rectangle 21">
              <a:extLst>
                <a:ext uri="{FF2B5EF4-FFF2-40B4-BE49-F238E27FC236}">
                  <a16:creationId xmlns:a16="http://schemas.microsoft.com/office/drawing/2014/main" id="{3B17655A-F0BD-678C-BC6C-9415C3AA4304}"/>
                </a:ext>
              </a:extLst>
            </p:cNvPr>
            <p:cNvSpPr/>
            <p:nvPr/>
          </p:nvSpPr>
          <p:spPr>
            <a:xfrm>
              <a:off x="7885095" y="3638778"/>
              <a:ext cx="957316" cy="957316"/>
            </a:xfrm>
            <a:prstGeom prst="rect">
              <a:avLst/>
            </a:prstGeom>
            <a:solidFill>
              <a:schemeClr val="accent1"/>
            </a:solidFill>
            <a:ln w="1588" cap="flat">
              <a:noFill/>
              <a:prstDash val="solid"/>
              <a:round/>
            </a:ln>
          </p:spPr>
          <p:txBody>
            <a:bodyPr/>
            <a:lstStyle/>
            <a:p>
              <a:endParaRPr lang="en-US"/>
            </a:p>
          </p:txBody>
        </p:sp>
      </p:grpSp>
      <p:grpSp>
        <p:nvGrpSpPr>
          <p:cNvPr id="25" name="Graphic 53">
            <a:extLst>
              <a:ext uri="{FF2B5EF4-FFF2-40B4-BE49-F238E27FC236}">
                <a16:creationId xmlns:a16="http://schemas.microsoft.com/office/drawing/2014/main" id="{EF23697E-E270-B18E-8196-026162E4CCB9}"/>
              </a:ext>
            </a:extLst>
          </p:cNvPr>
          <p:cNvGrpSpPr/>
          <p:nvPr userDrawn="1"/>
        </p:nvGrpSpPr>
        <p:grpSpPr>
          <a:xfrm>
            <a:off x="9906876" y="6097587"/>
            <a:ext cx="761123" cy="761123"/>
            <a:chOff x="7885095" y="4991556"/>
            <a:chExt cx="957316" cy="957316"/>
          </a:xfrm>
        </p:grpSpPr>
        <p:sp>
          <p:nvSpPr>
            <p:cNvPr id="27" name="Rectangle 26">
              <a:extLst>
                <a:ext uri="{FF2B5EF4-FFF2-40B4-BE49-F238E27FC236}">
                  <a16:creationId xmlns:a16="http://schemas.microsoft.com/office/drawing/2014/main" id="{55A7BBFC-EC41-BB3D-0BAA-B59CACD0A5DB}"/>
                </a:ext>
              </a:extLst>
            </p:cNvPr>
            <p:cNvSpPr/>
            <p:nvPr/>
          </p:nvSpPr>
          <p:spPr>
            <a:xfrm>
              <a:off x="7885095" y="4991556"/>
              <a:ext cx="957316" cy="957316"/>
            </a:xfrm>
            <a:prstGeom prst="rect">
              <a:avLst/>
            </a:prstGeom>
            <a:noFill/>
            <a:ln w="1588" cap="flat">
              <a:noFill/>
              <a:prstDash val="solid"/>
              <a:round/>
            </a:ln>
          </p:spPr>
          <p:txBody>
            <a:bodyPr/>
            <a:lstStyle/>
            <a:p>
              <a:endParaRPr lang="en-US"/>
            </a:p>
          </p:txBody>
        </p:sp>
        <p:sp>
          <p:nvSpPr>
            <p:cNvPr id="29" name="Rectangle 28">
              <a:extLst>
                <a:ext uri="{FF2B5EF4-FFF2-40B4-BE49-F238E27FC236}">
                  <a16:creationId xmlns:a16="http://schemas.microsoft.com/office/drawing/2014/main" id="{F53F2379-0835-9D69-D7E5-F129CB4F37EA}"/>
                </a:ext>
              </a:extLst>
            </p:cNvPr>
            <p:cNvSpPr/>
            <p:nvPr/>
          </p:nvSpPr>
          <p:spPr>
            <a:xfrm>
              <a:off x="7885095" y="4991556"/>
              <a:ext cx="957316" cy="957316"/>
            </a:xfrm>
            <a:prstGeom prst="rect">
              <a:avLst/>
            </a:prstGeom>
            <a:solidFill>
              <a:srgbClr val="5F95F0"/>
            </a:solidFill>
            <a:ln w="1588" cap="flat">
              <a:noFill/>
              <a:prstDash val="solid"/>
              <a:round/>
            </a:ln>
          </p:spPr>
          <p:txBody>
            <a:bodyPr/>
            <a:lstStyle/>
            <a:p>
              <a:endParaRPr lang="en-US"/>
            </a:p>
          </p:txBody>
        </p:sp>
      </p:grpSp>
    </p:spTree>
    <p:extLst>
      <p:ext uri="{BB962C8B-B14F-4D97-AF65-F5344CB8AC3E}">
        <p14:creationId xmlns:p14="http://schemas.microsoft.com/office/powerpoint/2010/main" val="29258370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White">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DF88286-6CB0-DB41-C256-15C67FDE8524}"/>
              </a:ext>
            </a:extLst>
          </p:cNvPr>
          <p:cNvSpPr>
            <a:spLocks noGrp="1"/>
          </p:cNvSpPr>
          <p:nvPr>
            <p:ph type="title" hasCustomPrompt="1"/>
          </p:nvPr>
        </p:nvSpPr>
        <p:spPr>
          <a:xfrm>
            <a:off x="1301750" y="1357992"/>
            <a:ext cx="8189914" cy="1943100"/>
          </a:xfrm>
        </p:spPr>
        <p:txBody>
          <a:bodyPr/>
          <a:lstStyle>
            <a:lvl1pPr>
              <a:lnSpc>
                <a:spcPct val="100000"/>
              </a:lnSpc>
              <a:defRPr sz="4000">
                <a:latin typeface="+mn-lt"/>
              </a:defRPr>
            </a:lvl1pPr>
          </a:lstStyle>
          <a:p>
            <a:r>
              <a:rPr lang="en-US" dirty="0"/>
              <a:t>Enter quote here. Omit quote marks on the text.</a:t>
            </a:r>
          </a:p>
        </p:txBody>
      </p:sp>
      <p:sp>
        <p:nvSpPr>
          <p:cNvPr id="4" name="Text Placeholder 8">
            <a:extLst>
              <a:ext uri="{FF2B5EF4-FFF2-40B4-BE49-F238E27FC236}">
                <a16:creationId xmlns:a16="http://schemas.microsoft.com/office/drawing/2014/main" id="{05CAF719-89DC-B912-6541-99E5554CCEA4}"/>
              </a:ext>
            </a:extLst>
          </p:cNvPr>
          <p:cNvSpPr>
            <a:spLocks noGrp="1"/>
          </p:cNvSpPr>
          <p:nvPr>
            <p:ph type="body" sz="quarter" idx="14" hasCustomPrompt="1"/>
          </p:nvPr>
        </p:nvSpPr>
        <p:spPr>
          <a:xfrm>
            <a:off x="1301749" y="4592551"/>
            <a:ext cx="5675163" cy="319831"/>
          </a:xfrm>
        </p:spPr>
        <p:txBody>
          <a:bodyPr/>
          <a:lstStyle>
            <a:lvl1pPr marL="0" indent="0">
              <a:buNone/>
              <a:defRPr sz="1400" b="0" cap="all" spc="300" baseline="0">
                <a:solidFill>
                  <a:schemeClr val="tx1"/>
                </a:solidFill>
                <a:latin typeface="Ember Modern SemiMono Beta 08" panose="020B0503020204020204" pitchFamily="34" charset="0"/>
              </a:defRPr>
            </a:lvl1pPr>
          </a:lstStyle>
          <a:p>
            <a:pPr lvl="0"/>
            <a:r>
              <a:rPr lang="en-US" dirty="0"/>
              <a:t>Enter quoted person’s name</a:t>
            </a:r>
          </a:p>
        </p:txBody>
      </p:sp>
      <p:sp>
        <p:nvSpPr>
          <p:cNvPr id="6" name="Text Placeholder 10">
            <a:extLst>
              <a:ext uri="{FF2B5EF4-FFF2-40B4-BE49-F238E27FC236}">
                <a16:creationId xmlns:a16="http://schemas.microsoft.com/office/drawing/2014/main" id="{D6BAA0E5-A8BD-DBEC-BC35-EA3B4F56AB43}"/>
              </a:ext>
            </a:extLst>
          </p:cNvPr>
          <p:cNvSpPr>
            <a:spLocks noGrp="1"/>
          </p:cNvSpPr>
          <p:nvPr>
            <p:ph type="body" sz="quarter" idx="15" hasCustomPrompt="1"/>
          </p:nvPr>
        </p:nvSpPr>
        <p:spPr>
          <a:xfrm>
            <a:off x="1301749" y="4912382"/>
            <a:ext cx="5665107" cy="369332"/>
          </a:xfrm>
        </p:spPr>
        <p:txBody>
          <a:bodyPr/>
          <a:lstStyle>
            <a:lvl1pPr marL="0" indent="0">
              <a:buNone/>
              <a:defRPr sz="1400" b="0" cap="all" spc="300" baseline="0">
                <a:solidFill>
                  <a:schemeClr val="tx1"/>
                </a:solidFill>
                <a:latin typeface="Ember Modern SemiMono Beta 08" panose="020B0503020204020204" pitchFamily="34" charset="0"/>
              </a:defRPr>
            </a:lvl1pPr>
          </a:lstStyle>
          <a:p>
            <a:pPr lvl="0"/>
            <a:r>
              <a:rPr lang="en-US" dirty="0"/>
              <a:t>Enter quoted person’s affiliation</a:t>
            </a:r>
          </a:p>
        </p:txBody>
      </p:sp>
      <p:grpSp>
        <p:nvGrpSpPr>
          <p:cNvPr id="2" name="Graphic 55">
            <a:extLst>
              <a:ext uri="{FF2B5EF4-FFF2-40B4-BE49-F238E27FC236}">
                <a16:creationId xmlns:a16="http://schemas.microsoft.com/office/drawing/2014/main" id="{EA598FB9-57D6-418C-1F33-59D5E7BFC24D}"/>
              </a:ext>
            </a:extLst>
          </p:cNvPr>
          <p:cNvGrpSpPr/>
          <p:nvPr userDrawn="1"/>
        </p:nvGrpSpPr>
        <p:grpSpPr>
          <a:xfrm>
            <a:off x="10287000" y="4191000"/>
            <a:ext cx="397040" cy="397040"/>
            <a:chOff x="7885095" y="2286001"/>
            <a:chExt cx="957316" cy="957316"/>
          </a:xfrm>
        </p:grpSpPr>
        <p:sp>
          <p:nvSpPr>
            <p:cNvPr id="5" name="Rectangle 4">
              <a:extLst>
                <a:ext uri="{FF2B5EF4-FFF2-40B4-BE49-F238E27FC236}">
                  <a16:creationId xmlns:a16="http://schemas.microsoft.com/office/drawing/2014/main" id="{98680116-185E-9D70-774F-7581D96F5492}"/>
                </a:ext>
              </a:extLst>
            </p:cNvPr>
            <p:cNvSpPr/>
            <p:nvPr/>
          </p:nvSpPr>
          <p:spPr>
            <a:xfrm>
              <a:off x="7885095" y="2286001"/>
              <a:ext cx="957316" cy="957316"/>
            </a:xfrm>
            <a:prstGeom prst="rect">
              <a:avLst/>
            </a:prstGeom>
            <a:noFill/>
            <a:ln w="1588" cap="flat">
              <a:noFill/>
              <a:prstDash val="solid"/>
              <a:round/>
            </a:ln>
          </p:spPr>
          <p:txBody>
            <a:bodyPr/>
            <a:lstStyle/>
            <a:p>
              <a:endParaRPr lang="en-US"/>
            </a:p>
          </p:txBody>
        </p:sp>
        <p:sp>
          <p:nvSpPr>
            <p:cNvPr id="8" name="Rectangle 7">
              <a:extLst>
                <a:ext uri="{FF2B5EF4-FFF2-40B4-BE49-F238E27FC236}">
                  <a16:creationId xmlns:a16="http://schemas.microsoft.com/office/drawing/2014/main" id="{3261A1F8-2135-5489-D0A6-1D1757099B2B}"/>
                </a:ext>
              </a:extLst>
            </p:cNvPr>
            <p:cNvSpPr/>
            <p:nvPr/>
          </p:nvSpPr>
          <p:spPr>
            <a:xfrm>
              <a:off x="7885095" y="2286001"/>
              <a:ext cx="957316" cy="957316"/>
            </a:xfrm>
            <a:prstGeom prst="rect">
              <a:avLst/>
            </a:prstGeom>
            <a:solidFill>
              <a:srgbClr val="FF6200"/>
            </a:solidFill>
            <a:ln w="1588" cap="flat">
              <a:noFill/>
              <a:prstDash val="solid"/>
              <a:round/>
            </a:ln>
          </p:spPr>
          <p:txBody>
            <a:bodyPr/>
            <a:lstStyle/>
            <a:p>
              <a:endParaRPr lang="en-US" dirty="0"/>
            </a:p>
          </p:txBody>
        </p:sp>
      </p:grpSp>
      <p:grpSp>
        <p:nvGrpSpPr>
          <p:cNvPr id="11" name="Graphic 57">
            <a:extLst>
              <a:ext uri="{FF2B5EF4-FFF2-40B4-BE49-F238E27FC236}">
                <a16:creationId xmlns:a16="http://schemas.microsoft.com/office/drawing/2014/main" id="{8A0752F5-AC4C-16D0-81A8-5FF1429EEB97}"/>
              </a:ext>
            </a:extLst>
          </p:cNvPr>
          <p:cNvGrpSpPr/>
          <p:nvPr userDrawn="1"/>
        </p:nvGrpSpPr>
        <p:grpSpPr>
          <a:xfrm>
            <a:off x="10684040" y="4588040"/>
            <a:ext cx="1507960" cy="1507960"/>
            <a:chOff x="7885095" y="3638778"/>
            <a:chExt cx="957316" cy="957316"/>
          </a:xfrm>
        </p:grpSpPr>
        <p:sp>
          <p:nvSpPr>
            <p:cNvPr id="12" name="Rectangle 11">
              <a:extLst>
                <a:ext uri="{FF2B5EF4-FFF2-40B4-BE49-F238E27FC236}">
                  <a16:creationId xmlns:a16="http://schemas.microsoft.com/office/drawing/2014/main" id="{9CA74D80-DA26-FA47-4B6E-3D3CB6757841}"/>
                </a:ext>
              </a:extLst>
            </p:cNvPr>
            <p:cNvSpPr/>
            <p:nvPr/>
          </p:nvSpPr>
          <p:spPr>
            <a:xfrm>
              <a:off x="7885095" y="3638778"/>
              <a:ext cx="957316" cy="957316"/>
            </a:xfrm>
            <a:prstGeom prst="rect">
              <a:avLst/>
            </a:prstGeom>
            <a:noFill/>
            <a:ln w="1588" cap="flat">
              <a:noFill/>
              <a:prstDash val="solid"/>
              <a:round/>
            </a:ln>
          </p:spPr>
          <p:txBody>
            <a:bodyPr/>
            <a:lstStyle/>
            <a:p>
              <a:endParaRPr lang="en-US"/>
            </a:p>
          </p:txBody>
        </p:sp>
        <p:sp>
          <p:nvSpPr>
            <p:cNvPr id="14" name="Rectangle 13">
              <a:extLst>
                <a:ext uri="{FF2B5EF4-FFF2-40B4-BE49-F238E27FC236}">
                  <a16:creationId xmlns:a16="http://schemas.microsoft.com/office/drawing/2014/main" id="{7FBD4F19-EE7F-2CFC-6A52-808A045DD5B4}"/>
                </a:ext>
              </a:extLst>
            </p:cNvPr>
            <p:cNvSpPr/>
            <p:nvPr/>
          </p:nvSpPr>
          <p:spPr>
            <a:xfrm>
              <a:off x="7885095" y="3638778"/>
              <a:ext cx="957316" cy="957316"/>
            </a:xfrm>
            <a:prstGeom prst="rect">
              <a:avLst/>
            </a:prstGeom>
            <a:solidFill>
              <a:srgbClr val="3A601F"/>
            </a:solidFill>
            <a:ln w="1588" cap="flat">
              <a:noFill/>
              <a:prstDash val="solid"/>
              <a:round/>
            </a:ln>
          </p:spPr>
          <p:txBody>
            <a:bodyPr/>
            <a:lstStyle/>
            <a:p>
              <a:endParaRPr lang="en-US"/>
            </a:p>
          </p:txBody>
        </p:sp>
      </p:grpSp>
      <p:grpSp>
        <p:nvGrpSpPr>
          <p:cNvPr id="17" name="Graphic 53">
            <a:extLst>
              <a:ext uri="{FF2B5EF4-FFF2-40B4-BE49-F238E27FC236}">
                <a16:creationId xmlns:a16="http://schemas.microsoft.com/office/drawing/2014/main" id="{0263EDBF-4701-D2DA-3B2B-446ADF970D5F}"/>
              </a:ext>
            </a:extLst>
          </p:cNvPr>
          <p:cNvGrpSpPr/>
          <p:nvPr userDrawn="1"/>
        </p:nvGrpSpPr>
        <p:grpSpPr>
          <a:xfrm>
            <a:off x="9926720" y="6096000"/>
            <a:ext cx="757320" cy="757320"/>
            <a:chOff x="7885095" y="4991556"/>
            <a:chExt cx="957316" cy="957316"/>
          </a:xfrm>
        </p:grpSpPr>
        <p:sp>
          <p:nvSpPr>
            <p:cNvPr id="18" name="Rectangle 17">
              <a:extLst>
                <a:ext uri="{FF2B5EF4-FFF2-40B4-BE49-F238E27FC236}">
                  <a16:creationId xmlns:a16="http://schemas.microsoft.com/office/drawing/2014/main" id="{6436EAE7-DC01-4020-C086-BAD25C4A7CD1}"/>
                </a:ext>
              </a:extLst>
            </p:cNvPr>
            <p:cNvSpPr/>
            <p:nvPr/>
          </p:nvSpPr>
          <p:spPr>
            <a:xfrm>
              <a:off x="7885095" y="4991556"/>
              <a:ext cx="957316" cy="957316"/>
            </a:xfrm>
            <a:prstGeom prst="rect">
              <a:avLst/>
            </a:prstGeom>
            <a:noFill/>
            <a:ln w="1588" cap="flat">
              <a:noFill/>
              <a:prstDash val="solid"/>
              <a:round/>
            </a:ln>
          </p:spPr>
          <p:txBody>
            <a:bodyPr/>
            <a:lstStyle/>
            <a:p>
              <a:endParaRPr lang="en-US"/>
            </a:p>
          </p:txBody>
        </p:sp>
        <p:sp>
          <p:nvSpPr>
            <p:cNvPr id="20" name="Rectangle 19">
              <a:extLst>
                <a:ext uri="{FF2B5EF4-FFF2-40B4-BE49-F238E27FC236}">
                  <a16:creationId xmlns:a16="http://schemas.microsoft.com/office/drawing/2014/main" id="{8D741A5A-D26E-8B6D-BDA4-A26603B22895}"/>
                </a:ext>
              </a:extLst>
            </p:cNvPr>
            <p:cNvSpPr/>
            <p:nvPr/>
          </p:nvSpPr>
          <p:spPr>
            <a:xfrm>
              <a:off x="7885095" y="4991556"/>
              <a:ext cx="957316" cy="957316"/>
            </a:xfrm>
            <a:prstGeom prst="rect">
              <a:avLst/>
            </a:prstGeom>
            <a:solidFill>
              <a:srgbClr val="D27DE3"/>
            </a:solidFill>
            <a:ln w="1588" cap="flat">
              <a:noFill/>
              <a:prstDash val="solid"/>
              <a:round/>
            </a:ln>
          </p:spPr>
          <p:txBody>
            <a:bodyPr/>
            <a:lstStyle/>
            <a:p>
              <a:endParaRPr lang="en-US"/>
            </a:p>
          </p:txBody>
        </p:sp>
      </p:grpSp>
      <p:sp>
        <p:nvSpPr>
          <p:cNvPr id="26" name="Rectangle 25">
            <a:extLst>
              <a:ext uri="{FF2B5EF4-FFF2-40B4-BE49-F238E27FC236}">
                <a16:creationId xmlns:a16="http://schemas.microsoft.com/office/drawing/2014/main" id="{E69A7840-FF52-AE11-EEFD-FBDFBB697467}"/>
              </a:ext>
            </a:extLst>
          </p:cNvPr>
          <p:cNvSpPr/>
          <p:nvPr userDrawn="1"/>
        </p:nvSpPr>
        <p:spPr>
          <a:xfrm>
            <a:off x="0" y="5895821"/>
            <a:ext cx="4523543" cy="96217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8" name="TextBox 3">
            <a:extLst>
              <a:ext uri="{FF2B5EF4-FFF2-40B4-BE49-F238E27FC236}">
                <a16:creationId xmlns:a16="http://schemas.microsoft.com/office/drawing/2014/main" id="{7AEF5D49-9DC8-82D0-0E49-B62B71A35D8C}"/>
              </a:ext>
            </a:extLst>
          </p:cNvPr>
          <p:cNvSpPr txBox="1">
            <a:spLocks noChangeArrowheads="1"/>
          </p:cNvSpPr>
          <p:nvPr userDrawn="1"/>
        </p:nvSpPr>
        <p:spPr bwMode="white">
          <a:xfrm>
            <a:off x="968081" y="6355044"/>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tx1"/>
                </a:solidFill>
                <a:latin typeface="+mn-lt"/>
                <a:ea typeface="+mn-ea"/>
                <a:cs typeface="+mn-cs"/>
              </a:rPr>
              <a:t>© 2026, Amazon Web Services, Inc. or its affiliates. All rights reserved.</a:t>
            </a:r>
          </a:p>
        </p:txBody>
      </p:sp>
      <p:sp>
        <p:nvSpPr>
          <p:cNvPr id="39" name="Rectangle 38">
            <a:extLst>
              <a:ext uri="{FF2B5EF4-FFF2-40B4-BE49-F238E27FC236}">
                <a16:creationId xmlns:a16="http://schemas.microsoft.com/office/drawing/2014/main" id="{975AB0C5-820C-7C86-0D4C-40B0A79EBAF1}"/>
              </a:ext>
            </a:extLst>
          </p:cNvPr>
          <p:cNvSpPr/>
          <p:nvPr/>
        </p:nvSpPr>
        <p:spPr>
          <a:xfrm>
            <a:off x="233363" y="6096443"/>
            <a:ext cx="669691" cy="669691"/>
          </a:xfrm>
          <a:prstGeom prst="rect">
            <a:avLst/>
          </a:prstGeom>
          <a:noFill/>
          <a:ln w="2238" cap="flat">
            <a:noFill/>
            <a:prstDash val="solid"/>
            <a:round/>
          </a:ln>
        </p:spPr>
      </p:sp>
      <p:grpSp>
        <p:nvGrpSpPr>
          <p:cNvPr id="40" name="Graphic 36">
            <a:extLst>
              <a:ext uri="{FF2B5EF4-FFF2-40B4-BE49-F238E27FC236}">
                <a16:creationId xmlns:a16="http://schemas.microsoft.com/office/drawing/2014/main" id="{E3426A34-77AD-D52D-ED0F-09E051CCB2B0}"/>
              </a:ext>
            </a:extLst>
          </p:cNvPr>
          <p:cNvGrpSpPr/>
          <p:nvPr/>
        </p:nvGrpSpPr>
        <p:grpSpPr>
          <a:xfrm>
            <a:off x="347587" y="6305861"/>
            <a:ext cx="441318" cy="273939"/>
            <a:chOff x="347587" y="6305861"/>
            <a:chExt cx="441318" cy="273939"/>
          </a:xfrm>
        </p:grpSpPr>
        <p:sp>
          <p:nvSpPr>
            <p:cNvPr id="41" name="Freeform: Shape 40">
              <a:extLst>
                <a:ext uri="{FF2B5EF4-FFF2-40B4-BE49-F238E27FC236}">
                  <a16:creationId xmlns:a16="http://schemas.microsoft.com/office/drawing/2014/main" id="{FC581634-15E8-D0E9-0E78-90E7CFB9511E}"/>
                </a:ext>
              </a:extLst>
            </p:cNvPr>
            <p:cNvSpPr/>
            <p:nvPr/>
          </p:nvSpPr>
          <p:spPr>
            <a:xfrm>
              <a:off x="374126" y="6305861"/>
              <a:ext cx="382344" cy="138057"/>
            </a:xfrm>
            <a:custGeom>
              <a:avLst/>
              <a:gdLst>
                <a:gd name="csX0" fmla="*/ 282259 w 382344"/>
                <a:gd name="csY0" fmla="*/ 97504 h 138057"/>
                <a:gd name="csX1" fmla="*/ 333146 w 382344"/>
                <a:gd name="csY1" fmla="*/ 138561 h 138057"/>
                <a:gd name="csX2" fmla="*/ 383000 w 382344"/>
                <a:gd name="csY2" fmla="*/ 95274 h 138057"/>
                <a:gd name="csX3" fmla="*/ 350298 w 382344"/>
                <a:gd name="csY3" fmla="*/ 57082 h 138057"/>
                <a:gd name="csX4" fmla="*/ 331632 w 382344"/>
                <a:gd name="csY4" fmla="*/ 52466 h 138057"/>
                <a:gd name="csX5" fmla="*/ 316159 w 382344"/>
                <a:gd name="csY5" fmla="*/ 38780 h 138057"/>
                <a:gd name="csX6" fmla="*/ 332749 w 382344"/>
                <a:gd name="csY6" fmla="*/ 25849 h 138057"/>
                <a:gd name="csX7" fmla="*/ 350415 w 382344"/>
                <a:gd name="csY7" fmla="*/ 40530 h 138057"/>
                <a:gd name="csX8" fmla="*/ 355520 w 382344"/>
                <a:gd name="csY8" fmla="*/ 44389 h 138057"/>
                <a:gd name="csX9" fmla="*/ 376737 w 382344"/>
                <a:gd name="csY9" fmla="*/ 40768 h 138057"/>
                <a:gd name="csX10" fmla="*/ 380128 w 382344"/>
                <a:gd name="csY10" fmla="*/ 35040 h 138057"/>
                <a:gd name="csX11" fmla="*/ 332749 w 382344"/>
                <a:gd name="csY11" fmla="*/ 504 h 138057"/>
                <a:gd name="csX12" fmla="*/ 284493 w 382344"/>
                <a:gd name="csY12" fmla="*/ 40847 h 138057"/>
                <a:gd name="csX13" fmla="*/ 321263 w 382344"/>
                <a:gd name="csY13" fmla="*/ 79202 h 138057"/>
                <a:gd name="csX14" fmla="*/ 335140 w 382344"/>
                <a:gd name="csY14" fmla="*/ 82543 h 138057"/>
                <a:gd name="csX15" fmla="*/ 351334 w 382344"/>
                <a:gd name="csY15" fmla="*/ 98418 h 138057"/>
                <a:gd name="csX16" fmla="*/ 333227 w 382344"/>
                <a:gd name="csY16" fmla="*/ 113178 h 138057"/>
                <a:gd name="csX17" fmla="*/ 311930 w 382344"/>
                <a:gd name="csY17" fmla="*/ 92013 h 138057"/>
                <a:gd name="csX18" fmla="*/ 306826 w 382344"/>
                <a:gd name="csY18" fmla="*/ 88153 h 138057"/>
                <a:gd name="csX19" fmla="*/ 285607 w 382344"/>
                <a:gd name="csY19" fmla="*/ 91775 h 138057"/>
                <a:gd name="csX20" fmla="*/ 282259 w 382344"/>
                <a:gd name="csY20" fmla="*/ 97504 h 138057"/>
                <a:gd name="csX21" fmla="*/ 112802 w 382344"/>
                <a:gd name="csY21" fmla="*/ 7985 h 138057"/>
                <a:gd name="csX22" fmla="*/ 141797 w 382344"/>
                <a:gd name="csY22" fmla="*/ 132038 h 138057"/>
                <a:gd name="csX23" fmla="*/ 146262 w 382344"/>
                <a:gd name="csY23" fmla="*/ 135698 h 138057"/>
                <a:gd name="csX24" fmla="*/ 175137 w 382344"/>
                <a:gd name="csY24" fmla="*/ 135698 h 138057"/>
                <a:gd name="csX25" fmla="*/ 179603 w 382344"/>
                <a:gd name="csY25" fmla="*/ 132038 h 138057"/>
                <a:gd name="csX26" fmla="*/ 195994 w 382344"/>
                <a:gd name="csY26" fmla="*/ 58354 h 138057"/>
                <a:gd name="csX27" fmla="*/ 197271 w 382344"/>
                <a:gd name="csY27" fmla="*/ 58354 h 138057"/>
                <a:gd name="csX28" fmla="*/ 213622 w 382344"/>
                <a:gd name="csY28" fmla="*/ 132038 h 138057"/>
                <a:gd name="csX29" fmla="*/ 218090 w 382344"/>
                <a:gd name="csY29" fmla="*/ 135698 h 138057"/>
                <a:gd name="csX30" fmla="*/ 247003 w 382344"/>
                <a:gd name="csY30" fmla="*/ 135698 h 138057"/>
                <a:gd name="csX31" fmla="*/ 251469 w 382344"/>
                <a:gd name="csY31" fmla="*/ 132038 h 138057"/>
                <a:gd name="csX32" fmla="*/ 280423 w 382344"/>
                <a:gd name="csY32" fmla="*/ 7985 h 138057"/>
                <a:gd name="csX33" fmla="*/ 276753 w 382344"/>
                <a:gd name="csY33" fmla="*/ 3369 h 138057"/>
                <a:gd name="csX34" fmla="*/ 251192 w 382344"/>
                <a:gd name="csY34" fmla="*/ 3369 h 138057"/>
                <a:gd name="csX35" fmla="*/ 246722 w 382344"/>
                <a:gd name="csY35" fmla="*/ 7190 h 138057"/>
                <a:gd name="csX36" fmla="*/ 231250 w 382344"/>
                <a:gd name="csY36" fmla="*/ 97544 h 138057"/>
                <a:gd name="csX37" fmla="*/ 229973 w 382344"/>
                <a:gd name="csY37" fmla="*/ 97544 h 138057"/>
                <a:gd name="csX38" fmla="*/ 212865 w 382344"/>
                <a:gd name="csY38" fmla="*/ 7030 h 138057"/>
                <a:gd name="csX39" fmla="*/ 208238 w 382344"/>
                <a:gd name="csY39" fmla="*/ 3369 h 138057"/>
                <a:gd name="csX40" fmla="*/ 185028 w 382344"/>
                <a:gd name="csY40" fmla="*/ 3369 h 138057"/>
                <a:gd name="csX41" fmla="*/ 180400 w 382344"/>
                <a:gd name="csY41" fmla="*/ 7030 h 138057"/>
                <a:gd name="csX42" fmla="*/ 163292 w 382344"/>
                <a:gd name="csY42" fmla="*/ 97544 h 138057"/>
                <a:gd name="csX43" fmla="*/ 162015 w 382344"/>
                <a:gd name="csY43" fmla="*/ 97544 h 138057"/>
                <a:gd name="csX44" fmla="*/ 146541 w 382344"/>
                <a:gd name="csY44" fmla="*/ 7190 h 138057"/>
                <a:gd name="csX45" fmla="*/ 142075 w 382344"/>
                <a:gd name="csY45" fmla="*/ 3369 h 138057"/>
                <a:gd name="csX46" fmla="*/ 116472 w 382344"/>
                <a:gd name="csY46" fmla="*/ 3369 h 138057"/>
                <a:gd name="csX47" fmla="*/ 112802 w 382344"/>
                <a:gd name="csY47" fmla="*/ 7985 h 138057"/>
                <a:gd name="csX48" fmla="*/ 34156 w 382344"/>
                <a:gd name="csY48" fmla="*/ 94519 h 138057"/>
                <a:gd name="csX49" fmla="*/ 63589 w 382344"/>
                <a:gd name="csY49" fmla="*/ 70251 h 138057"/>
                <a:gd name="csX50" fmla="*/ 72881 w 382344"/>
                <a:gd name="csY50" fmla="*/ 71206 h 138057"/>
                <a:gd name="csX51" fmla="*/ 72881 w 382344"/>
                <a:gd name="csY51" fmla="*/ 79559 h 138057"/>
                <a:gd name="csX52" fmla="*/ 51305 w 382344"/>
                <a:gd name="csY52" fmla="*/ 113178 h 138057"/>
                <a:gd name="csX53" fmla="*/ 34156 w 382344"/>
                <a:gd name="csY53" fmla="*/ 94519 h 138057"/>
                <a:gd name="csX54" fmla="*/ 38862 w 382344"/>
                <a:gd name="csY54" fmla="*/ 138561 h 138057"/>
                <a:gd name="csX55" fmla="*/ 72562 w 382344"/>
                <a:gd name="csY55" fmla="*/ 116601 h 138057"/>
                <a:gd name="csX56" fmla="*/ 73839 w 382344"/>
                <a:gd name="csY56" fmla="*/ 116601 h 138057"/>
                <a:gd name="csX57" fmla="*/ 77028 w 382344"/>
                <a:gd name="csY57" fmla="*/ 131561 h 138057"/>
                <a:gd name="csX58" fmla="*/ 81495 w 382344"/>
                <a:gd name="csY58" fmla="*/ 135698 h 138057"/>
                <a:gd name="csX59" fmla="*/ 101316 w 382344"/>
                <a:gd name="csY59" fmla="*/ 135698 h 138057"/>
                <a:gd name="csX60" fmla="*/ 105465 w 382344"/>
                <a:gd name="csY60" fmla="*/ 131561 h 138057"/>
                <a:gd name="csX61" fmla="*/ 105465 w 382344"/>
                <a:gd name="csY61" fmla="*/ 51551 h 138057"/>
                <a:gd name="csX62" fmla="*/ 54734 w 382344"/>
                <a:gd name="csY62" fmla="*/ 504 h 138057"/>
                <a:gd name="csX63" fmla="*/ 4683 w 382344"/>
                <a:gd name="csY63" fmla="*/ 35040 h 138057"/>
                <a:gd name="csX64" fmla="*/ 8074 w 382344"/>
                <a:gd name="csY64" fmla="*/ 40768 h 138057"/>
                <a:gd name="csX65" fmla="*/ 29291 w 382344"/>
                <a:gd name="csY65" fmla="*/ 44389 h 138057"/>
                <a:gd name="csX66" fmla="*/ 34394 w 382344"/>
                <a:gd name="csY66" fmla="*/ 40530 h 138057"/>
                <a:gd name="csX67" fmla="*/ 54734 w 382344"/>
                <a:gd name="csY67" fmla="*/ 25849 h 138057"/>
                <a:gd name="csX68" fmla="*/ 72881 w 382344"/>
                <a:gd name="csY68" fmla="*/ 47373 h 138057"/>
                <a:gd name="csX69" fmla="*/ 72881 w 382344"/>
                <a:gd name="csY69" fmla="*/ 53261 h 138057"/>
                <a:gd name="csX70" fmla="*/ 58883 w 382344"/>
                <a:gd name="csY70" fmla="*/ 52027 h 138057"/>
                <a:gd name="csX71" fmla="*/ 656 w 382344"/>
                <a:gd name="csY71" fmla="*/ 98816 h 138057"/>
                <a:gd name="csX72" fmla="*/ 38862 w 382344"/>
                <a:gd name="csY72" fmla="*/ 138561 h 138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382344" h="138057">
                  <a:moveTo>
                    <a:pt x="282259" y="97504"/>
                  </a:moveTo>
                  <a:cubicBezTo>
                    <a:pt x="287365" y="123801"/>
                    <a:pt x="306345" y="138561"/>
                    <a:pt x="333146" y="138561"/>
                  </a:cubicBezTo>
                  <a:cubicBezTo>
                    <a:pt x="362341" y="138561"/>
                    <a:pt x="383000" y="120262"/>
                    <a:pt x="383000" y="95274"/>
                  </a:cubicBezTo>
                  <a:cubicBezTo>
                    <a:pt x="383000" y="74864"/>
                    <a:pt x="372112" y="62453"/>
                    <a:pt x="350298" y="57082"/>
                  </a:cubicBezTo>
                  <a:lnTo>
                    <a:pt x="331632" y="52466"/>
                  </a:lnTo>
                  <a:cubicBezTo>
                    <a:pt x="321661" y="49998"/>
                    <a:pt x="316159" y="45942"/>
                    <a:pt x="316159" y="38780"/>
                  </a:cubicBezTo>
                  <a:cubicBezTo>
                    <a:pt x="316159" y="31577"/>
                    <a:pt x="321780" y="25849"/>
                    <a:pt x="332749" y="25849"/>
                  </a:cubicBezTo>
                  <a:cubicBezTo>
                    <a:pt x="342201" y="25849"/>
                    <a:pt x="347902" y="31420"/>
                    <a:pt x="350415" y="40530"/>
                  </a:cubicBezTo>
                  <a:cubicBezTo>
                    <a:pt x="351293" y="43593"/>
                    <a:pt x="352929" y="44827"/>
                    <a:pt x="355520" y="44389"/>
                  </a:cubicBezTo>
                  <a:lnTo>
                    <a:pt x="376737" y="40768"/>
                  </a:lnTo>
                  <a:cubicBezTo>
                    <a:pt x="379530" y="40292"/>
                    <a:pt x="380886" y="37984"/>
                    <a:pt x="380128" y="35040"/>
                  </a:cubicBezTo>
                  <a:cubicBezTo>
                    <a:pt x="374305" y="12480"/>
                    <a:pt x="358392" y="504"/>
                    <a:pt x="332749" y="504"/>
                  </a:cubicBezTo>
                  <a:cubicBezTo>
                    <a:pt x="303995" y="504"/>
                    <a:pt x="284493" y="16379"/>
                    <a:pt x="284493" y="40847"/>
                  </a:cubicBezTo>
                  <a:cubicBezTo>
                    <a:pt x="284493" y="61059"/>
                    <a:pt x="296176" y="73154"/>
                    <a:pt x="321263" y="79202"/>
                  </a:cubicBezTo>
                  <a:lnTo>
                    <a:pt x="335140" y="82543"/>
                  </a:lnTo>
                  <a:cubicBezTo>
                    <a:pt x="346866" y="85368"/>
                    <a:pt x="351334" y="90182"/>
                    <a:pt x="351334" y="98418"/>
                  </a:cubicBezTo>
                  <a:cubicBezTo>
                    <a:pt x="351334" y="106971"/>
                    <a:pt x="344592" y="113178"/>
                    <a:pt x="333227" y="113178"/>
                  </a:cubicBezTo>
                  <a:cubicBezTo>
                    <a:pt x="322618" y="113178"/>
                    <a:pt x="315280" y="106495"/>
                    <a:pt x="311930" y="92013"/>
                  </a:cubicBezTo>
                  <a:cubicBezTo>
                    <a:pt x="311253" y="88989"/>
                    <a:pt x="309498" y="87676"/>
                    <a:pt x="306826" y="88153"/>
                  </a:cubicBezTo>
                  <a:lnTo>
                    <a:pt x="285607" y="91775"/>
                  </a:lnTo>
                  <a:cubicBezTo>
                    <a:pt x="282895" y="92252"/>
                    <a:pt x="281580" y="94479"/>
                    <a:pt x="282259" y="97504"/>
                  </a:cubicBezTo>
                  <a:moveTo>
                    <a:pt x="112802" y="7985"/>
                  </a:moveTo>
                  <a:lnTo>
                    <a:pt x="141797" y="132038"/>
                  </a:lnTo>
                  <a:cubicBezTo>
                    <a:pt x="142354" y="134584"/>
                    <a:pt x="143869" y="135698"/>
                    <a:pt x="146262" y="135698"/>
                  </a:cubicBezTo>
                  <a:lnTo>
                    <a:pt x="175137" y="135698"/>
                  </a:lnTo>
                  <a:cubicBezTo>
                    <a:pt x="177528" y="135698"/>
                    <a:pt x="179045" y="134584"/>
                    <a:pt x="179603" y="132038"/>
                  </a:cubicBezTo>
                  <a:lnTo>
                    <a:pt x="195994" y="58354"/>
                  </a:lnTo>
                  <a:lnTo>
                    <a:pt x="197271" y="58354"/>
                  </a:lnTo>
                  <a:lnTo>
                    <a:pt x="213622" y="132038"/>
                  </a:lnTo>
                  <a:cubicBezTo>
                    <a:pt x="214182" y="134584"/>
                    <a:pt x="215696" y="135698"/>
                    <a:pt x="218090" y="135698"/>
                  </a:cubicBezTo>
                  <a:lnTo>
                    <a:pt x="247003" y="135698"/>
                  </a:lnTo>
                  <a:cubicBezTo>
                    <a:pt x="249394" y="135698"/>
                    <a:pt x="250871" y="134584"/>
                    <a:pt x="251469" y="132038"/>
                  </a:cubicBezTo>
                  <a:lnTo>
                    <a:pt x="280423" y="7985"/>
                  </a:lnTo>
                  <a:cubicBezTo>
                    <a:pt x="281101" y="5120"/>
                    <a:pt x="279625" y="3369"/>
                    <a:pt x="276753" y="3369"/>
                  </a:cubicBezTo>
                  <a:lnTo>
                    <a:pt x="251192" y="3369"/>
                  </a:lnTo>
                  <a:cubicBezTo>
                    <a:pt x="248637" y="3369"/>
                    <a:pt x="247122" y="4803"/>
                    <a:pt x="246722" y="7190"/>
                  </a:cubicBezTo>
                  <a:lnTo>
                    <a:pt x="231250" y="97544"/>
                  </a:lnTo>
                  <a:lnTo>
                    <a:pt x="229973" y="97544"/>
                  </a:lnTo>
                  <a:lnTo>
                    <a:pt x="212865" y="7030"/>
                  </a:lnTo>
                  <a:cubicBezTo>
                    <a:pt x="212386" y="4643"/>
                    <a:pt x="210631" y="3369"/>
                    <a:pt x="208238" y="3369"/>
                  </a:cubicBezTo>
                  <a:lnTo>
                    <a:pt x="185028" y="3369"/>
                  </a:lnTo>
                  <a:cubicBezTo>
                    <a:pt x="182634" y="3369"/>
                    <a:pt x="180839" y="4643"/>
                    <a:pt x="180400" y="7030"/>
                  </a:cubicBezTo>
                  <a:lnTo>
                    <a:pt x="163292" y="97544"/>
                  </a:lnTo>
                  <a:lnTo>
                    <a:pt x="162015" y="97544"/>
                  </a:lnTo>
                  <a:lnTo>
                    <a:pt x="146541" y="7190"/>
                  </a:lnTo>
                  <a:cubicBezTo>
                    <a:pt x="146102" y="4803"/>
                    <a:pt x="144628" y="3369"/>
                    <a:pt x="142075" y="3369"/>
                  </a:cubicBezTo>
                  <a:lnTo>
                    <a:pt x="116472" y="3369"/>
                  </a:lnTo>
                  <a:cubicBezTo>
                    <a:pt x="113600" y="3369"/>
                    <a:pt x="112123" y="5120"/>
                    <a:pt x="112802" y="7985"/>
                  </a:cubicBezTo>
                  <a:moveTo>
                    <a:pt x="34156" y="94519"/>
                  </a:moveTo>
                  <a:cubicBezTo>
                    <a:pt x="34156" y="79521"/>
                    <a:pt x="45401" y="70251"/>
                    <a:pt x="63589" y="70251"/>
                  </a:cubicBezTo>
                  <a:cubicBezTo>
                    <a:pt x="66499" y="70251"/>
                    <a:pt x="69531" y="70568"/>
                    <a:pt x="72881" y="71206"/>
                  </a:cubicBezTo>
                  <a:lnTo>
                    <a:pt x="72881" y="79559"/>
                  </a:lnTo>
                  <a:cubicBezTo>
                    <a:pt x="72881" y="101164"/>
                    <a:pt x="65184" y="113178"/>
                    <a:pt x="51305" y="113178"/>
                  </a:cubicBezTo>
                  <a:cubicBezTo>
                    <a:pt x="40815" y="113178"/>
                    <a:pt x="34156" y="105938"/>
                    <a:pt x="34156" y="94519"/>
                  </a:cubicBezTo>
                  <a:moveTo>
                    <a:pt x="38862" y="138561"/>
                  </a:moveTo>
                  <a:cubicBezTo>
                    <a:pt x="54534" y="138561"/>
                    <a:pt x="66778" y="130606"/>
                    <a:pt x="72562" y="116601"/>
                  </a:cubicBezTo>
                  <a:lnTo>
                    <a:pt x="73839" y="116601"/>
                  </a:lnTo>
                  <a:lnTo>
                    <a:pt x="77028" y="131561"/>
                  </a:lnTo>
                  <a:cubicBezTo>
                    <a:pt x="77587" y="134265"/>
                    <a:pt x="79183" y="135698"/>
                    <a:pt x="81495" y="135698"/>
                  </a:cubicBezTo>
                  <a:lnTo>
                    <a:pt x="101316" y="135698"/>
                  </a:lnTo>
                  <a:cubicBezTo>
                    <a:pt x="103710" y="135698"/>
                    <a:pt x="105465" y="133948"/>
                    <a:pt x="105465" y="131561"/>
                  </a:cubicBezTo>
                  <a:lnTo>
                    <a:pt x="105465" y="51551"/>
                  </a:lnTo>
                  <a:cubicBezTo>
                    <a:pt x="105465" y="18010"/>
                    <a:pt x="88035" y="504"/>
                    <a:pt x="54734" y="504"/>
                  </a:cubicBezTo>
                  <a:cubicBezTo>
                    <a:pt x="28771" y="504"/>
                    <a:pt x="10427" y="13118"/>
                    <a:pt x="4683" y="35040"/>
                  </a:cubicBezTo>
                  <a:cubicBezTo>
                    <a:pt x="3966" y="37984"/>
                    <a:pt x="5281" y="40292"/>
                    <a:pt x="8074" y="40768"/>
                  </a:cubicBezTo>
                  <a:lnTo>
                    <a:pt x="29291" y="44389"/>
                  </a:lnTo>
                  <a:cubicBezTo>
                    <a:pt x="31882" y="44827"/>
                    <a:pt x="33518" y="43593"/>
                    <a:pt x="34394" y="40530"/>
                  </a:cubicBezTo>
                  <a:cubicBezTo>
                    <a:pt x="37107" y="30822"/>
                    <a:pt x="43965" y="25849"/>
                    <a:pt x="54734" y="25849"/>
                  </a:cubicBezTo>
                  <a:cubicBezTo>
                    <a:pt x="66778" y="25849"/>
                    <a:pt x="72881" y="33089"/>
                    <a:pt x="72881" y="47373"/>
                  </a:cubicBezTo>
                  <a:lnTo>
                    <a:pt x="72881" y="53261"/>
                  </a:lnTo>
                  <a:cubicBezTo>
                    <a:pt x="68811" y="52425"/>
                    <a:pt x="64465" y="52027"/>
                    <a:pt x="58883" y="52027"/>
                  </a:cubicBezTo>
                  <a:cubicBezTo>
                    <a:pt x="23227" y="52027"/>
                    <a:pt x="656" y="70170"/>
                    <a:pt x="656" y="98816"/>
                  </a:cubicBezTo>
                  <a:cubicBezTo>
                    <a:pt x="656" y="122608"/>
                    <a:pt x="15971" y="138561"/>
                    <a:pt x="38862" y="138561"/>
                  </a:cubicBezTo>
                </a:path>
              </a:pathLst>
            </a:custGeom>
            <a:solidFill>
              <a:schemeClr val="tx1"/>
            </a:solidFill>
            <a:ln w="2238" cap="flat">
              <a:noFill/>
              <a:prstDash val="solid"/>
              <a:round/>
            </a:ln>
          </p:spPr>
        </p:sp>
        <p:sp>
          <p:nvSpPr>
            <p:cNvPr id="42" name="Freeform: Shape 41">
              <a:extLst>
                <a:ext uri="{FF2B5EF4-FFF2-40B4-BE49-F238E27FC236}">
                  <a16:creationId xmlns:a16="http://schemas.microsoft.com/office/drawing/2014/main" id="{ED6C0638-D36B-F87D-AEE2-7BA92976B9D7}"/>
                </a:ext>
              </a:extLst>
            </p:cNvPr>
            <p:cNvSpPr/>
            <p:nvPr/>
          </p:nvSpPr>
          <p:spPr>
            <a:xfrm>
              <a:off x="347587" y="6464577"/>
              <a:ext cx="441318" cy="115222"/>
            </a:xfrm>
            <a:custGeom>
              <a:avLst/>
              <a:gdLst>
                <a:gd name="csX0" fmla="*/ 355296 w 441318"/>
                <a:gd name="csY0" fmla="*/ 23803 h 115222"/>
                <a:gd name="csX1" fmla="*/ 368697 w 441318"/>
                <a:gd name="csY1" fmla="*/ 26033 h 115222"/>
                <a:gd name="csX2" fmla="*/ 416234 w 441318"/>
                <a:gd name="csY2" fmla="*/ 27307 h 115222"/>
                <a:gd name="csX3" fmla="*/ 401078 w 441318"/>
                <a:gd name="csY3" fmla="*/ 72343 h 115222"/>
                <a:gd name="csX4" fmla="*/ 398846 w 441318"/>
                <a:gd name="csY4" fmla="*/ 85710 h 115222"/>
                <a:gd name="csX5" fmla="*/ 402037 w 441318"/>
                <a:gd name="csY5" fmla="*/ 87143 h 115222"/>
                <a:gd name="csX6" fmla="*/ 415436 w 441318"/>
                <a:gd name="csY6" fmla="*/ 79026 h 115222"/>
                <a:gd name="csX7" fmla="*/ 437610 w 441318"/>
                <a:gd name="csY7" fmla="*/ 46562 h 115222"/>
                <a:gd name="csX8" fmla="*/ 439524 w 441318"/>
                <a:gd name="csY8" fmla="*/ 10913 h 115222"/>
                <a:gd name="csX9" fmla="*/ 405545 w 441318"/>
                <a:gd name="csY9" fmla="*/ 809 h 115222"/>
                <a:gd name="csX10" fmla="*/ 367101 w 441318"/>
                <a:gd name="csY10" fmla="*/ 10277 h 115222"/>
                <a:gd name="csX11" fmla="*/ 355296 w 441318"/>
                <a:gd name="csY11" fmla="*/ 23803 h 115222"/>
                <a:gd name="csX12" fmla="*/ 1310 w 441318"/>
                <a:gd name="csY12" fmla="*/ 17120 h 115222"/>
                <a:gd name="csX13" fmla="*/ 8809 w 441318"/>
                <a:gd name="csY13" fmla="*/ 29375 h 115222"/>
                <a:gd name="csX14" fmla="*/ 212681 w 441318"/>
                <a:gd name="csY14" fmla="*/ 116028 h 115222"/>
                <a:gd name="csX15" fmla="*/ 384329 w 441318"/>
                <a:gd name="csY15" fmla="*/ 60724 h 115222"/>
                <a:gd name="csX16" fmla="*/ 395017 w 441318"/>
                <a:gd name="csY16" fmla="*/ 45766 h 115222"/>
                <a:gd name="csX17" fmla="*/ 393262 w 441318"/>
                <a:gd name="csY17" fmla="*/ 41629 h 115222"/>
                <a:gd name="csX18" fmla="*/ 378108 w 441318"/>
                <a:gd name="csY18" fmla="*/ 44016 h 115222"/>
                <a:gd name="csX19" fmla="*/ 219699 w 441318"/>
                <a:gd name="csY19" fmla="*/ 77592 h 115222"/>
                <a:gd name="csX20" fmla="*/ 17902 w 441318"/>
                <a:gd name="csY20" fmla="*/ 14574 h 115222"/>
                <a:gd name="csX21" fmla="*/ 2587 w 441318"/>
                <a:gd name="csY21" fmla="*/ 9162 h 115222"/>
                <a:gd name="csX22" fmla="*/ 1310 w 441318"/>
                <a:gd name="csY22" fmla="*/ 17120 h 1152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41318" h="115222">
                  <a:moveTo>
                    <a:pt x="355296" y="23803"/>
                  </a:moveTo>
                  <a:cubicBezTo>
                    <a:pt x="356889" y="27464"/>
                    <a:pt x="361517" y="27543"/>
                    <a:pt x="368697" y="26033"/>
                  </a:cubicBezTo>
                  <a:cubicBezTo>
                    <a:pt x="387839" y="21974"/>
                    <a:pt x="412166" y="21496"/>
                    <a:pt x="416234" y="27307"/>
                  </a:cubicBezTo>
                  <a:cubicBezTo>
                    <a:pt x="420303" y="33114"/>
                    <a:pt x="411368" y="55713"/>
                    <a:pt x="401078" y="72343"/>
                  </a:cubicBezTo>
                  <a:cubicBezTo>
                    <a:pt x="397170" y="78628"/>
                    <a:pt x="395734" y="82608"/>
                    <a:pt x="398846" y="85710"/>
                  </a:cubicBezTo>
                  <a:cubicBezTo>
                    <a:pt x="399723" y="86586"/>
                    <a:pt x="400761" y="87143"/>
                    <a:pt x="402037" y="87143"/>
                  </a:cubicBezTo>
                  <a:cubicBezTo>
                    <a:pt x="405865" y="87143"/>
                    <a:pt x="410730" y="83163"/>
                    <a:pt x="415436" y="79026"/>
                  </a:cubicBezTo>
                  <a:cubicBezTo>
                    <a:pt x="425407" y="70194"/>
                    <a:pt x="433223" y="59135"/>
                    <a:pt x="437610" y="46562"/>
                  </a:cubicBezTo>
                  <a:cubicBezTo>
                    <a:pt x="441837" y="34467"/>
                    <a:pt x="443990" y="17439"/>
                    <a:pt x="439524" y="10913"/>
                  </a:cubicBezTo>
                  <a:cubicBezTo>
                    <a:pt x="435216" y="4706"/>
                    <a:pt x="418467" y="650"/>
                    <a:pt x="405545" y="809"/>
                  </a:cubicBezTo>
                  <a:cubicBezTo>
                    <a:pt x="391985" y="967"/>
                    <a:pt x="378904" y="4070"/>
                    <a:pt x="367101" y="10277"/>
                  </a:cubicBezTo>
                  <a:cubicBezTo>
                    <a:pt x="359761" y="14255"/>
                    <a:pt x="353062" y="18711"/>
                    <a:pt x="355296" y="23803"/>
                  </a:cubicBezTo>
                  <a:moveTo>
                    <a:pt x="1310" y="17120"/>
                  </a:moveTo>
                  <a:cubicBezTo>
                    <a:pt x="2427" y="20462"/>
                    <a:pt x="4980" y="24680"/>
                    <a:pt x="8809" y="29375"/>
                  </a:cubicBezTo>
                  <a:cubicBezTo>
                    <a:pt x="57782" y="89687"/>
                    <a:pt x="136588" y="116028"/>
                    <a:pt x="212681" y="116028"/>
                  </a:cubicBezTo>
                  <a:cubicBezTo>
                    <a:pt x="279201" y="116028"/>
                    <a:pt x="343489" y="96054"/>
                    <a:pt x="384329" y="60724"/>
                  </a:cubicBezTo>
                  <a:cubicBezTo>
                    <a:pt x="391428" y="54598"/>
                    <a:pt x="395017" y="49584"/>
                    <a:pt x="395017" y="45766"/>
                  </a:cubicBezTo>
                  <a:cubicBezTo>
                    <a:pt x="395017" y="44173"/>
                    <a:pt x="394457" y="42820"/>
                    <a:pt x="393262" y="41629"/>
                  </a:cubicBezTo>
                  <a:cubicBezTo>
                    <a:pt x="389752" y="37968"/>
                    <a:pt x="384488" y="40674"/>
                    <a:pt x="378108" y="44016"/>
                  </a:cubicBezTo>
                  <a:cubicBezTo>
                    <a:pt x="340140" y="63906"/>
                    <a:pt x="281754" y="77592"/>
                    <a:pt x="219699" y="77592"/>
                  </a:cubicBezTo>
                  <a:cubicBezTo>
                    <a:pt x="149669" y="77592"/>
                    <a:pt x="74691" y="60248"/>
                    <a:pt x="17902" y="14574"/>
                  </a:cubicBezTo>
                  <a:cubicBezTo>
                    <a:pt x="12477" y="10277"/>
                    <a:pt x="6575" y="6059"/>
                    <a:pt x="2587" y="9162"/>
                  </a:cubicBezTo>
                  <a:cubicBezTo>
                    <a:pt x="1151" y="10356"/>
                    <a:pt x="-126" y="12664"/>
                    <a:pt x="1310" y="17120"/>
                  </a:cubicBezTo>
                </a:path>
              </a:pathLst>
            </a:custGeom>
            <a:solidFill>
              <a:srgbClr val="F47722"/>
            </a:solidFill>
            <a:ln w="2238" cap="flat">
              <a:noFill/>
              <a:prstDash val="solid"/>
              <a:round/>
            </a:ln>
          </p:spPr>
        </p:sp>
      </p:grpSp>
      <p:pic>
        <p:nvPicPr>
          <p:cNvPr id="27" name="Graphic 26">
            <a:extLst>
              <a:ext uri="{FF2B5EF4-FFF2-40B4-BE49-F238E27FC236}">
                <a16:creationId xmlns:a16="http://schemas.microsoft.com/office/drawing/2014/main" id="{EB8FD36E-C23C-A3C7-3E7F-42E46F08162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24114" y="1199375"/>
            <a:ext cx="569459" cy="479477"/>
          </a:xfrm>
          <a:prstGeom prst="rect">
            <a:avLst/>
          </a:prstGeom>
        </p:spPr>
      </p:pic>
    </p:spTree>
    <p:extLst>
      <p:ext uri="{BB962C8B-B14F-4D97-AF65-F5344CB8AC3E}">
        <p14:creationId xmlns:p14="http://schemas.microsoft.com/office/powerpoint/2010/main" val="37577650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A12B2B2-B303-8799-A06C-BA5D3F63ABD2}"/>
              </a:ext>
            </a:extLst>
          </p:cNvPr>
          <p:cNvSpPr>
            <a:spLocks noGrp="1"/>
          </p:cNvSpPr>
          <p:nvPr>
            <p:ph type="title" hasCustomPrompt="1"/>
          </p:nvPr>
        </p:nvSpPr>
        <p:spPr>
          <a:xfrm>
            <a:off x="342900" y="735819"/>
            <a:ext cx="5467350" cy="1325210"/>
          </a:xfrm>
        </p:spPr>
        <p:txBody>
          <a:bodyPr/>
          <a:lstStyle>
            <a:lvl1pPr>
              <a:defRPr/>
            </a:lvl1pPr>
          </a:lstStyle>
          <a:p>
            <a:r>
              <a:rPr lang="en-US" dirty="0"/>
              <a:t>Enter slide title</a:t>
            </a:r>
          </a:p>
        </p:txBody>
      </p:sp>
      <p:sp>
        <p:nvSpPr>
          <p:cNvPr id="5" name="Picture Placeholder 8">
            <a:extLst>
              <a:ext uri="{FF2B5EF4-FFF2-40B4-BE49-F238E27FC236}">
                <a16:creationId xmlns:a16="http://schemas.microsoft.com/office/drawing/2014/main" id="{E4E31BD9-A93C-E344-F376-867E3E58B53C}"/>
              </a:ext>
            </a:extLst>
          </p:cNvPr>
          <p:cNvSpPr>
            <a:spLocks noGrp="1"/>
          </p:cNvSpPr>
          <p:nvPr>
            <p:ph type="pic" sz="quarter" idx="14" hasCustomPrompt="1"/>
          </p:nvPr>
        </p:nvSpPr>
        <p:spPr>
          <a:xfrm>
            <a:off x="6248400" y="0"/>
            <a:ext cx="5943600" cy="6858000"/>
          </a:xfrm>
        </p:spPr>
        <p:txBody>
          <a:bodyPr anchor="ctr">
            <a:noAutofit/>
          </a:bodyPr>
          <a:lstStyle>
            <a:lvl1pPr marL="0" indent="0" algn="ctr">
              <a:buNone/>
              <a:defRPr sz="1800"/>
            </a:lvl1pPr>
          </a:lstStyle>
          <a:p>
            <a:r>
              <a:rPr lang="en-US" dirty="0"/>
              <a:t>Click icon to insert image, </a:t>
            </a:r>
            <a:br>
              <a:rPr lang="en-US" dirty="0"/>
            </a:br>
            <a:r>
              <a:rPr lang="en-US" dirty="0"/>
              <a:t>or select placeholder </a:t>
            </a:r>
            <a:br>
              <a:rPr lang="en-US" dirty="0"/>
            </a:br>
            <a:r>
              <a:rPr lang="en-US" dirty="0"/>
              <a:t>and paste image</a:t>
            </a:r>
          </a:p>
          <a:p>
            <a:endParaRPr lang="en-US" dirty="0"/>
          </a:p>
          <a:p>
            <a:endParaRPr lang="en-US" dirty="0"/>
          </a:p>
          <a:p>
            <a:endParaRPr lang="en-US" dirty="0"/>
          </a:p>
          <a:p>
            <a:endParaRPr lang="en-US" dirty="0"/>
          </a:p>
        </p:txBody>
      </p:sp>
      <p:sp>
        <p:nvSpPr>
          <p:cNvPr id="7" name="Content Placeholder 10">
            <a:extLst>
              <a:ext uri="{FF2B5EF4-FFF2-40B4-BE49-F238E27FC236}">
                <a16:creationId xmlns:a16="http://schemas.microsoft.com/office/drawing/2014/main" id="{022B0548-39DB-1082-520C-E8C967CDE9AF}"/>
              </a:ext>
            </a:extLst>
          </p:cNvPr>
          <p:cNvSpPr>
            <a:spLocks noGrp="1"/>
          </p:cNvSpPr>
          <p:nvPr>
            <p:ph sz="quarter" idx="15" hasCustomPrompt="1"/>
          </p:nvPr>
        </p:nvSpPr>
        <p:spPr>
          <a:xfrm>
            <a:off x="342900" y="2286000"/>
            <a:ext cx="5467350" cy="3886200"/>
          </a:xfrm>
        </p:spPr>
        <p:txBody>
          <a:bodyPr>
            <a:noAutofit/>
          </a:bodyPr>
          <a:lstStyle>
            <a:lvl1pPr>
              <a:defRPr/>
            </a:lvl1pPr>
          </a:lstStyle>
          <a:p>
            <a:pPr lvl="0"/>
            <a:r>
              <a:rPr lang="en-US" dirty="0"/>
              <a:t>Enter 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14135233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5251-6BA4-5031-19E6-112ADCC25910}"/>
              </a:ext>
            </a:extLst>
          </p:cNvPr>
          <p:cNvSpPr>
            <a:spLocks noGrp="1"/>
          </p:cNvSpPr>
          <p:nvPr>
            <p:ph type="title" hasCustomPrompt="1"/>
          </p:nvPr>
        </p:nvSpPr>
        <p:spPr>
          <a:xfrm>
            <a:off x="1475376" y="2917200"/>
            <a:ext cx="8049624" cy="1066800"/>
          </a:xfrm>
        </p:spPr>
        <p:txBody>
          <a:bodyPr bIns="0" anchor="ctr" anchorCtr="0"/>
          <a:lstStyle>
            <a:lvl1pPr>
              <a:defRPr sz="5400"/>
            </a:lvl1pPr>
          </a:lstStyle>
          <a:p>
            <a:r>
              <a:rPr lang="en-US" dirty="0"/>
              <a:t>Enter section title</a:t>
            </a:r>
          </a:p>
        </p:txBody>
      </p:sp>
      <p:sp>
        <p:nvSpPr>
          <p:cNvPr id="4" name="Rectangle 3">
            <a:extLst>
              <a:ext uri="{FF2B5EF4-FFF2-40B4-BE49-F238E27FC236}">
                <a16:creationId xmlns:a16="http://schemas.microsoft.com/office/drawing/2014/main" id="{E57C2E5C-4FB5-E652-7BD5-74867D0EF8D1}"/>
              </a:ext>
            </a:extLst>
          </p:cNvPr>
          <p:cNvSpPr/>
          <p:nvPr userDrawn="1"/>
        </p:nvSpPr>
        <p:spPr>
          <a:xfrm>
            <a:off x="-14514" y="2850737"/>
            <a:ext cx="1156526" cy="115652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 name="Graphic 22">
            <a:extLst>
              <a:ext uri="{FF2B5EF4-FFF2-40B4-BE49-F238E27FC236}">
                <a16:creationId xmlns:a16="http://schemas.microsoft.com/office/drawing/2014/main" id="{D602246A-585B-951E-E678-15168416B8B8}"/>
              </a:ext>
            </a:extLst>
          </p:cNvPr>
          <p:cNvGrpSpPr/>
          <p:nvPr userDrawn="1"/>
        </p:nvGrpSpPr>
        <p:grpSpPr>
          <a:xfrm>
            <a:off x="10272213" y="3048000"/>
            <a:ext cx="762000" cy="762000"/>
            <a:chOff x="11679936" y="2286000"/>
            <a:chExt cx="512064" cy="512064"/>
          </a:xfrm>
        </p:grpSpPr>
        <p:sp>
          <p:nvSpPr>
            <p:cNvPr id="5" name="Rectangle 4">
              <a:extLst>
                <a:ext uri="{FF2B5EF4-FFF2-40B4-BE49-F238E27FC236}">
                  <a16:creationId xmlns:a16="http://schemas.microsoft.com/office/drawing/2014/main" id="{62002A8E-176C-C978-91BF-B027A3923DAB}"/>
                </a:ext>
              </a:extLst>
            </p:cNvPr>
            <p:cNvSpPr/>
            <p:nvPr/>
          </p:nvSpPr>
          <p:spPr>
            <a:xfrm>
              <a:off x="11679936" y="2286000"/>
              <a:ext cx="512064" cy="512064"/>
            </a:xfrm>
            <a:prstGeom prst="rect">
              <a:avLst/>
            </a:prstGeom>
            <a:noFill/>
            <a:ln w="842" cap="flat">
              <a:noFill/>
              <a:prstDash val="solid"/>
              <a:round/>
            </a:ln>
          </p:spPr>
          <p:txBody>
            <a:bodyPr/>
            <a:lstStyle/>
            <a:p>
              <a:endParaRPr lang="en-US" dirty="0"/>
            </a:p>
          </p:txBody>
        </p:sp>
        <p:sp>
          <p:nvSpPr>
            <p:cNvPr id="7" name="Rectangle 6">
              <a:extLst>
                <a:ext uri="{FF2B5EF4-FFF2-40B4-BE49-F238E27FC236}">
                  <a16:creationId xmlns:a16="http://schemas.microsoft.com/office/drawing/2014/main" id="{7B0A5D1A-E3B6-6A03-4D48-9CA72C9866D6}"/>
                </a:ext>
              </a:extLst>
            </p:cNvPr>
            <p:cNvSpPr/>
            <p:nvPr/>
          </p:nvSpPr>
          <p:spPr>
            <a:xfrm>
              <a:off x="11679936" y="2286000"/>
              <a:ext cx="512064" cy="512064"/>
            </a:xfrm>
            <a:prstGeom prst="rect">
              <a:avLst/>
            </a:prstGeom>
            <a:solidFill>
              <a:srgbClr val="FF5200"/>
            </a:solidFill>
            <a:ln w="842" cap="flat">
              <a:noFill/>
              <a:prstDash val="solid"/>
              <a:round/>
            </a:ln>
          </p:spPr>
          <p:txBody>
            <a:bodyPr/>
            <a:lstStyle/>
            <a:p>
              <a:endParaRPr lang="en-US" dirty="0"/>
            </a:p>
          </p:txBody>
        </p:sp>
      </p:grpSp>
      <p:grpSp>
        <p:nvGrpSpPr>
          <p:cNvPr id="10" name="Graphic 49">
            <a:extLst>
              <a:ext uri="{FF2B5EF4-FFF2-40B4-BE49-F238E27FC236}">
                <a16:creationId xmlns:a16="http://schemas.microsoft.com/office/drawing/2014/main" id="{312D8601-4D4F-9AAC-78C6-D70F6A4E0016}"/>
              </a:ext>
            </a:extLst>
          </p:cNvPr>
          <p:cNvGrpSpPr/>
          <p:nvPr userDrawn="1"/>
        </p:nvGrpSpPr>
        <p:grpSpPr>
          <a:xfrm>
            <a:off x="9889392" y="3238500"/>
            <a:ext cx="381000" cy="381000"/>
            <a:chOff x="6381751" y="2286001"/>
            <a:chExt cx="957316" cy="957316"/>
          </a:xfrm>
        </p:grpSpPr>
        <p:sp>
          <p:nvSpPr>
            <p:cNvPr id="11" name="Rectangle 10">
              <a:extLst>
                <a:ext uri="{FF2B5EF4-FFF2-40B4-BE49-F238E27FC236}">
                  <a16:creationId xmlns:a16="http://schemas.microsoft.com/office/drawing/2014/main" id="{02D48D96-88C4-5FC4-6D2A-28DD3031125B}"/>
                </a:ext>
              </a:extLst>
            </p:cNvPr>
            <p:cNvSpPr/>
            <p:nvPr/>
          </p:nvSpPr>
          <p:spPr>
            <a:xfrm>
              <a:off x="6381751" y="2286001"/>
              <a:ext cx="957316" cy="957316"/>
            </a:xfrm>
            <a:prstGeom prst="rect">
              <a:avLst/>
            </a:prstGeom>
            <a:noFill/>
            <a:ln w="1588" cap="flat">
              <a:noFill/>
              <a:prstDash val="solid"/>
              <a:round/>
            </a:ln>
          </p:spPr>
          <p:txBody>
            <a:bodyPr/>
            <a:lstStyle/>
            <a:p>
              <a:endParaRPr lang="en-US" dirty="0"/>
            </a:p>
          </p:txBody>
        </p:sp>
        <p:sp>
          <p:nvSpPr>
            <p:cNvPr id="15" name="Rectangle 14">
              <a:extLst>
                <a:ext uri="{FF2B5EF4-FFF2-40B4-BE49-F238E27FC236}">
                  <a16:creationId xmlns:a16="http://schemas.microsoft.com/office/drawing/2014/main" id="{6FED8B9F-A7E7-D404-C4EB-02835410C089}"/>
                </a:ext>
              </a:extLst>
            </p:cNvPr>
            <p:cNvSpPr/>
            <p:nvPr/>
          </p:nvSpPr>
          <p:spPr>
            <a:xfrm>
              <a:off x="6381751" y="2286001"/>
              <a:ext cx="957316" cy="957316"/>
            </a:xfrm>
            <a:prstGeom prst="rect">
              <a:avLst/>
            </a:prstGeom>
            <a:solidFill>
              <a:srgbClr val="580E98"/>
            </a:solidFill>
            <a:ln w="1588" cap="flat">
              <a:noFill/>
              <a:prstDash val="solid"/>
              <a:round/>
            </a:ln>
          </p:spPr>
          <p:txBody>
            <a:bodyPr/>
            <a:lstStyle/>
            <a:p>
              <a:endParaRPr lang="en-US" dirty="0"/>
            </a:p>
          </p:txBody>
        </p:sp>
      </p:grpSp>
      <p:sp>
        <p:nvSpPr>
          <p:cNvPr id="19" name="Rectangle 18">
            <a:extLst>
              <a:ext uri="{FF2B5EF4-FFF2-40B4-BE49-F238E27FC236}">
                <a16:creationId xmlns:a16="http://schemas.microsoft.com/office/drawing/2014/main" id="{AD328480-0FDB-0201-9418-ED12CFF6D2A7}"/>
              </a:ext>
            </a:extLst>
          </p:cNvPr>
          <p:cNvSpPr/>
          <p:nvPr/>
        </p:nvSpPr>
        <p:spPr>
          <a:xfrm>
            <a:off x="11035474" y="2850737"/>
            <a:ext cx="1156526" cy="1156526"/>
          </a:xfrm>
          <a:prstGeom prst="rect">
            <a:avLst/>
          </a:prstGeom>
          <a:solidFill>
            <a:srgbClr val="FE7AAA"/>
          </a:solidFill>
          <a:ln w="1588" cap="flat">
            <a:noFill/>
            <a:prstDash val="solid"/>
            <a:round/>
          </a:ln>
        </p:spPr>
        <p:txBody>
          <a:bodyPr/>
          <a:lstStyle/>
          <a:p>
            <a:endParaRPr lang="en-US" dirty="0"/>
          </a:p>
        </p:txBody>
      </p:sp>
    </p:spTree>
    <p:extLst>
      <p:ext uri="{BB962C8B-B14F-4D97-AF65-F5344CB8AC3E}">
        <p14:creationId xmlns:p14="http://schemas.microsoft.com/office/powerpoint/2010/main" val="34884315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Whi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5251-6BA4-5031-19E6-112ADCC25910}"/>
              </a:ext>
            </a:extLst>
          </p:cNvPr>
          <p:cNvSpPr>
            <a:spLocks noGrp="1"/>
          </p:cNvSpPr>
          <p:nvPr>
            <p:ph type="title" hasCustomPrompt="1"/>
          </p:nvPr>
        </p:nvSpPr>
        <p:spPr>
          <a:xfrm>
            <a:off x="1475376" y="2917200"/>
            <a:ext cx="8049624" cy="1066800"/>
          </a:xfrm>
        </p:spPr>
        <p:txBody>
          <a:bodyPr bIns="0" anchor="ctr" anchorCtr="0"/>
          <a:lstStyle>
            <a:lvl1pPr>
              <a:defRPr sz="5400"/>
            </a:lvl1pPr>
          </a:lstStyle>
          <a:p>
            <a:r>
              <a:rPr lang="en-US" dirty="0"/>
              <a:t>Enter section title</a:t>
            </a:r>
          </a:p>
        </p:txBody>
      </p:sp>
      <p:sp>
        <p:nvSpPr>
          <p:cNvPr id="21" name="Rectangle 20">
            <a:extLst>
              <a:ext uri="{FF2B5EF4-FFF2-40B4-BE49-F238E27FC236}">
                <a16:creationId xmlns:a16="http://schemas.microsoft.com/office/drawing/2014/main" id="{F4B02147-E605-787B-BE5C-1C46294C0300}"/>
              </a:ext>
            </a:extLst>
          </p:cNvPr>
          <p:cNvSpPr/>
          <p:nvPr userDrawn="1"/>
        </p:nvSpPr>
        <p:spPr>
          <a:xfrm>
            <a:off x="-14514" y="2850737"/>
            <a:ext cx="1156526" cy="115652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aphic 36">
            <a:extLst>
              <a:ext uri="{FF2B5EF4-FFF2-40B4-BE49-F238E27FC236}">
                <a16:creationId xmlns:a16="http://schemas.microsoft.com/office/drawing/2014/main" id="{C53F4674-0DAC-E4E0-876F-23228E3C8848}"/>
              </a:ext>
            </a:extLst>
          </p:cNvPr>
          <p:cNvGrpSpPr/>
          <p:nvPr userDrawn="1"/>
        </p:nvGrpSpPr>
        <p:grpSpPr>
          <a:xfrm>
            <a:off x="347587" y="6305861"/>
            <a:ext cx="441318" cy="273939"/>
            <a:chOff x="347587" y="6305861"/>
            <a:chExt cx="441318" cy="273939"/>
          </a:xfrm>
        </p:grpSpPr>
        <p:sp>
          <p:nvSpPr>
            <p:cNvPr id="23" name="Freeform: Shape 22">
              <a:extLst>
                <a:ext uri="{FF2B5EF4-FFF2-40B4-BE49-F238E27FC236}">
                  <a16:creationId xmlns:a16="http://schemas.microsoft.com/office/drawing/2014/main" id="{A922667F-71FC-8DF6-4CB9-22ED2F9DDCDE}"/>
                </a:ext>
              </a:extLst>
            </p:cNvPr>
            <p:cNvSpPr/>
            <p:nvPr/>
          </p:nvSpPr>
          <p:spPr>
            <a:xfrm>
              <a:off x="374126" y="6305861"/>
              <a:ext cx="382344" cy="138057"/>
            </a:xfrm>
            <a:custGeom>
              <a:avLst/>
              <a:gdLst>
                <a:gd name="csX0" fmla="*/ 282259 w 382344"/>
                <a:gd name="csY0" fmla="*/ 97504 h 138057"/>
                <a:gd name="csX1" fmla="*/ 333146 w 382344"/>
                <a:gd name="csY1" fmla="*/ 138561 h 138057"/>
                <a:gd name="csX2" fmla="*/ 383000 w 382344"/>
                <a:gd name="csY2" fmla="*/ 95274 h 138057"/>
                <a:gd name="csX3" fmla="*/ 350298 w 382344"/>
                <a:gd name="csY3" fmla="*/ 57082 h 138057"/>
                <a:gd name="csX4" fmla="*/ 331632 w 382344"/>
                <a:gd name="csY4" fmla="*/ 52466 h 138057"/>
                <a:gd name="csX5" fmla="*/ 316159 w 382344"/>
                <a:gd name="csY5" fmla="*/ 38780 h 138057"/>
                <a:gd name="csX6" fmla="*/ 332749 w 382344"/>
                <a:gd name="csY6" fmla="*/ 25849 h 138057"/>
                <a:gd name="csX7" fmla="*/ 350415 w 382344"/>
                <a:gd name="csY7" fmla="*/ 40530 h 138057"/>
                <a:gd name="csX8" fmla="*/ 355520 w 382344"/>
                <a:gd name="csY8" fmla="*/ 44389 h 138057"/>
                <a:gd name="csX9" fmla="*/ 376737 w 382344"/>
                <a:gd name="csY9" fmla="*/ 40768 h 138057"/>
                <a:gd name="csX10" fmla="*/ 380128 w 382344"/>
                <a:gd name="csY10" fmla="*/ 35040 h 138057"/>
                <a:gd name="csX11" fmla="*/ 332749 w 382344"/>
                <a:gd name="csY11" fmla="*/ 504 h 138057"/>
                <a:gd name="csX12" fmla="*/ 284493 w 382344"/>
                <a:gd name="csY12" fmla="*/ 40847 h 138057"/>
                <a:gd name="csX13" fmla="*/ 321263 w 382344"/>
                <a:gd name="csY13" fmla="*/ 79202 h 138057"/>
                <a:gd name="csX14" fmla="*/ 335140 w 382344"/>
                <a:gd name="csY14" fmla="*/ 82543 h 138057"/>
                <a:gd name="csX15" fmla="*/ 351334 w 382344"/>
                <a:gd name="csY15" fmla="*/ 98418 h 138057"/>
                <a:gd name="csX16" fmla="*/ 333227 w 382344"/>
                <a:gd name="csY16" fmla="*/ 113178 h 138057"/>
                <a:gd name="csX17" fmla="*/ 311930 w 382344"/>
                <a:gd name="csY17" fmla="*/ 92013 h 138057"/>
                <a:gd name="csX18" fmla="*/ 306826 w 382344"/>
                <a:gd name="csY18" fmla="*/ 88153 h 138057"/>
                <a:gd name="csX19" fmla="*/ 285607 w 382344"/>
                <a:gd name="csY19" fmla="*/ 91775 h 138057"/>
                <a:gd name="csX20" fmla="*/ 282259 w 382344"/>
                <a:gd name="csY20" fmla="*/ 97504 h 138057"/>
                <a:gd name="csX21" fmla="*/ 112802 w 382344"/>
                <a:gd name="csY21" fmla="*/ 7985 h 138057"/>
                <a:gd name="csX22" fmla="*/ 141797 w 382344"/>
                <a:gd name="csY22" fmla="*/ 132038 h 138057"/>
                <a:gd name="csX23" fmla="*/ 146262 w 382344"/>
                <a:gd name="csY23" fmla="*/ 135698 h 138057"/>
                <a:gd name="csX24" fmla="*/ 175137 w 382344"/>
                <a:gd name="csY24" fmla="*/ 135698 h 138057"/>
                <a:gd name="csX25" fmla="*/ 179603 w 382344"/>
                <a:gd name="csY25" fmla="*/ 132038 h 138057"/>
                <a:gd name="csX26" fmla="*/ 195994 w 382344"/>
                <a:gd name="csY26" fmla="*/ 58354 h 138057"/>
                <a:gd name="csX27" fmla="*/ 197271 w 382344"/>
                <a:gd name="csY27" fmla="*/ 58354 h 138057"/>
                <a:gd name="csX28" fmla="*/ 213622 w 382344"/>
                <a:gd name="csY28" fmla="*/ 132038 h 138057"/>
                <a:gd name="csX29" fmla="*/ 218090 w 382344"/>
                <a:gd name="csY29" fmla="*/ 135698 h 138057"/>
                <a:gd name="csX30" fmla="*/ 247003 w 382344"/>
                <a:gd name="csY30" fmla="*/ 135698 h 138057"/>
                <a:gd name="csX31" fmla="*/ 251469 w 382344"/>
                <a:gd name="csY31" fmla="*/ 132038 h 138057"/>
                <a:gd name="csX32" fmla="*/ 280423 w 382344"/>
                <a:gd name="csY32" fmla="*/ 7985 h 138057"/>
                <a:gd name="csX33" fmla="*/ 276753 w 382344"/>
                <a:gd name="csY33" fmla="*/ 3369 h 138057"/>
                <a:gd name="csX34" fmla="*/ 251192 w 382344"/>
                <a:gd name="csY34" fmla="*/ 3369 h 138057"/>
                <a:gd name="csX35" fmla="*/ 246722 w 382344"/>
                <a:gd name="csY35" fmla="*/ 7190 h 138057"/>
                <a:gd name="csX36" fmla="*/ 231250 w 382344"/>
                <a:gd name="csY36" fmla="*/ 97544 h 138057"/>
                <a:gd name="csX37" fmla="*/ 229973 w 382344"/>
                <a:gd name="csY37" fmla="*/ 97544 h 138057"/>
                <a:gd name="csX38" fmla="*/ 212865 w 382344"/>
                <a:gd name="csY38" fmla="*/ 7030 h 138057"/>
                <a:gd name="csX39" fmla="*/ 208238 w 382344"/>
                <a:gd name="csY39" fmla="*/ 3369 h 138057"/>
                <a:gd name="csX40" fmla="*/ 185028 w 382344"/>
                <a:gd name="csY40" fmla="*/ 3369 h 138057"/>
                <a:gd name="csX41" fmla="*/ 180400 w 382344"/>
                <a:gd name="csY41" fmla="*/ 7030 h 138057"/>
                <a:gd name="csX42" fmla="*/ 163292 w 382344"/>
                <a:gd name="csY42" fmla="*/ 97544 h 138057"/>
                <a:gd name="csX43" fmla="*/ 162015 w 382344"/>
                <a:gd name="csY43" fmla="*/ 97544 h 138057"/>
                <a:gd name="csX44" fmla="*/ 146541 w 382344"/>
                <a:gd name="csY44" fmla="*/ 7190 h 138057"/>
                <a:gd name="csX45" fmla="*/ 142075 w 382344"/>
                <a:gd name="csY45" fmla="*/ 3369 h 138057"/>
                <a:gd name="csX46" fmla="*/ 116472 w 382344"/>
                <a:gd name="csY46" fmla="*/ 3369 h 138057"/>
                <a:gd name="csX47" fmla="*/ 112802 w 382344"/>
                <a:gd name="csY47" fmla="*/ 7985 h 138057"/>
                <a:gd name="csX48" fmla="*/ 34156 w 382344"/>
                <a:gd name="csY48" fmla="*/ 94519 h 138057"/>
                <a:gd name="csX49" fmla="*/ 63589 w 382344"/>
                <a:gd name="csY49" fmla="*/ 70251 h 138057"/>
                <a:gd name="csX50" fmla="*/ 72881 w 382344"/>
                <a:gd name="csY50" fmla="*/ 71206 h 138057"/>
                <a:gd name="csX51" fmla="*/ 72881 w 382344"/>
                <a:gd name="csY51" fmla="*/ 79559 h 138057"/>
                <a:gd name="csX52" fmla="*/ 51305 w 382344"/>
                <a:gd name="csY52" fmla="*/ 113178 h 138057"/>
                <a:gd name="csX53" fmla="*/ 34156 w 382344"/>
                <a:gd name="csY53" fmla="*/ 94519 h 138057"/>
                <a:gd name="csX54" fmla="*/ 38862 w 382344"/>
                <a:gd name="csY54" fmla="*/ 138561 h 138057"/>
                <a:gd name="csX55" fmla="*/ 72562 w 382344"/>
                <a:gd name="csY55" fmla="*/ 116601 h 138057"/>
                <a:gd name="csX56" fmla="*/ 73839 w 382344"/>
                <a:gd name="csY56" fmla="*/ 116601 h 138057"/>
                <a:gd name="csX57" fmla="*/ 77028 w 382344"/>
                <a:gd name="csY57" fmla="*/ 131561 h 138057"/>
                <a:gd name="csX58" fmla="*/ 81495 w 382344"/>
                <a:gd name="csY58" fmla="*/ 135698 h 138057"/>
                <a:gd name="csX59" fmla="*/ 101316 w 382344"/>
                <a:gd name="csY59" fmla="*/ 135698 h 138057"/>
                <a:gd name="csX60" fmla="*/ 105465 w 382344"/>
                <a:gd name="csY60" fmla="*/ 131561 h 138057"/>
                <a:gd name="csX61" fmla="*/ 105465 w 382344"/>
                <a:gd name="csY61" fmla="*/ 51551 h 138057"/>
                <a:gd name="csX62" fmla="*/ 54734 w 382344"/>
                <a:gd name="csY62" fmla="*/ 504 h 138057"/>
                <a:gd name="csX63" fmla="*/ 4683 w 382344"/>
                <a:gd name="csY63" fmla="*/ 35040 h 138057"/>
                <a:gd name="csX64" fmla="*/ 8074 w 382344"/>
                <a:gd name="csY64" fmla="*/ 40768 h 138057"/>
                <a:gd name="csX65" fmla="*/ 29291 w 382344"/>
                <a:gd name="csY65" fmla="*/ 44389 h 138057"/>
                <a:gd name="csX66" fmla="*/ 34394 w 382344"/>
                <a:gd name="csY66" fmla="*/ 40530 h 138057"/>
                <a:gd name="csX67" fmla="*/ 54734 w 382344"/>
                <a:gd name="csY67" fmla="*/ 25849 h 138057"/>
                <a:gd name="csX68" fmla="*/ 72881 w 382344"/>
                <a:gd name="csY68" fmla="*/ 47373 h 138057"/>
                <a:gd name="csX69" fmla="*/ 72881 w 382344"/>
                <a:gd name="csY69" fmla="*/ 53261 h 138057"/>
                <a:gd name="csX70" fmla="*/ 58883 w 382344"/>
                <a:gd name="csY70" fmla="*/ 52027 h 138057"/>
                <a:gd name="csX71" fmla="*/ 656 w 382344"/>
                <a:gd name="csY71" fmla="*/ 98816 h 138057"/>
                <a:gd name="csX72" fmla="*/ 38862 w 382344"/>
                <a:gd name="csY72" fmla="*/ 138561 h 138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382344" h="138057">
                  <a:moveTo>
                    <a:pt x="282259" y="97504"/>
                  </a:moveTo>
                  <a:cubicBezTo>
                    <a:pt x="287365" y="123801"/>
                    <a:pt x="306345" y="138561"/>
                    <a:pt x="333146" y="138561"/>
                  </a:cubicBezTo>
                  <a:cubicBezTo>
                    <a:pt x="362341" y="138561"/>
                    <a:pt x="383000" y="120262"/>
                    <a:pt x="383000" y="95274"/>
                  </a:cubicBezTo>
                  <a:cubicBezTo>
                    <a:pt x="383000" y="74864"/>
                    <a:pt x="372112" y="62453"/>
                    <a:pt x="350298" y="57082"/>
                  </a:cubicBezTo>
                  <a:lnTo>
                    <a:pt x="331632" y="52466"/>
                  </a:lnTo>
                  <a:cubicBezTo>
                    <a:pt x="321661" y="49998"/>
                    <a:pt x="316159" y="45942"/>
                    <a:pt x="316159" y="38780"/>
                  </a:cubicBezTo>
                  <a:cubicBezTo>
                    <a:pt x="316159" y="31577"/>
                    <a:pt x="321780" y="25849"/>
                    <a:pt x="332749" y="25849"/>
                  </a:cubicBezTo>
                  <a:cubicBezTo>
                    <a:pt x="342201" y="25849"/>
                    <a:pt x="347902" y="31420"/>
                    <a:pt x="350415" y="40530"/>
                  </a:cubicBezTo>
                  <a:cubicBezTo>
                    <a:pt x="351293" y="43593"/>
                    <a:pt x="352929" y="44827"/>
                    <a:pt x="355520" y="44389"/>
                  </a:cubicBezTo>
                  <a:lnTo>
                    <a:pt x="376737" y="40768"/>
                  </a:lnTo>
                  <a:cubicBezTo>
                    <a:pt x="379530" y="40292"/>
                    <a:pt x="380886" y="37984"/>
                    <a:pt x="380128" y="35040"/>
                  </a:cubicBezTo>
                  <a:cubicBezTo>
                    <a:pt x="374305" y="12480"/>
                    <a:pt x="358392" y="504"/>
                    <a:pt x="332749" y="504"/>
                  </a:cubicBezTo>
                  <a:cubicBezTo>
                    <a:pt x="303995" y="504"/>
                    <a:pt x="284493" y="16379"/>
                    <a:pt x="284493" y="40847"/>
                  </a:cubicBezTo>
                  <a:cubicBezTo>
                    <a:pt x="284493" y="61059"/>
                    <a:pt x="296176" y="73154"/>
                    <a:pt x="321263" y="79202"/>
                  </a:cubicBezTo>
                  <a:lnTo>
                    <a:pt x="335140" y="82543"/>
                  </a:lnTo>
                  <a:cubicBezTo>
                    <a:pt x="346866" y="85368"/>
                    <a:pt x="351334" y="90182"/>
                    <a:pt x="351334" y="98418"/>
                  </a:cubicBezTo>
                  <a:cubicBezTo>
                    <a:pt x="351334" y="106971"/>
                    <a:pt x="344592" y="113178"/>
                    <a:pt x="333227" y="113178"/>
                  </a:cubicBezTo>
                  <a:cubicBezTo>
                    <a:pt x="322618" y="113178"/>
                    <a:pt x="315280" y="106495"/>
                    <a:pt x="311930" y="92013"/>
                  </a:cubicBezTo>
                  <a:cubicBezTo>
                    <a:pt x="311253" y="88989"/>
                    <a:pt x="309498" y="87676"/>
                    <a:pt x="306826" y="88153"/>
                  </a:cubicBezTo>
                  <a:lnTo>
                    <a:pt x="285607" y="91775"/>
                  </a:lnTo>
                  <a:cubicBezTo>
                    <a:pt x="282895" y="92252"/>
                    <a:pt x="281580" y="94479"/>
                    <a:pt x="282259" y="97504"/>
                  </a:cubicBezTo>
                  <a:moveTo>
                    <a:pt x="112802" y="7985"/>
                  </a:moveTo>
                  <a:lnTo>
                    <a:pt x="141797" y="132038"/>
                  </a:lnTo>
                  <a:cubicBezTo>
                    <a:pt x="142354" y="134584"/>
                    <a:pt x="143869" y="135698"/>
                    <a:pt x="146262" y="135698"/>
                  </a:cubicBezTo>
                  <a:lnTo>
                    <a:pt x="175137" y="135698"/>
                  </a:lnTo>
                  <a:cubicBezTo>
                    <a:pt x="177528" y="135698"/>
                    <a:pt x="179045" y="134584"/>
                    <a:pt x="179603" y="132038"/>
                  </a:cubicBezTo>
                  <a:lnTo>
                    <a:pt x="195994" y="58354"/>
                  </a:lnTo>
                  <a:lnTo>
                    <a:pt x="197271" y="58354"/>
                  </a:lnTo>
                  <a:lnTo>
                    <a:pt x="213622" y="132038"/>
                  </a:lnTo>
                  <a:cubicBezTo>
                    <a:pt x="214182" y="134584"/>
                    <a:pt x="215696" y="135698"/>
                    <a:pt x="218090" y="135698"/>
                  </a:cubicBezTo>
                  <a:lnTo>
                    <a:pt x="247003" y="135698"/>
                  </a:lnTo>
                  <a:cubicBezTo>
                    <a:pt x="249394" y="135698"/>
                    <a:pt x="250871" y="134584"/>
                    <a:pt x="251469" y="132038"/>
                  </a:cubicBezTo>
                  <a:lnTo>
                    <a:pt x="280423" y="7985"/>
                  </a:lnTo>
                  <a:cubicBezTo>
                    <a:pt x="281101" y="5120"/>
                    <a:pt x="279625" y="3369"/>
                    <a:pt x="276753" y="3369"/>
                  </a:cubicBezTo>
                  <a:lnTo>
                    <a:pt x="251192" y="3369"/>
                  </a:lnTo>
                  <a:cubicBezTo>
                    <a:pt x="248637" y="3369"/>
                    <a:pt x="247122" y="4803"/>
                    <a:pt x="246722" y="7190"/>
                  </a:cubicBezTo>
                  <a:lnTo>
                    <a:pt x="231250" y="97544"/>
                  </a:lnTo>
                  <a:lnTo>
                    <a:pt x="229973" y="97544"/>
                  </a:lnTo>
                  <a:lnTo>
                    <a:pt x="212865" y="7030"/>
                  </a:lnTo>
                  <a:cubicBezTo>
                    <a:pt x="212386" y="4643"/>
                    <a:pt x="210631" y="3369"/>
                    <a:pt x="208238" y="3369"/>
                  </a:cubicBezTo>
                  <a:lnTo>
                    <a:pt x="185028" y="3369"/>
                  </a:lnTo>
                  <a:cubicBezTo>
                    <a:pt x="182634" y="3369"/>
                    <a:pt x="180839" y="4643"/>
                    <a:pt x="180400" y="7030"/>
                  </a:cubicBezTo>
                  <a:lnTo>
                    <a:pt x="163292" y="97544"/>
                  </a:lnTo>
                  <a:lnTo>
                    <a:pt x="162015" y="97544"/>
                  </a:lnTo>
                  <a:lnTo>
                    <a:pt x="146541" y="7190"/>
                  </a:lnTo>
                  <a:cubicBezTo>
                    <a:pt x="146102" y="4803"/>
                    <a:pt x="144628" y="3369"/>
                    <a:pt x="142075" y="3369"/>
                  </a:cubicBezTo>
                  <a:lnTo>
                    <a:pt x="116472" y="3369"/>
                  </a:lnTo>
                  <a:cubicBezTo>
                    <a:pt x="113600" y="3369"/>
                    <a:pt x="112123" y="5120"/>
                    <a:pt x="112802" y="7985"/>
                  </a:cubicBezTo>
                  <a:moveTo>
                    <a:pt x="34156" y="94519"/>
                  </a:moveTo>
                  <a:cubicBezTo>
                    <a:pt x="34156" y="79521"/>
                    <a:pt x="45401" y="70251"/>
                    <a:pt x="63589" y="70251"/>
                  </a:cubicBezTo>
                  <a:cubicBezTo>
                    <a:pt x="66499" y="70251"/>
                    <a:pt x="69531" y="70568"/>
                    <a:pt x="72881" y="71206"/>
                  </a:cubicBezTo>
                  <a:lnTo>
                    <a:pt x="72881" y="79559"/>
                  </a:lnTo>
                  <a:cubicBezTo>
                    <a:pt x="72881" y="101164"/>
                    <a:pt x="65184" y="113178"/>
                    <a:pt x="51305" y="113178"/>
                  </a:cubicBezTo>
                  <a:cubicBezTo>
                    <a:pt x="40815" y="113178"/>
                    <a:pt x="34156" y="105938"/>
                    <a:pt x="34156" y="94519"/>
                  </a:cubicBezTo>
                  <a:moveTo>
                    <a:pt x="38862" y="138561"/>
                  </a:moveTo>
                  <a:cubicBezTo>
                    <a:pt x="54534" y="138561"/>
                    <a:pt x="66778" y="130606"/>
                    <a:pt x="72562" y="116601"/>
                  </a:cubicBezTo>
                  <a:lnTo>
                    <a:pt x="73839" y="116601"/>
                  </a:lnTo>
                  <a:lnTo>
                    <a:pt x="77028" y="131561"/>
                  </a:lnTo>
                  <a:cubicBezTo>
                    <a:pt x="77587" y="134265"/>
                    <a:pt x="79183" y="135698"/>
                    <a:pt x="81495" y="135698"/>
                  </a:cubicBezTo>
                  <a:lnTo>
                    <a:pt x="101316" y="135698"/>
                  </a:lnTo>
                  <a:cubicBezTo>
                    <a:pt x="103710" y="135698"/>
                    <a:pt x="105465" y="133948"/>
                    <a:pt x="105465" y="131561"/>
                  </a:cubicBezTo>
                  <a:lnTo>
                    <a:pt x="105465" y="51551"/>
                  </a:lnTo>
                  <a:cubicBezTo>
                    <a:pt x="105465" y="18010"/>
                    <a:pt x="88035" y="504"/>
                    <a:pt x="54734" y="504"/>
                  </a:cubicBezTo>
                  <a:cubicBezTo>
                    <a:pt x="28771" y="504"/>
                    <a:pt x="10427" y="13118"/>
                    <a:pt x="4683" y="35040"/>
                  </a:cubicBezTo>
                  <a:cubicBezTo>
                    <a:pt x="3966" y="37984"/>
                    <a:pt x="5281" y="40292"/>
                    <a:pt x="8074" y="40768"/>
                  </a:cubicBezTo>
                  <a:lnTo>
                    <a:pt x="29291" y="44389"/>
                  </a:lnTo>
                  <a:cubicBezTo>
                    <a:pt x="31882" y="44827"/>
                    <a:pt x="33518" y="43593"/>
                    <a:pt x="34394" y="40530"/>
                  </a:cubicBezTo>
                  <a:cubicBezTo>
                    <a:pt x="37107" y="30822"/>
                    <a:pt x="43965" y="25849"/>
                    <a:pt x="54734" y="25849"/>
                  </a:cubicBezTo>
                  <a:cubicBezTo>
                    <a:pt x="66778" y="25849"/>
                    <a:pt x="72881" y="33089"/>
                    <a:pt x="72881" y="47373"/>
                  </a:cubicBezTo>
                  <a:lnTo>
                    <a:pt x="72881" y="53261"/>
                  </a:lnTo>
                  <a:cubicBezTo>
                    <a:pt x="68811" y="52425"/>
                    <a:pt x="64465" y="52027"/>
                    <a:pt x="58883" y="52027"/>
                  </a:cubicBezTo>
                  <a:cubicBezTo>
                    <a:pt x="23227" y="52027"/>
                    <a:pt x="656" y="70170"/>
                    <a:pt x="656" y="98816"/>
                  </a:cubicBezTo>
                  <a:cubicBezTo>
                    <a:pt x="656" y="122608"/>
                    <a:pt x="15971" y="138561"/>
                    <a:pt x="38862" y="138561"/>
                  </a:cubicBezTo>
                </a:path>
              </a:pathLst>
            </a:custGeom>
            <a:solidFill>
              <a:schemeClr val="tx1"/>
            </a:solidFill>
            <a:ln w="2238" cap="flat">
              <a:noFill/>
              <a:prstDash val="solid"/>
              <a:round/>
            </a:ln>
          </p:spPr>
          <p:txBody>
            <a:bodyPr/>
            <a:lstStyle/>
            <a:p>
              <a:endParaRPr lang="en-US"/>
            </a:p>
          </p:txBody>
        </p:sp>
        <p:sp>
          <p:nvSpPr>
            <p:cNvPr id="24" name="Freeform: Shape 23">
              <a:extLst>
                <a:ext uri="{FF2B5EF4-FFF2-40B4-BE49-F238E27FC236}">
                  <a16:creationId xmlns:a16="http://schemas.microsoft.com/office/drawing/2014/main" id="{38780606-B211-98B4-C31B-3F2B71274E48}"/>
                </a:ext>
              </a:extLst>
            </p:cNvPr>
            <p:cNvSpPr/>
            <p:nvPr/>
          </p:nvSpPr>
          <p:spPr>
            <a:xfrm>
              <a:off x="347587" y="6464577"/>
              <a:ext cx="441318" cy="115222"/>
            </a:xfrm>
            <a:custGeom>
              <a:avLst/>
              <a:gdLst>
                <a:gd name="csX0" fmla="*/ 355296 w 441318"/>
                <a:gd name="csY0" fmla="*/ 23803 h 115222"/>
                <a:gd name="csX1" fmla="*/ 368697 w 441318"/>
                <a:gd name="csY1" fmla="*/ 26033 h 115222"/>
                <a:gd name="csX2" fmla="*/ 416234 w 441318"/>
                <a:gd name="csY2" fmla="*/ 27307 h 115222"/>
                <a:gd name="csX3" fmla="*/ 401078 w 441318"/>
                <a:gd name="csY3" fmla="*/ 72343 h 115222"/>
                <a:gd name="csX4" fmla="*/ 398846 w 441318"/>
                <a:gd name="csY4" fmla="*/ 85710 h 115222"/>
                <a:gd name="csX5" fmla="*/ 402037 w 441318"/>
                <a:gd name="csY5" fmla="*/ 87143 h 115222"/>
                <a:gd name="csX6" fmla="*/ 415436 w 441318"/>
                <a:gd name="csY6" fmla="*/ 79026 h 115222"/>
                <a:gd name="csX7" fmla="*/ 437610 w 441318"/>
                <a:gd name="csY7" fmla="*/ 46562 h 115222"/>
                <a:gd name="csX8" fmla="*/ 439524 w 441318"/>
                <a:gd name="csY8" fmla="*/ 10913 h 115222"/>
                <a:gd name="csX9" fmla="*/ 405545 w 441318"/>
                <a:gd name="csY9" fmla="*/ 809 h 115222"/>
                <a:gd name="csX10" fmla="*/ 367101 w 441318"/>
                <a:gd name="csY10" fmla="*/ 10277 h 115222"/>
                <a:gd name="csX11" fmla="*/ 355296 w 441318"/>
                <a:gd name="csY11" fmla="*/ 23803 h 115222"/>
                <a:gd name="csX12" fmla="*/ 1310 w 441318"/>
                <a:gd name="csY12" fmla="*/ 17120 h 115222"/>
                <a:gd name="csX13" fmla="*/ 8809 w 441318"/>
                <a:gd name="csY13" fmla="*/ 29375 h 115222"/>
                <a:gd name="csX14" fmla="*/ 212681 w 441318"/>
                <a:gd name="csY14" fmla="*/ 116028 h 115222"/>
                <a:gd name="csX15" fmla="*/ 384329 w 441318"/>
                <a:gd name="csY15" fmla="*/ 60724 h 115222"/>
                <a:gd name="csX16" fmla="*/ 395017 w 441318"/>
                <a:gd name="csY16" fmla="*/ 45766 h 115222"/>
                <a:gd name="csX17" fmla="*/ 393262 w 441318"/>
                <a:gd name="csY17" fmla="*/ 41629 h 115222"/>
                <a:gd name="csX18" fmla="*/ 378108 w 441318"/>
                <a:gd name="csY18" fmla="*/ 44016 h 115222"/>
                <a:gd name="csX19" fmla="*/ 219699 w 441318"/>
                <a:gd name="csY19" fmla="*/ 77592 h 115222"/>
                <a:gd name="csX20" fmla="*/ 17902 w 441318"/>
                <a:gd name="csY20" fmla="*/ 14574 h 115222"/>
                <a:gd name="csX21" fmla="*/ 2587 w 441318"/>
                <a:gd name="csY21" fmla="*/ 9162 h 115222"/>
                <a:gd name="csX22" fmla="*/ 1310 w 441318"/>
                <a:gd name="csY22" fmla="*/ 17120 h 1152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41318" h="115222">
                  <a:moveTo>
                    <a:pt x="355296" y="23803"/>
                  </a:moveTo>
                  <a:cubicBezTo>
                    <a:pt x="356889" y="27464"/>
                    <a:pt x="361517" y="27543"/>
                    <a:pt x="368697" y="26033"/>
                  </a:cubicBezTo>
                  <a:cubicBezTo>
                    <a:pt x="387839" y="21974"/>
                    <a:pt x="412166" y="21496"/>
                    <a:pt x="416234" y="27307"/>
                  </a:cubicBezTo>
                  <a:cubicBezTo>
                    <a:pt x="420303" y="33114"/>
                    <a:pt x="411368" y="55713"/>
                    <a:pt x="401078" y="72343"/>
                  </a:cubicBezTo>
                  <a:cubicBezTo>
                    <a:pt x="397170" y="78628"/>
                    <a:pt x="395734" y="82608"/>
                    <a:pt x="398846" y="85710"/>
                  </a:cubicBezTo>
                  <a:cubicBezTo>
                    <a:pt x="399723" y="86586"/>
                    <a:pt x="400761" y="87143"/>
                    <a:pt x="402037" y="87143"/>
                  </a:cubicBezTo>
                  <a:cubicBezTo>
                    <a:pt x="405865" y="87143"/>
                    <a:pt x="410730" y="83163"/>
                    <a:pt x="415436" y="79026"/>
                  </a:cubicBezTo>
                  <a:cubicBezTo>
                    <a:pt x="425407" y="70194"/>
                    <a:pt x="433223" y="59135"/>
                    <a:pt x="437610" y="46562"/>
                  </a:cubicBezTo>
                  <a:cubicBezTo>
                    <a:pt x="441837" y="34467"/>
                    <a:pt x="443990" y="17439"/>
                    <a:pt x="439524" y="10913"/>
                  </a:cubicBezTo>
                  <a:cubicBezTo>
                    <a:pt x="435216" y="4706"/>
                    <a:pt x="418467" y="650"/>
                    <a:pt x="405545" y="809"/>
                  </a:cubicBezTo>
                  <a:cubicBezTo>
                    <a:pt x="391985" y="967"/>
                    <a:pt x="378904" y="4070"/>
                    <a:pt x="367101" y="10277"/>
                  </a:cubicBezTo>
                  <a:cubicBezTo>
                    <a:pt x="359761" y="14255"/>
                    <a:pt x="353062" y="18711"/>
                    <a:pt x="355296" y="23803"/>
                  </a:cubicBezTo>
                  <a:moveTo>
                    <a:pt x="1310" y="17120"/>
                  </a:moveTo>
                  <a:cubicBezTo>
                    <a:pt x="2427" y="20462"/>
                    <a:pt x="4980" y="24680"/>
                    <a:pt x="8809" y="29375"/>
                  </a:cubicBezTo>
                  <a:cubicBezTo>
                    <a:pt x="57782" y="89687"/>
                    <a:pt x="136588" y="116028"/>
                    <a:pt x="212681" y="116028"/>
                  </a:cubicBezTo>
                  <a:cubicBezTo>
                    <a:pt x="279201" y="116028"/>
                    <a:pt x="343489" y="96054"/>
                    <a:pt x="384329" y="60724"/>
                  </a:cubicBezTo>
                  <a:cubicBezTo>
                    <a:pt x="391428" y="54598"/>
                    <a:pt x="395017" y="49584"/>
                    <a:pt x="395017" y="45766"/>
                  </a:cubicBezTo>
                  <a:cubicBezTo>
                    <a:pt x="395017" y="44173"/>
                    <a:pt x="394457" y="42820"/>
                    <a:pt x="393262" y="41629"/>
                  </a:cubicBezTo>
                  <a:cubicBezTo>
                    <a:pt x="389752" y="37968"/>
                    <a:pt x="384488" y="40674"/>
                    <a:pt x="378108" y="44016"/>
                  </a:cubicBezTo>
                  <a:cubicBezTo>
                    <a:pt x="340140" y="63906"/>
                    <a:pt x="281754" y="77592"/>
                    <a:pt x="219699" y="77592"/>
                  </a:cubicBezTo>
                  <a:cubicBezTo>
                    <a:pt x="149669" y="77592"/>
                    <a:pt x="74691" y="60248"/>
                    <a:pt x="17902" y="14574"/>
                  </a:cubicBezTo>
                  <a:cubicBezTo>
                    <a:pt x="12477" y="10277"/>
                    <a:pt x="6575" y="6059"/>
                    <a:pt x="2587" y="9162"/>
                  </a:cubicBezTo>
                  <a:cubicBezTo>
                    <a:pt x="1151" y="10356"/>
                    <a:pt x="-126" y="12664"/>
                    <a:pt x="1310" y="17120"/>
                  </a:cubicBezTo>
                </a:path>
              </a:pathLst>
            </a:custGeom>
            <a:solidFill>
              <a:srgbClr val="F47722"/>
            </a:solidFill>
            <a:ln w="2238" cap="flat">
              <a:noFill/>
              <a:prstDash val="solid"/>
              <a:round/>
            </a:ln>
          </p:spPr>
          <p:txBody>
            <a:bodyPr/>
            <a:lstStyle/>
            <a:p>
              <a:endParaRPr lang="en-US"/>
            </a:p>
          </p:txBody>
        </p:sp>
      </p:grpSp>
      <p:grpSp>
        <p:nvGrpSpPr>
          <p:cNvPr id="5" name="Graphic 22">
            <a:extLst>
              <a:ext uri="{FF2B5EF4-FFF2-40B4-BE49-F238E27FC236}">
                <a16:creationId xmlns:a16="http://schemas.microsoft.com/office/drawing/2014/main" id="{14331D86-18CF-E5E5-6594-D5C61017E071}"/>
              </a:ext>
            </a:extLst>
          </p:cNvPr>
          <p:cNvGrpSpPr/>
          <p:nvPr userDrawn="1"/>
        </p:nvGrpSpPr>
        <p:grpSpPr>
          <a:xfrm>
            <a:off x="10272213" y="3048000"/>
            <a:ext cx="762000" cy="762000"/>
            <a:chOff x="11679936" y="2286000"/>
            <a:chExt cx="512064" cy="512064"/>
          </a:xfrm>
        </p:grpSpPr>
        <p:sp>
          <p:nvSpPr>
            <p:cNvPr id="6" name="Rectangle 5">
              <a:extLst>
                <a:ext uri="{FF2B5EF4-FFF2-40B4-BE49-F238E27FC236}">
                  <a16:creationId xmlns:a16="http://schemas.microsoft.com/office/drawing/2014/main" id="{A2675383-AE89-9CA1-9FE2-65EEB828F537}"/>
                </a:ext>
              </a:extLst>
            </p:cNvPr>
            <p:cNvSpPr/>
            <p:nvPr/>
          </p:nvSpPr>
          <p:spPr>
            <a:xfrm>
              <a:off x="11679936" y="2286000"/>
              <a:ext cx="512064" cy="512064"/>
            </a:xfrm>
            <a:prstGeom prst="rect">
              <a:avLst/>
            </a:prstGeom>
            <a:noFill/>
            <a:ln w="842" cap="flat">
              <a:noFill/>
              <a:prstDash val="solid"/>
              <a:round/>
            </a:ln>
          </p:spPr>
          <p:txBody>
            <a:bodyPr/>
            <a:lstStyle/>
            <a:p>
              <a:endParaRPr lang="en-US" dirty="0"/>
            </a:p>
          </p:txBody>
        </p:sp>
        <p:sp>
          <p:nvSpPr>
            <p:cNvPr id="8" name="Rectangle 7">
              <a:extLst>
                <a:ext uri="{FF2B5EF4-FFF2-40B4-BE49-F238E27FC236}">
                  <a16:creationId xmlns:a16="http://schemas.microsoft.com/office/drawing/2014/main" id="{AF9A3751-2AE6-DAF4-9E9D-A2FE17F0368C}"/>
                </a:ext>
              </a:extLst>
            </p:cNvPr>
            <p:cNvSpPr/>
            <p:nvPr/>
          </p:nvSpPr>
          <p:spPr>
            <a:xfrm>
              <a:off x="11679936" y="2286000"/>
              <a:ext cx="512064" cy="512064"/>
            </a:xfrm>
            <a:prstGeom prst="rect">
              <a:avLst/>
            </a:prstGeom>
            <a:solidFill>
              <a:srgbClr val="FF5200"/>
            </a:solidFill>
            <a:ln w="842" cap="flat">
              <a:noFill/>
              <a:prstDash val="solid"/>
              <a:round/>
            </a:ln>
          </p:spPr>
          <p:txBody>
            <a:bodyPr/>
            <a:lstStyle/>
            <a:p>
              <a:endParaRPr lang="en-US" dirty="0"/>
            </a:p>
          </p:txBody>
        </p:sp>
      </p:grpSp>
      <p:grpSp>
        <p:nvGrpSpPr>
          <p:cNvPr id="9" name="Graphic 49">
            <a:extLst>
              <a:ext uri="{FF2B5EF4-FFF2-40B4-BE49-F238E27FC236}">
                <a16:creationId xmlns:a16="http://schemas.microsoft.com/office/drawing/2014/main" id="{EA8B2AD7-AF1D-561C-7AE6-F9863BFDD416}"/>
              </a:ext>
            </a:extLst>
          </p:cNvPr>
          <p:cNvGrpSpPr/>
          <p:nvPr userDrawn="1"/>
        </p:nvGrpSpPr>
        <p:grpSpPr>
          <a:xfrm>
            <a:off x="9889392" y="3238500"/>
            <a:ext cx="381000" cy="381000"/>
            <a:chOff x="6381751" y="2286001"/>
            <a:chExt cx="957316" cy="957316"/>
          </a:xfrm>
        </p:grpSpPr>
        <p:sp>
          <p:nvSpPr>
            <p:cNvPr id="12" name="Rectangle 11">
              <a:extLst>
                <a:ext uri="{FF2B5EF4-FFF2-40B4-BE49-F238E27FC236}">
                  <a16:creationId xmlns:a16="http://schemas.microsoft.com/office/drawing/2014/main" id="{2B159935-D4BB-20AE-9E33-30B81D5BA6F8}"/>
                </a:ext>
              </a:extLst>
            </p:cNvPr>
            <p:cNvSpPr/>
            <p:nvPr/>
          </p:nvSpPr>
          <p:spPr>
            <a:xfrm>
              <a:off x="6381751" y="2286001"/>
              <a:ext cx="957316" cy="957316"/>
            </a:xfrm>
            <a:prstGeom prst="rect">
              <a:avLst/>
            </a:prstGeom>
            <a:noFill/>
            <a:ln w="1588" cap="flat">
              <a:noFill/>
              <a:prstDash val="solid"/>
              <a:round/>
            </a:ln>
          </p:spPr>
          <p:txBody>
            <a:bodyPr/>
            <a:lstStyle/>
            <a:p>
              <a:endParaRPr lang="en-US" dirty="0"/>
            </a:p>
          </p:txBody>
        </p:sp>
        <p:sp>
          <p:nvSpPr>
            <p:cNvPr id="14" name="Rectangle 13">
              <a:extLst>
                <a:ext uri="{FF2B5EF4-FFF2-40B4-BE49-F238E27FC236}">
                  <a16:creationId xmlns:a16="http://schemas.microsoft.com/office/drawing/2014/main" id="{D8FEAE09-F7FF-5EEB-C748-DE2E2CB52A3E}"/>
                </a:ext>
              </a:extLst>
            </p:cNvPr>
            <p:cNvSpPr/>
            <p:nvPr/>
          </p:nvSpPr>
          <p:spPr>
            <a:xfrm>
              <a:off x="6381751" y="2286001"/>
              <a:ext cx="957316" cy="957316"/>
            </a:xfrm>
            <a:prstGeom prst="rect">
              <a:avLst/>
            </a:prstGeom>
            <a:solidFill>
              <a:srgbClr val="580E98"/>
            </a:solidFill>
            <a:ln w="1588" cap="flat">
              <a:noFill/>
              <a:prstDash val="solid"/>
              <a:round/>
            </a:ln>
          </p:spPr>
          <p:txBody>
            <a:bodyPr/>
            <a:lstStyle/>
            <a:p>
              <a:endParaRPr lang="en-US" dirty="0"/>
            </a:p>
          </p:txBody>
        </p:sp>
      </p:grpSp>
      <p:sp>
        <p:nvSpPr>
          <p:cNvPr id="15" name="Rectangle 14">
            <a:extLst>
              <a:ext uri="{FF2B5EF4-FFF2-40B4-BE49-F238E27FC236}">
                <a16:creationId xmlns:a16="http://schemas.microsoft.com/office/drawing/2014/main" id="{05148C98-761B-F361-5232-B29D27F5FEEF}"/>
              </a:ext>
            </a:extLst>
          </p:cNvPr>
          <p:cNvSpPr/>
          <p:nvPr userDrawn="1"/>
        </p:nvSpPr>
        <p:spPr>
          <a:xfrm>
            <a:off x="11035474" y="2850737"/>
            <a:ext cx="1156526" cy="1156526"/>
          </a:xfrm>
          <a:prstGeom prst="rect">
            <a:avLst/>
          </a:prstGeom>
          <a:solidFill>
            <a:srgbClr val="FE7AAA"/>
          </a:solidFill>
          <a:ln w="1588" cap="flat">
            <a:noFill/>
            <a:prstDash val="solid"/>
            <a:round/>
          </a:ln>
        </p:spPr>
        <p:txBody>
          <a:bodyPr/>
          <a:lstStyle/>
          <a:p>
            <a:endParaRPr lang="en-US" dirty="0"/>
          </a:p>
        </p:txBody>
      </p:sp>
    </p:spTree>
    <p:extLst>
      <p:ext uri="{BB962C8B-B14F-4D97-AF65-F5344CB8AC3E}">
        <p14:creationId xmlns:p14="http://schemas.microsoft.com/office/powerpoint/2010/main" val="1505300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7" name="Media Placeholder 6">
            <a:extLst>
              <a:ext uri="{FF2B5EF4-FFF2-40B4-BE49-F238E27FC236}">
                <a16:creationId xmlns:a16="http://schemas.microsoft.com/office/drawing/2014/main" id="{EBFEEC19-37F0-B1D5-4837-AEC972A0614D}"/>
              </a:ext>
            </a:extLst>
          </p:cNvPr>
          <p:cNvSpPr>
            <a:spLocks noGrp="1"/>
          </p:cNvSpPr>
          <p:nvPr>
            <p:ph type="media" sz="quarter" idx="10"/>
          </p:nvPr>
        </p:nvSpPr>
        <p:spPr>
          <a:xfrm>
            <a:off x="0" y="0"/>
            <a:ext cx="12192000" cy="6858000"/>
          </a:xfrm>
        </p:spPr>
        <p:txBody>
          <a:bodyPr/>
          <a:lstStyle>
            <a:lvl1pPr>
              <a:buNone/>
              <a:defRPr/>
            </a:lvl1pPr>
          </a:lstStyle>
          <a:p>
            <a:r>
              <a:rPr lang="en-US"/>
              <a:t>Click icon to add media</a:t>
            </a:r>
            <a:endParaRPr lang="en-US" dirty="0"/>
          </a:p>
        </p:txBody>
      </p:sp>
    </p:spTree>
    <p:extLst>
      <p:ext uri="{BB962C8B-B14F-4D97-AF65-F5344CB8AC3E}">
        <p14:creationId xmlns:p14="http://schemas.microsoft.com/office/powerpoint/2010/main" val="978319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F503-45DF-F260-CA03-5BC4BFEF3638}"/>
              </a:ext>
            </a:extLst>
          </p:cNvPr>
          <p:cNvSpPr>
            <a:spLocks noGrp="1"/>
          </p:cNvSpPr>
          <p:nvPr>
            <p:ph type="title" hasCustomPrompt="1"/>
          </p:nvPr>
        </p:nvSpPr>
        <p:spPr>
          <a:xfrm>
            <a:off x="342900" y="735818"/>
            <a:ext cx="3835401" cy="1296181"/>
          </a:xfrm>
        </p:spPr>
        <p:txBody>
          <a:bodyPr anchor="t"/>
          <a:lstStyle>
            <a:lvl1pPr>
              <a:defRPr sz="4400"/>
            </a:lvl1pPr>
          </a:lstStyle>
          <a:p>
            <a:r>
              <a:rPr lang="en-US" dirty="0"/>
              <a:t>Enter slide title</a:t>
            </a:r>
          </a:p>
        </p:txBody>
      </p:sp>
      <p:sp>
        <p:nvSpPr>
          <p:cNvPr id="3" name="Content Placeholder 2">
            <a:extLst>
              <a:ext uri="{FF2B5EF4-FFF2-40B4-BE49-F238E27FC236}">
                <a16:creationId xmlns:a16="http://schemas.microsoft.com/office/drawing/2014/main" id="{FFB2F38C-5977-57D4-CADA-6FCD2223E53F}"/>
              </a:ext>
            </a:extLst>
          </p:cNvPr>
          <p:cNvSpPr>
            <a:spLocks noGrp="1"/>
          </p:cNvSpPr>
          <p:nvPr>
            <p:ph idx="1" hasCustomPrompt="1"/>
          </p:nvPr>
        </p:nvSpPr>
        <p:spPr>
          <a:xfrm>
            <a:off x="4775200" y="342900"/>
            <a:ext cx="7073900" cy="5829300"/>
          </a:xfrm>
        </p:spPr>
        <p:txBody>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3FB69C6-EAA9-1E20-CDC3-D4B4D7A7E50D}"/>
              </a:ext>
            </a:extLst>
          </p:cNvPr>
          <p:cNvSpPr>
            <a:spLocks noGrp="1"/>
          </p:cNvSpPr>
          <p:nvPr>
            <p:ph type="body" sz="half" idx="2" hasCustomPrompt="1"/>
          </p:nvPr>
        </p:nvSpPr>
        <p:spPr>
          <a:xfrm>
            <a:off x="342900" y="2286000"/>
            <a:ext cx="3835401" cy="3568700"/>
          </a:xfrm>
        </p:spPr>
        <p:txBody>
          <a:bodyPr/>
          <a:lstStyle>
            <a:lvl1pPr marL="0" indent="0">
              <a:spcAft>
                <a:spcPts val="12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description</a:t>
            </a:r>
          </a:p>
        </p:txBody>
      </p:sp>
    </p:spTree>
    <p:extLst>
      <p:ext uri="{BB962C8B-B14F-4D97-AF65-F5344CB8AC3E}">
        <p14:creationId xmlns:p14="http://schemas.microsoft.com/office/powerpoint/2010/main" val="21079096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D3F98-B9ED-4460-F4C7-1D0EBD751F3F}"/>
              </a:ext>
            </a:extLst>
          </p:cNvPr>
          <p:cNvSpPr>
            <a:spLocks noGrp="1"/>
          </p:cNvSpPr>
          <p:nvPr>
            <p:ph type="title" hasCustomPrompt="1"/>
          </p:nvPr>
        </p:nvSpPr>
        <p:spPr>
          <a:xfrm>
            <a:off x="342900" y="735818"/>
            <a:ext cx="3835401" cy="1296181"/>
          </a:xfrm>
        </p:spPr>
        <p:txBody>
          <a:bodyPr anchor="t"/>
          <a:lstStyle>
            <a:lvl1pPr>
              <a:defRPr sz="4400"/>
            </a:lvl1pPr>
          </a:lstStyle>
          <a:p>
            <a:r>
              <a:rPr lang="en-US" dirty="0"/>
              <a:t>Enter slide title</a:t>
            </a:r>
          </a:p>
        </p:txBody>
      </p:sp>
      <p:sp>
        <p:nvSpPr>
          <p:cNvPr id="3" name="Picture Placeholder 2">
            <a:extLst>
              <a:ext uri="{FF2B5EF4-FFF2-40B4-BE49-F238E27FC236}">
                <a16:creationId xmlns:a16="http://schemas.microsoft.com/office/drawing/2014/main" id="{A45ADD4C-DD02-5A83-1DAB-1B6D77382A37}"/>
              </a:ext>
            </a:extLst>
          </p:cNvPr>
          <p:cNvSpPr>
            <a:spLocks noGrp="1"/>
          </p:cNvSpPr>
          <p:nvPr>
            <p:ph type="pic" idx="1"/>
          </p:nvPr>
        </p:nvSpPr>
        <p:spPr>
          <a:xfrm>
            <a:off x="4775200" y="342900"/>
            <a:ext cx="7073900" cy="58293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669A709-2407-F832-CE23-81E4B50D0AFE}"/>
              </a:ext>
            </a:extLst>
          </p:cNvPr>
          <p:cNvSpPr>
            <a:spLocks noGrp="1"/>
          </p:cNvSpPr>
          <p:nvPr>
            <p:ph type="body" sz="half" idx="2" hasCustomPrompt="1"/>
          </p:nvPr>
        </p:nvSpPr>
        <p:spPr>
          <a:xfrm>
            <a:off x="342900" y="2286000"/>
            <a:ext cx="3835401" cy="3568700"/>
          </a:xfrm>
        </p:spPr>
        <p:txBody>
          <a:bodyPr/>
          <a:lstStyle>
            <a:lvl1pPr marL="0" indent="0">
              <a:spcAft>
                <a:spcPts val="12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description</a:t>
            </a:r>
          </a:p>
        </p:txBody>
      </p:sp>
    </p:spTree>
    <p:extLst>
      <p:ext uri="{BB962C8B-B14F-4D97-AF65-F5344CB8AC3E}">
        <p14:creationId xmlns:p14="http://schemas.microsoft.com/office/powerpoint/2010/main" val="38783368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2F649C1-ECF7-E739-A085-96B9ED0B0647}"/>
              </a:ext>
            </a:extLst>
          </p:cNvPr>
          <p:cNvSpPr txBox="1"/>
          <p:nvPr userDrawn="1"/>
        </p:nvSpPr>
        <p:spPr>
          <a:xfrm>
            <a:off x="253093" y="1213193"/>
            <a:ext cx="5312229" cy="1446550"/>
          </a:xfrm>
          <a:prstGeom prst="rect">
            <a:avLst/>
          </a:prstGeom>
          <a:noFill/>
        </p:spPr>
        <p:txBody>
          <a:bodyPr wrap="square" rtlCol="0">
            <a:spAutoFit/>
          </a:bodyPr>
          <a:lstStyle/>
          <a:p>
            <a:r>
              <a:rPr lang="en-US" sz="8800" dirty="0">
                <a:latin typeface="+mj-lt"/>
              </a:rPr>
              <a:t>Thank you!</a:t>
            </a:r>
          </a:p>
        </p:txBody>
      </p:sp>
      <p:sp>
        <p:nvSpPr>
          <p:cNvPr id="8" name="TextBox 7">
            <a:extLst>
              <a:ext uri="{FF2B5EF4-FFF2-40B4-BE49-F238E27FC236}">
                <a16:creationId xmlns:a16="http://schemas.microsoft.com/office/drawing/2014/main" id="{7A474A2B-5A82-11F5-086D-5DD25115CE1F}"/>
              </a:ext>
            </a:extLst>
          </p:cNvPr>
          <p:cNvSpPr txBox="1"/>
          <p:nvPr userDrawn="1"/>
        </p:nvSpPr>
        <p:spPr>
          <a:xfrm>
            <a:off x="571499" y="2798556"/>
            <a:ext cx="4116615" cy="523220"/>
          </a:xfrm>
          <a:prstGeom prst="rect">
            <a:avLst/>
          </a:prstGeom>
          <a:noFill/>
        </p:spPr>
        <p:txBody>
          <a:bodyPr wrap="square" lIns="0" rIns="0" rtlCol="0">
            <a:spAutoFit/>
          </a:bodyPr>
          <a:lstStyle/>
          <a:p>
            <a:r>
              <a:rPr lang="en-US" sz="1400" cap="all" spc="300" baseline="0" dirty="0">
                <a:solidFill>
                  <a:schemeClr val="tx1"/>
                </a:solidFill>
                <a:latin typeface="Ember Modern SemiMono Beta 08" panose="020B0503020204020204" pitchFamily="34" charset="0"/>
              </a:rPr>
              <a:t>Please complete the session survey in the mobile app</a:t>
            </a:r>
          </a:p>
        </p:txBody>
      </p:sp>
      <p:sp>
        <p:nvSpPr>
          <p:cNvPr id="2" name="Text Placeholder 10">
            <a:extLst>
              <a:ext uri="{FF2B5EF4-FFF2-40B4-BE49-F238E27FC236}">
                <a16:creationId xmlns:a16="http://schemas.microsoft.com/office/drawing/2014/main" id="{DD9F3D3C-EC09-7156-DF96-3CC4DE1A2744}"/>
              </a:ext>
            </a:extLst>
          </p:cNvPr>
          <p:cNvSpPr>
            <a:spLocks noGrp="1"/>
          </p:cNvSpPr>
          <p:nvPr userDrawn="1">
            <p:ph type="body" sz="quarter" idx="10" hasCustomPrompt="1"/>
          </p:nvPr>
        </p:nvSpPr>
        <p:spPr>
          <a:xfrm>
            <a:off x="571500" y="4167168"/>
            <a:ext cx="3429000" cy="369332"/>
          </a:xfrm>
        </p:spPr>
        <p:txBody>
          <a:bodyPr anchor="b"/>
          <a:lstStyle>
            <a:lvl1pPr marL="0" indent="0">
              <a:buNone/>
              <a:defRPr sz="2000" b="0">
                <a:latin typeface="+mn-lt"/>
              </a:defRPr>
            </a:lvl1pPr>
          </a:lstStyle>
          <a:p>
            <a:pPr lvl="0"/>
            <a:r>
              <a:rPr lang="en-US" dirty="0"/>
              <a:t>Speaker name</a:t>
            </a:r>
          </a:p>
        </p:txBody>
      </p:sp>
      <p:sp>
        <p:nvSpPr>
          <p:cNvPr id="3" name="Text Placeholder 12">
            <a:extLst>
              <a:ext uri="{FF2B5EF4-FFF2-40B4-BE49-F238E27FC236}">
                <a16:creationId xmlns:a16="http://schemas.microsoft.com/office/drawing/2014/main" id="{6237E18C-9FAD-8ADB-2990-20F6CB7FEA0B}"/>
              </a:ext>
            </a:extLst>
          </p:cNvPr>
          <p:cNvSpPr>
            <a:spLocks noGrp="1"/>
          </p:cNvSpPr>
          <p:nvPr userDrawn="1">
            <p:ph type="body" sz="quarter" idx="11" hasCustomPrompt="1"/>
          </p:nvPr>
        </p:nvSpPr>
        <p:spPr>
          <a:xfrm>
            <a:off x="571500" y="4549200"/>
            <a:ext cx="3429000" cy="1128486"/>
          </a:xfrm>
        </p:spPr>
        <p:txBody>
          <a:bodyPr>
            <a:noAutofit/>
          </a:bodyPr>
          <a:lstStyle>
            <a:lvl1pPr marL="0" indent="0">
              <a:spcAft>
                <a:spcPts val="1000"/>
              </a:spcAft>
              <a:buNone/>
              <a:defRPr sz="1400"/>
            </a:lvl1pPr>
          </a:lstStyle>
          <a:p>
            <a:pPr lvl="0"/>
            <a:r>
              <a:rPr lang="en-US" dirty="0"/>
              <a:t>Email</a:t>
            </a:r>
            <a:br>
              <a:rPr lang="en-US" dirty="0"/>
            </a:br>
            <a:r>
              <a:rPr lang="en-US" dirty="0"/>
              <a:t>Socials</a:t>
            </a:r>
          </a:p>
        </p:txBody>
      </p:sp>
      <p:sp>
        <p:nvSpPr>
          <p:cNvPr id="5" name="Text Placeholder 10">
            <a:extLst>
              <a:ext uri="{FF2B5EF4-FFF2-40B4-BE49-F238E27FC236}">
                <a16:creationId xmlns:a16="http://schemas.microsoft.com/office/drawing/2014/main" id="{C79DF0CB-1F6B-7416-DCA0-8ED6EC9F984A}"/>
              </a:ext>
            </a:extLst>
          </p:cNvPr>
          <p:cNvSpPr>
            <a:spLocks noGrp="1"/>
          </p:cNvSpPr>
          <p:nvPr userDrawn="1">
            <p:ph type="body" sz="quarter" idx="12" hasCustomPrompt="1"/>
          </p:nvPr>
        </p:nvSpPr>
        <p:spPr>
          <a:xfrm>
            <a:off x="4215649" y="4167168"/>
            <a:ext cx="3429000" cy="369332"/>
          </a:xfrm>
        </p:spPr>
        <p:txBody>
          <a:bodyPr anchor="b"/>
          <a:lstStyle>
            <a:lvl1pPr marL="0" indent="0">
              <a:buNone/>
              <a:defRPr sz="2000" b="0">
                <a:latin typeface="+mn-lt"/>
              </a:defRPr>
            </a:lvl1pPr>
          </a:lstStyle>
          <a:p>
            <a:pPr lvl="0"/>
            <a:r>
              <a:rPr lang="en-US" dirty="0"/>
              <a:t>Speaker name</a:t>
            </a:r>
          </a:p>
        </p:txBody>
      </p:sp>
      <p:sp>
        <p:nvSpPr>
          <p:cNvPr id="7" name="Text Placeholder 10">
            <a:extLst>
              <a:ext uri="{FF2B5EF4-FFF2-40B4-BE49-F238E27FC236}">
                <a16:creationId xmlns:a16="http://schemas.microsoft.com/office/drawing/2014/main" id="{857751B9-FA7D-BE74-8861-1E3943C0AED8}"/>
              </a:ext>
            </a:extLst>
          </p:cNvPr>
          <p:cNvSpPr>
            <a:spLocks noGrp="1"/>
          </p:cNvSpPr>
          <p:nvPr userDrawn="1">
            <p:ph type="body" sz="quarter" idx="13" hasCustomPrompt="1"/>
          </p:nvPr>
        </p:nvSpPr>
        <p:spPr>
          <a:xfrm>
            <a:off x="7859798" y="4167168"/>
            <a:ext cx="3429000" cy="369332"/>
          </a:xfrm>
        </p:spPr>
        <p:txBody>
          <a:bodyPr anchor="b"/>
          <a:lstStyle>
            <a:lvl1pPr marL="0" indent="0">
              <a:buNone/>
              <a:defRPr sz="2000" b="0">
                <a:latin typeface="+mn-lt"/>
              </a:defRPr>
            </a:lvl1pPr>
          </a:lstStyle>
          <a:p>
            <a:pPr lvl="0"/>
            <a:r>
              <a:rPr lang="en-US" dirty="0"/>
              <a:t>Speaker name</a:t>
            </a:r>
          </a:p>
        </p:txBody>
      </p:sp>
      <p:sp>
        <p:nvSpPr>
          <p:cNvPr id="36" name="Text Placeholder 12">
            <a:extLst>
              <a:ext uri="{FF2B5EF4-FFF2-40B4-BE49-F238E27FC236}">
                <a16:creationId xmlns:a16="http://schemas.microsoft.com/office/drawing/2014/main" id="{D40D2FC4-12E2-74D6-44EA-B23580A56B20}"/>
              </a:ext>
            </a:extLst>
          </p:cNvPr>
          <p:cNvSpPr>
            <a:spLocks noGrp="1"/>
          </p:cNvSpPr>
          <p:nvPr userDrawn="1">
            <p:ph type="body" sz="quarter" idx="14" hasCustomPrompt="1"/>
          </p:nvPr>
        </p:nvSpPr>
        <p:spPr>
          <a:xfrm>
            <a:off x="4215649" y="4549200"/>
            <a:ext cx="3429000" cy="1128486"/>
          </a:xfrm>
        </p:spPr>
        <p:txBody>
          <a:bodyPr>
            <a:noAutofit/>
          </a:bodyPr>
          <a:lstStyle>
            <a:lvl1pPr marL="0" indent="0">
              <a:spcAft>
                <a:spcPts val="1000"/>
              </a:spcAft>
              <a:buNone/>
              <a:defRPr sz="1400"/>
            </a:lvl1pPr>
          </a:lstStyle>
          <a:p>
            <a:pPr lvl="0"/>
            <a:r>
              <a:rPr lang="en-US" dirty="0"/>
              <a:t>Email</a:t>
            </a:r>
            <a:br>
              <a:rPr lang="en-US" dirty="0"/>
            </a:br>
            <a:r>
              <a:rPr lang="en-US" dirty="0"/>
              <a:t>Socials</a:t>
            </a:r>
          </a:p>
        </p:txBody>
      </p:sp>
      <p:sp>
        <p:nvSpPr>
          <p:cNvPr id="37" name="Text Placeholder 12">
            <a:extLst>
              <a:ext uri="{FF2B5EF4-FFF2-40B4-BE49-F238E27FC236}">
                <a16:creationId xmlns:a16="http://schemas.microsoft.com/office/drawing/2014/main" id="{154B3C06-8763-C800-7CCE-9F15E33A8540}"/>
              </a:ext>
            </a:extLst>
          </p:cNvPr>
          <p:cNvSpPr>
            <a:spLocks noGrp="1"/>
          </p:cNvSpPr>
          <p:nvPr userDrawn="1">
            <p:ph type="body" sz="quarter" idx="15" hasCustomPrompt="1"/>
          </p:nvPr>
        </p:nvSpPr>
        <p:spPr>
          <a:xfrm>
            <a:off x="7859798" y="4549200"/>
            <a:ext cx="3429000" cy="1128486"/>
          </a:xfrm>
        </p:spPr>
        <p:txBody>
          <a:bodyPr>
            <a:noAutofit/>
          </a:bodyPr>
          <a:lstStyle>
            <a:lvl1pPr marL="0" indent="0">
              <a:spcAft>
                <a:spcPts val="1000"/>
              </a:spcAft>
              <a:buNone/>
              <a:defRPr sz="1400"/>
            </a:lvl1pPr>
          </a:lstStyle>
          <a:p>
            <a:pPr lvl="0"/>
            <a:r>
              <a:rPr lang="en-US" dirty="0"/>
              <a:t>Email</a:t>
            </a:r>
            <a:br>
              <a:rPr lang="en-US" dirty="0"/>
            </a:br>
            <a:r>
              <a:rPr lang="en-US" dirty="0"/>
              <a:t>Socials</a:t>
            </a:r>
          </a:p>
        </p:txBody>
      </p:sp>
      <p:sp>
        <p:nvSpPr>
          <p:cNvPr id="38" name="Title 42">
            <a:extLst>
              <a:ext uri="{FF2B5EF4-FFF2-40B4-BE49-F238E27FC236}">
                <a16:creationId xmlns:a16="http://schemas.microsoft.com/office/drawing/2014/main" id="{738E493C-3CA8-FB98-46B1-705696E7EB01}"/>
              </a:ext>
            </a:extLst>
          </p:cNvPr>
          <p:cNvSpPr>
            <a:spLocks noGrp="1"/>
          </p:cNvSpPr>
          <p:nvPr userDrawn="1">
            <p:ph type="title" hasCustomPrompt="1"/>
          </p:nvPr>
        </p:nvSpPr>
        <p:spPr>
          <a:xfrm>
            <a:off x="0" y="-660868"/>
            <a:ext cx="12192000" cy="638175"/>
          </a:xfrm>
        </p:spPr>
        <p:txBody>
          <a:bodyPr/>
          <a:lstStyle>
            <a:lvl1pPr>
              <a:defRPr>
                <a:solidFill>
                  <a:schemeClr val="bg1">
                    <a:lumMod val="65000"/>
                    <a:lumOff val="35000"/>
                  </a:schemeClr>
                </a:solidFill>
              </a:defRPr>
            </a:lvl1pPr>
          </a:lstStyle>
          <a:p>
            <a:r>
              <a:rPr lang="en-US" dirty="0"/>
              <a:t>Thank you layout</a:t>
            </a:r>
          </a:p>
        </p:txBody>
      </p:sp>
      <p:grpSp>
        <p:nvGrpSpPr>
          <p:cNvPr id="4" name="Graphic 51">
            <a:extLst>
              <a:ext uri="{FF2B5EF4-FFF2-40B4-BE49-F238E27FC236}">
                <a16:creationId xmlns:a16="http://schemas.microsoft.com/office/drawing/2014/main" id="{74785F2A-03EF-C26A-4EA2-B6BE31036592}"/>
              </a:ext>
            </a:extLst>
          </p:cNvPr>
          <p:cNvGrpSpPr/>
          <p:nvPr userDrawn="1"/>
        </p:nvGrpSpPr>
        <p:grpSpPr>
          <a:xfrm>
            <a:off x="10257870" y="1688299"/>
            <a:ext cx="1934129" cy="1934129"/>
            <a:chOff x="6381750" y="3638778"/>
            <a:chExt cx="957316" cy="957316"/>
          </a:xfrm>
        </p:grpSpPr>
        <p:sp>
          <p:nvSpPr>
            <p:cNvPr id="11" name="Rectangle 10">
              <a:extLst>
                <a:ext uri="{FF2B5EF4-FFF2-40B4-BE49-F238E27FC236}">
                  <a16:creationId xmlns:a16="http://schemas.microsoft.com/office/drawing/2014/main" id="{44439E56-5E7F-2EE4-F56A-C2E34C63A2E5}"/>
                </a:ext>
              </a:extLst>
            </p:cNvPr>
            <p:cNvSpPr/>
            <p:nvPr/>
          </p:nvSpPr>
          <p:spPr>
            <a:xfrm>
              <a:off x="6381750" y="3638778"/>
              <a:ext cx="957316" cy="957316"/>
            </a:xfrm>
            <a:prstGeom prst="rect">
              <a:avLst/>
            </a:prstGeom>
            <a:noFill/>
            <a:ln w="1588" cap="flat">
              <a:noFill/>
              <a:prstDash val="solid"/>
              <a:round/>
            </a:ln>
          </p:spPr>
          <p:txBody>
            <a:bodyPr/>
            <a:lstStyle/>
            <a:p>
              <a:endParaRPr lang="en-US"/>
            </a:p>
          </p:txBody>
        </p:sp>
        <p:sp>
          <p:nvSpPr>
            <p:cNvPr id="14" name="Rectangle 13">
              <a:extLst>
                <a:ext uri="{FF2B5EF4-FFF2-40B4-BE49-F238E27FC236}">
                  <a16:creationId xmlns:a16="http://schemas.microsoft.com/office/drawing/2014/main" id="{35E3F53F-CFB9-F1B9-785E-90CAB118BE14}"/>
                </a:ext>
              </a:extLst>
            </p:cNvPr>
            <p:cNvSpPr/>
            <p:nvPr/>
          </p:nvSpPr>
          <p:spPr>
            <a:xfrm>
              <a:off x="6381750" y="3638778"/>
              <a:ext cx="957316" cy="957316"/>
            </a:xfrm>
            <a:prstGeom prst="rect">
              <a:avLst/>
            </a:prstGeom>
            <a:solidFill>
              <a:srgbClr val="86C348"/>
            </a:solidFill>
            <a:ln w="1588" cap="flat">
              <a:noFill/>
              <a:prstDash val="solid"/>
              <a:round/>
            </a:ln>
          </p:spPr>
          <p:txBody>
            <a:bodyPr/>
            <a:lstStyle/>
            <a:p>
              <a:endParaRPr lang="en-US" dirty="0"/>
            </a:p>
          </p:txBody>
        </p:sp>
      </p:grpSp>
      <p:grpSp>
        <p:nvGrpSpPr>
          <p:cNvPr id="19" name="Graphic 49">
            <a:extLst>
              <a:ext uri="{FF2B5EF4-FFF2-40B4-BE49-F238E27FC236}">
                <a16:creationId xmlns:a16="http://schemas.microsoft.com/office/drawing/2014/main" id="{299D5EEB-8632-C441-8762-7D19DD29327A}"/>
              </a:ext>
            </a:extLst>
          </p:cNvPr>
          <p:cNvGrpSpPr/>
          <p:nvPr userDrawn="1"/>
        </p:nvGrpSpPr>
        <p:grpSpPr>
          <a:xfrm>
            <a:off x="9300557" y="1686478"/>
            <a:ext cx="957316" cy="957316"/>
            <a:chOff x="6381751" y="2286001"/>
            <a:chExt cx="957316" cy="957316"/>
          </a:xfrm>
        </p:grpSpPr>
        <p:sp>
          <p:nvSpPr>
            <p:cNvPr id="20" name="Rectangle 19">
              <a:extLst>
                <a:ext uri="{FF2B5EF4-FFF2-40B4-BE49-F238E27FC236}">
                  <a16:creationId xmlns:a16="http://schemas.microsoft.com/office/drawing/2014/main" id="{2B442C94-B88A-8613-5FB5-2D340A38CBF8}"/>
                </a:ext>
              </a:extLst>
            </p:cNvPr>
            <p:cNvSpPr/>
            <p:nvPr/>
          </p:nvSpPr>
          <p:spPr>
            <a:xfrm>
              <a:off x="6381751" y="2286001"/>
              <a:ext cx="957316" cy="957316"/>
            </a:xfrm>
            <a:prstGeom prst="rect">
              <a:avLst/>
            </a:prstGeom>
            <a:noFill/>
            <a:ln w="1588" cap="flat">
              <a:noFill/>
              <a:prstDash val="solid"/>
              <a:round/>
            </a:ln>
          </p:spPr>
          <p:txBody>
            <a:bodyPr/>
            <a:lstStyle/>
            <a:p>
              <a:endParaRPr lang="en-US"/>
            </a:p>
          </p:txBody>
        </p:sp>
        <p:sp>
          <p:nvSpPr>
            <p:cNvPr id="23" name="Rectangle 22">
              <a:extLst>
                <a:ext uri="{FF2B5EF4-FFF2-40B4-BE49-F238E27FC236}">
                  <a16:creationId xmlns:a16="http://schemas.microsoft.com/office/drawing/2014/main" id="{8C79B0C9-592B-E7E8-7453-F1DFC2DED4A5}"/>
                </a:ext>
              </a:extLst>
            </p:cNvPr>
            <p:cNvSpPr/>
            <p:nvPr/>
          </p:nvSpPr>
          <p:spPr>
            <a:xfrm>
              <a:off x="6381751" y="2286001"/>
              <a:ext cx="957316" cy="957316"/>
            </a:xfrm>
            <a:prstGeom prst="rect">
              <a:avLst/>
            </a:prstGeom>
            <a:solidFill>
              <a:srgbClr val="FF5200"/>
            </a:solidFill>
            <a:ln w="1588" cap="flat">
              <a:noFill/>
              <a:prstDash val="solid"/>
              <a:round/>
            </a:ln>
          </p:spPr>
          <p:txBody>
            <a:bodyPr/>
            <a:lstStyle/>
            <a:p>
              <a:endParaRPr lang="en-US"/>
            </a:p>
          </p:txBody>
        </p:sp>
      </p:grpSp>
      <p:sp>
        <p:nvSpPr>
          <p:cNvPr id="27" name="Rectangle 26">
            <a:extLst>
              <a:ext uri="{FF2B5EF4-FFF2-40B4-BE49-F238E27FC236}">
                <a16:creationId xmlns:a16="http://schemas.microsoft.com/office/drawing/2014/main" id="{A24CEDD4-143A-F825-F158-FC2BCD7CD367}"/>
              </a:ext>
            </a:extLst>
          </p:cNvPr>
          <p:cNvSpPr/>
          <p:nvPr/>
        </p:nvSpPr>
        <p:spPr>
          <a:xfrm>
            <a:off x="8814782" y="2643794"/>
            <a:ext cx="485775" cy="485775"/>
          </a:xfrm>
          <a:prstGeom prst="rect">
            <a:avLst/>
          </a:prstGeom>
          <a:solidFill>
            <a:srgbClr val="580E98"/>
          </a:solidFill>
          <a:ln w="1588" cap="flat">
            <a:noFill/>
            <a:prstDash val="solid"/>
            <a:round/>
          </a:ln>
        </p:spPr>
        <p:txBody>
          <a:bodyPr/>
          <a:lstStyle/>
          <a:p>
            <a:endParaRPr lang="en-US"/>
          </a:p>
        </p:txBody>
      </p:sp>
      <p:sp>
        <p:nvSpPr>
          <p:cNvPr id="30" name="Rectangle 29">
            <a:extLst>
              <a:ext uri="{FF2B5EF4-FFF2-40B4-BE49-F238E27FC236}">
                <a16:creationId xmlns:a16="http://schemas.microsoft.com/office/drawing/2014/main" id="{4E1F5AA7-94D3-C4D6-D4D7-811703C12DF0}"/>
              </a:ext>
            </a:extLst>
          </p:cNvPr>
          <p:cNvSpPr/>
          <p:nvPr/>
        </p:nvSpPr>
        <p:spPr>
          <a:xfrm>
            <a:off x="8329007" y="3129569"/>
            <a:ext cx="485775" cy="485775"/>
          </a:xfrm>
          <a:prstGeom prst="rect">
            <a:avLst/>
          </a:prstGeom>
          <a:solidFill>
            <a:srgbClr val="3A601F"/>
          </a:solidFill>
          <a:ln w="1588" cap="flat">
            <a:noFill/>
            <a:prstDash val="solid"/>
            <a:round/>
          </a:ln>
        </p:spPr>
        <p:txBody>
          <a:bodyPr/>
          <a:lstStyle/>
          <a:p>
            <a:endParaRPr lang="en-US"/>
          </a:p>
        </p:txBody>
      </p:sp>
    </p:spTree>
    <p:extLst>
      <p:ext uri="{BB962C8B-B14F-4D97-AF65-F5344CB8AC3E}">
        <p14:creationId xmlns:p14="http://schemas.microsoft.com/office/powerpoint/2010/main" val="22292054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5C51C-83F7-BF1C-8563-64471450ACF4}"/>
              </a:ext>
            </a:extLst>
          </p:cNvPr>
          <p:cNvSpPr>
            <a:spLocks noGrp="1"/>
          </p:cNvSpPr>
          <p:nvPr>
            <p:ph type="title" hasCustomPrompt="1"/>
          </p:nvPr>
        </p:nvSpPr>
        <p:spPr/>
        <p:txBody>
          <a:bodyPr/>
          <a:lstStyle>
            <a:lvl1pPr>
              <a:defRPr/>
            </a:lvl1pPr>
          </a:lstStyle>
          <a:p>
            <a:r>
              <a:rPr lang="en-US" dirty="0"/>
              <a:t>Enter slide title</a:t>
            </a:r>
          </a:p>
        </p:txBody>
      </p:sp>
      <p:sp>
        <p:nvSpPr>
          <p:cNvPr id="3" name="Vertical Text Placeholder 2">
            <a:extLst>
              <a:ext uri="{FF2B5EF4-FFF2-40B4-BE49-F238E27FC236}">
                <a16:creationId xmlns:a16="http://schemas.microsoft.com/office/drawing/2014/main" id="{9F9EA415-1C9E-0B37-428D-0160EE4016D7}"/>
              </a:ext>
            </a:extLst>
          </p:cNvPr>
          <p:cNvSpPr>
            <a:spLocks noGrp="1"/>
          </p:cNvSpPr>
          <p:nvPr>
            <p:ph type="body" orient="vert" idx="1" hasCustomPrompt="1"/>
          </p:nvPr>
        </p:nvSpPr>
        <p:spPr/>
        <p:txBody>
          <a:bodyPr vert="eaVert"/>
          <a:lstStyle>
            <a:lvl1pPr>
              <a:defRPr/>
            </a:lvl1pPr>
          </a:lstStyle>
          <a:p>
            <a:pPr lvl="0"/>
            <a:r>
              <a:rPr lang="en-US" dirty="0"/>
              <a:t>Enter slide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040198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E68BC5-6B76-A071-2691-89A2CEF07C86}"/>
              </a:ext>
            </a:extLst>
          </p:cNvPr>
          <p:cNvSpPr>
            <a:spLocks noGrp="1"/>
          </p:cNvSpPr>
          <p:nvPr>
            <p:ph type="title" orient="vert" hasCustomPrompt="1"/>
          </p:nvPr>
        </p:nvSpPr>
        <p:spPr>
          <a:xfrm>
            <a:off x="9105900" y="365125"/>
            <a:ext cx="2451100" cy="5811838"/>
          </a:xfrm>
        </p:spPr>
        <p:txBody>
          <a:bodyPr vert="eaVert"/>
          <a:lstStyle>
            <a:lvl1pPr>
              <a:defRPr/>
            </a:lvl1pPr>
          </a:lstStyle>
          <a:p>
            <a:r>
              <a:rPr lang="en-US" dirty="0"/>
              <a:t>Enter slide title</a:t>
            </a:r>
          </a:p>
        </p:txBody>
      </p:sp>
      <p:sp>
        <p:nvSpPr>
          <p:cNvPr id="3" name="Vertical Text Placeholder 2">
            <a:extLst>
              <a:ext uri="{FF2B5EF4-FFF2-40B4-BE49-F238E27FC236}">
                <a16:creationId xmlns:a16="http://schemas.microsoft.com/office/drawing/2014/main" id="{C694D752-C7F7-C985-A00E-63E64D546F05}"/>
              </a:ext>
            </a:extLst>
          </p:cNvPr>
          <p:cNvSpPr>
            <a:spLocks noGrp="1"/>
          </p:cNvSpPr>
          <p:nvPr>
            <p:ph type="body" orient="vert" idx="1" hasCustomPrompt="1"/>
          </p:nvPr>
        </p:nvSpPr>
        <p:spPr>
          <a:xfrm>
            <a:off x="342900" y="365125"/>
            <a:ext cx="8229600" cy="5811838"/>
          </a:xfrm>
        </p:spPr>
        <p:txBody>
          <a:bodyPr vert="eaVert"/>
          <a:lstStyle>
            <a:lvl1pPr>
              <a:defRPr/>
            </a:lvl1pPr>
          </a:lstStyle>
          <a:p>
            <a:pPr lvl="0"/>
            <a:r>
              <a:rPr lang="en-US" dirty="0"/>
              <a:t>Enter slid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531005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End of Template">
    <p:spTree>
      <p:nvGrpSpPr>
        <p:cNvPr id="1" name=""/>
        <p:cNvGrpSpPr/>
        <p:nvPr/>
      </p:nvGrpSpPr>
      <p:grpSpPr>
        <a:xfrm>
          <a:off x="0" y="0"/>
          <a:ext cx="0" cy="0"/>
          <a:chOff x="0" y="0"/>
          <a:chExt cx="0" cy="0"/>
        </a:xfrm>
      </p:grpSpPr>
      <p:pic>
        <p:nvPicPr>
          <p:cNvPr id="11" name="Graphic 10" descr="Stop sign">
            <a:extLst>
              <a:ext uri="{FF2B5EF4-FFF2-40B4-BE49-F238E27FC236}">
                <a16:creationId xmlns:a16="http://schemas.microsoft.com/office/drawing/2014/main" id="{BCD3BA2D-F4C0-718B-FDBD-C3AF1FC62A4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55650" y="2114549"/>
            <a:ext cx="2628900" cy="2628900"/>
          </a:xfrm>
          <a:prstGeom prst="rect">
            <a:avLst/>
          </a:prstGeom>
        </p:spPr>
      </p:pic>
      <p:sp>
        <p:nvSpPr>
          <p:cNvPr id="12" name="TextBox 11">
            <a:extLst>
              <a:ext uri="{FF2B5EF4-FFF2-40B4-BE49-F238E27FC236}">
                <a16:creationId xmlns:a16="http://schemas.microsoft.com/office/drawing/2014/main" id="{20FEA5A3-812A-8F70-55F9-44B0FC3AB5B3}"/>
              </a:ext>
            </a:extLst>
          </p:cNvPr>
          <p:cNvSpPr txBox="1"/>
          <p:nvPr userDrawn="1"/>
        </p:nvSpPr>
        <p:spPr>
          <a:xfrm>
            <a:off x="3384550" y="2114549"/>
            <a:ext cx="7848600" cy="2585323"/>
          </a:xfrm>
          <a:prstGeom prst="rect">
            <a:avLst/>
          </a:prstGeom>
          <a:noFill/>
        </p:spPr>
        <p:txBody>
          <a:bodyPr wrap="square" rtlCol="0">
            <a:spAutoFit/>
          </a:bodyPr>
          <a:lstStyle/>
          <a:p>
            <a:r>
              <a:rPr lang="en-US" sz="5400" dirty="0">
                <a:latin typeface="+mj-lt"/>
              </a:rPr>
              <a:t>Do not use layouts after this slide. They are not part of the official template.</a:t>
            </a:r>
          </a:p>
        </p:txBody>
      </p:sp>
      <p:sp>
        <p:nvSpPr>
          <p:cNvPr id="13" name="Rectangle 12">
            <a:extLst>
              <a:ext uri="{FF2B5EF4-FFF2-40B4-BE49-F238E27FC236}">
                <a16:creationId xmlns:a16="http://schemas.microsoft.com/office/drawing/2014/main" id="{DE98B6FD-B15B-4943-AB1E-92C6F5CDF091}"/>
              </a:ext>
            </a:extLst>
          </p:cNvPr>
          <p:cNvSpPr/>
          <p:nvPr userDrawn="1"/>
        </p:nvSpPr>
        <p:spPr bwMode="invGray">
          <a:xfrm>
            <a:off x="0" y="6045200"/>
            <a:ext cx="3962400" cy="812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13833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 Id="rId35"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873A6E0-B7AA-7DCE-B20E-8C3C465EC49A}"/>
              </a:ext>
            </a:extLst>
          </p:cNvPr>
          <p:cNvPicPr>
            <a:picLocks noChangeAspect="1"/>
          </p:cNvPicPr>
          <p:nvPr userDrawn="1"/>
        </p:nvPicPr>
        <p:blipFill>
          <a:blip>
            <a:extLst>
              <a:ext uri="{96DAC541-7B7A-43D3-8B79-37D633B846F1}">
                <asvg:svgBlip xmlns:asvg="http://schemas.microsoft.com/office/drawing/2016/SVG/main" r:embed="rId35"/>
              </a:ext>
            </a:extLst>
          </a:blip>
          <a:stretch>
            <a:fillRect/>
          </a:stretch>
        </p:blipFill>
        <p:spPr>
          <a:xfrm>
            <a:off x="233363" y="6096443"/>
            <a:ext cx="669871" cy="669871"/>
          </a:xfrm>
          <a:prstGeom prst="rect">
            <a:avLst/>
          </a:prstGeom>
        </p:spPr>
      </p:pic>
      <p:sp>
        <p:nvSpPr>
          <p:cNvPr id="2" name="Title Placeholder 1">
            <a:extLst>
              <a:ext uri="{FF2B5EF4-FFF2-40B4-BE49-F238E27FC236}">
                <a16:creationId xmlns:a16="http://schemas.microsoft.com/office/drawing/2014/main" id="{8AFBDCBC-E7EC-A06B-B9DD-CE17FC4EDBF2}"/>
              </a:ext>
            </a:extLst>
          </p:cNvPr>
          <p:cNvSpPr>
            <a:spLocks noGrp="1"/>
          </p:cNvSpPr>
          <p:nvPr>
            <p:ph type="title"/>
          </p:nvPr>
        </p:nvSpPr>
        <p:spPr>
          <a:xfrm>
            <a:off x="342900" y="735819"/>
            <a:ext cx="11506200" cy="957316"/>
          </a:xfrm>
          <a:prstGeom prst="rect">
            <a:avLst/>
          </a:prstGeom>
        </p:spPr>
        <p:txBody>
          <a:bodyPr vert="horz" lIns="0" tIns="45720" rIns="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CA3015D-A474-B9BB-3DB4-62D31A597F5C}"/>
              </a:ext>
            </a:extLst>
          </p:cNvPr>
          <p:cNvSpPr>
            <a:spLocks noGrp="1"/>
          </p:cNvSpPr>
          <p:nvPr>
            <p:ph type="body" idx="1"/>
          </p:nvPr>
        </p:nvSpPr>
        <p:spPr>
          <a:xfrm>
            <a:off x="342900" y="2286000"/>
            <a:ext cx="11506200" cy="3886200"/>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2022103-FFCC-BCED-8935-3E838BC956AE}"/>
              </a:ext>
            </a:extLst>
          </p:cNvPr>
          <p:cNvSpPr>
            <a:spLocks noGrp="1"/>
          </p:cNvSpPr>
          <p:nvPr>
            <p:ph type="dt" sz="half" idx="2"/>
          </p:nvPr>
        </p:nvSpPr>
        <p:spPr>
          <a:xfrm>
            <a:off x="838200" y="704691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77AD81-E7A6-4869-A943-4F44F87DBD6C}" type="datetimeFigureOut">
              <a:rPr lang="en-US" smtClean="0"/>
              <a:t>8/31/2026</a:t>
            </a:fld>
            <a:endParaRPr lang="en-US"/>
          </a:p>
        </p:txBody>
      </p:sp>
      <p:sp>
        <p:nvSpPr>
          <p:cNvPr id="5" name="Footer Placeholder 4">
            <a:extLst>
              <a:ext uri="{FF2B5EF4-FFF2-40B4-BE49-F238E27FC236}">
                <a16:creationId xmlns:a16="http://schemas.microsoft.com/office/drawing/2014/main" id="{04E14CF1-5EBF-9A63-B014-C4F942177375}"/>
              </a:ext>
            </a:extLst>
          </p:cNvPr>
          <p:cNvSpPr>
            <a:spLocks noGrp="1"/>
          </p:cNvSpPr>
          <p:nvPr>
            <p:ph type="ftr" sz="quarter" idx="3"/>
          </p:nvPr>
        </p:nvSpPr>
        <p:spPr>
          <a:xfrm>
            <a:off x="4038600" y="704691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C3C624-5954-1A0E-282A-0C1D7011C3D0}"/>
              </a:ext>
            </a:extLst>
          </p:cNvPr>
          <p:cNvSpPr>
            <a:spLocks noGrp="1"/>
          </p:cNvSpPr>
          <p:nvPr>
            <p:ph type="sldNum" sz="quarter" idx="4"/>
          </p:nvPr>
        </p:nvSpPr>
        <p:spPr>
          <a:xfrm>
            <a:off x="8610600" y="704691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87666B-4CFE-4677-A992-51E12C6170A8}" type="slidenum">
              <a:rPr lang="en-US" smtClean="0"/>
              <a:t>‹#›</a:t>
            </a:fld>
            <a:endParaRPr lang="en-US"/>
          </a:p>
        </p:txBody>
      </p:sp>
      <p:sp>
        <p:nvSpPr>
          <p:cNvPr id="12" name="TextBox 3">
            <a:extLst>
              <a:ext uri="{FF2B5EF4-FFF2-40B4-BE49-F238E27FC236}">
                <a16:creationId xmlns:a16="http://schemas.microsoft.com/office/drawing/2014/main" id="{720DD5CF-70B0-801C-5411-10763351DE3A}"/>
              </a:ext>
            </a:extLst>
          </p:cNvPr>
          <p:cNvSpPr txBox="1">
            <a:spLocks noChangeArrowheads="1"/>
          </p:cNvSpPr>
          <p:nvPr userDrawn="1"/>
        </p:nvSpPr>
        <p:spPr bwMode="white">
          <a:xfrm>
            <a:off x="968081" y="6355044"/>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tx1"/>
                </a:solidFill>
                <a:latin typeface="+mn-lt"/>
                <a:ea typeface="+mn-ea"/>
                <a:cs typeface="+mn-cs"/>
              </a:rPr>
              <a:t>© 2026, Amazon Web Services, Inc. or its affiliates. All rights reserved.</a:t>
            </a:r>
          </a:p>
        </p:txBody>
      </p:sp>
    </p:spTree>
    <p:extLst>
      <p:ext uri="{BB962C8B-B14F-4D97-AF65-F5344CB8AC3E}">
        <p14:creationId xmlns:p14="http://schemas.microsoft.com/office/powerpoint/2010/main" val="1479734745"/>
      </p:ext>
    </p:extLst>
  </p:cSld>
  <p:clrMap bg1="dk1" tx1="lt1" bg2="dk2" tx2="lt2" accent1="accent1" accent2="accent2" accent3="accent3" accent4="accent4" accent5="accent5" accent6="accent6" hlink="hlink" folHlink="folHlink"/>
  <p:sldLayoutIdLst>
    <p:sldLayoutId id="2147483676" r:id="rId1"/>
    <p:sldLayoutId id="2147483649" r:id="rId2"/>
    <p:sldLayoutId id="2147483677" r:id="rId3"/>
    <p:sldLayoutId id="2147483678" r:id="rId4"/>
    <p:sldLayoutId id="2147483662" r:id="rId5"/>
    <p:sldLayoutId id="2147483654" r:id="rId6"/>
    <p:sldLayoutId id="2147483683" r:id="rId7"/>
    <p:sldLayoutId id="2147483663" r:id="rId8"/>
    <p:sldLayoutId id="2147483664" r:id="rId9"/>
    <p:sldLayoutId id="2147483684" r:id="rId10"/>
    <p:sldLayoutId id="2147483655" r:id="rId11"/>
    <p:sldLayoutId id="2147483674" r:id="rId12"/>
    <p:sldLayoutId id="2147483650" r:id="rId13"/>
    <p:sldLayoutId id="2147483679" r:id="rId14"/>
    <p:sldLayoutId id="2147483685" r:id="rId15"/>
    <p:sldLayoutId id="2147483667" r:id="rId16"/>
    <p:sldLayoutId id="2147483653" r:id="rId17"/>
    <p:sldLayoutId id="2147483668" r:id="rId18"/>
    <p:sldLayoutId id="2147483652" r:id="rId19"/>
    <p:sldLayoutId id="2147483669" r:id="rId20"/>
    <p:sldLayoutId id="2147483670" r:id="rId21"/>
    <p:sldLayoutId id="2147483671" r:id="rId22"/>
    <p:sldLayoutId id="2147483682" r:id="rId23"/>
    <p:sldLayoutId id="2147483665" r:id="rId24"/>
    <p:sldLayoutId id="2147483651" r:id="rId25"/>
    <p:sldLayoutId id="2147483681" r:id="rId26"/>
    <p:sldLayoutId id="2147483672" r:id="rId27"/>
    <p:sldLayoutId id="2147483656" r:id="rId28"/>
    <p:sldLayoutId id="2147483657" r:id="rId29"/>
    <p:sldLayoutId id="2147483673" r:id="rId30"/>
    <p:sldLayoutId id="2147483658" r:id="rId31"/>
    <p:sldLayoutId id="2147483659" r:id="rId32"/>
    <p:sldLayoutId id="2147483675" r:id="rId33"/>
  </p:sldLayoutIdLst>
  <mc:AlternateContent xmlns:mc="http://schemas.openxmlformats.org/markup-compatibility/2006" xmlns:p14="http://schemas.microsoft.com/office/powerpoint/2010/main">
    <mc:Choice Requires="p14">
      <p:transition p14:dur="250">
        <p:fade/>
      </p:transition>
    </mc:Choice>
    <mc:Fallback xmlns:a16="http://schemas.microsoft.com/office/drawing/2014/main" xmlns:asvg="http://schemas.microsoft.com/office/drawing/2016/SVG/main" xmlns:p15="http://schemas.microsoft.com/office/powerpoint/2012/main" xmlns="">
      <p:transition>
        <p:fade/>
      </p:transition>
    </mc:Fallback>
  </mc:AlternateContent>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800" kern="1200">
          <a:solidFill>
            <a:schemeClr val="tx1"/>
          </a:solidFill>
          <a:latin typeface="+mn-lt"/>
          <a:ea typeface="+mn-ea"/>
          <a:cs typeface="+mn-cs"/>
        </a:defRPr>
      </a:lvl1pPr>
      <a:lvl2pPr marL="5715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0"/>
        </a:spcBef>
        <a:spcAft>
          <a:spcPts val="600"/>
        </a:spcAft>
        <a:buSzPct val="85000"/>
        <a:buFont typeface="Wingdings" panose="05000000000000000000" pitchFamily="2" charset="2"/>
        <a:buChar char="§"/>
        <a:defRPr sz="2000" kern="1200">
          <a:solidFill>
            <a:schemeClr val="tx1"/>
          </a:solidFill>
          <a:latin typeface="+mn-lt"/>
          <a:ea typeface="+mn-ea"/>
          <a:cs typeface="+mn-cs"/>
        </a:defRPr>
      </a:lvl3pPr>
      <a:lvl4pPr marL="120015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4pPr>
      <a:lvl5pPr marL="148590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0" userDrawn="1">
          <p15:clr>
            <a:srgbClr val="C35EA4"/>
          </p15:clr>
        </p15:guide>
        <p15:guide id="4" pos="480" userDrawn="1">
          <p15:clr>
            <a:srgbClr val="F26B43"/>
          </p15:clr>
        </p15:guide>
        <p15:guide id="5" pos="720" userDrawn="1">
          <p15:clr>
            <a:srgbClr val="F26B43"/>
          </p15:clr>
        </p15:guide>
        <p15:guide id="6" pos="960" userDrawn="1">
          <p15:clr>
            <a:srgbClr val="F26B43"/>
          </p15:clr>
        </p15:guide>
        <p15:guide id="7" pos="1200" userDrawn="1">
          <p15:clr>
            <a:srgbClr val="F26B43"/>
          </p15:clr>
        </p15:guide>
        <p15:guide id="8" pos="1440" userDrawn="1">
          <p15:clr>
            <a:srgbClr val="F26B43"/>
          </p15:clr>
        </p15:guide>
        <p15:guide id="9" pos="1680" userDrawn="1">
          <p15:clr>
            <a:srgbClr val="F26B43"/>
          </p15:clr>
        </p15:guide>
        <p15:guide id="10" pos="1920" userDrawn="1">
          <p15:clr>
            <a:srgbClr val="F26B43"/>
          </p15:clr>
        </p15:guide>
        <p15:guide id="11" pos="2160" userDrawn="1">
          <p15:clr>
            <a:srgbClr val="F26B43"/>
          </p15:clr>
        </p15:guide>
        <p15:guide id="12" pos="2400" userDrawn="1">
          <p15:clr>
            <a:srgbClr val="F26B43"/>
          </p15:clr>
        </p15:guide>
        <p15:guide id="13" pos="2640" userDrawn="1">
          <p15:clr>
            <a:srgbClr val="F26B43"/>
          </p15:clr>
        </p15:guide>
        <p15:guide id="14" pos="2880" userDrawn="1">
          <p15:clr>
            <a:srgbClr val="F26B43"/>
          </p15:clr>
        </p15:guide>
        <p15:guide id="15" pos="3120" userDrawn="1">
          <p15:clr>
            <a:srgbClr val="F26B43"/>
          </p15:clr>
        </p15:guide>
        <p15:guide id="16" pos="3360" userDrawn="1">
          <p15:clr>
            <a:srgbClr val="F26B43"/>
          </p15:clr>
        </p15:guide>
        <p15:guide id="17" pos="3600" userDrawn="1">
          <p15:clr>
            <a:srgbClr val="F26B43"/>
          </p15:clr>
        </p15:guide>
        <p15:guide id="18" pos="3840" userDrawn="1">
          <p15:clr>
            <a:srgbClr val="9FCC3B"/>
          </p15:clr>
        </p15:guide>
        <p15:guide id="19" pos="4080" userDrawn="1">
          <p15:clr>
            <a:srgbClr val="F26B43"/>
          </p15:clr>
        </p15:guide>
        <p15:guide id="20" pos="4320" userDrawn="1">
          <p15:clr>
            <a:srgbClr val="F26B43"/>
          </p15:clr>
        </p15:guide>
        <p15:guide id="21" pos="4560" userDrawn="1">
          <p15:clr>
            <a:srgbClr val="F26B43"/>
          </p15:clr>
        </p15:guide>
        <p15:guide id="22" pos="4800" userDrawn="1">
          <p15:clr>
            <a:srgbClr val="F26B43"/>
          </p15:clr>
        </p15:guide>
        <p15:guide id="23" pos="5040" userDrawn="1">
          <p15:clr>
            <a:srgbClr val="F26B43"/>
          </p15:clr>
        </p15:guide>
        <p15:guide id="24" pos="5280" userDrawn="1">
          <p15:clr>
            <a:srgbClr val="F26B43"/>
          </p15:clr>
        </p15:guide>
        <p15:guide id="25" pos="5520" userDrawn="1">
          <p15:clr>
            <a:srgbClr val="F26B43"/>
          </p15:clr>
        </p15:guide>
        <p15:guide id="26" pos="5760" userDrawn="1">
          <p15:clr>
            <a:srgbClr val="F26B43"/>
          </p15:clr>
        </p15:guide>
        <p15:guide id="27" pos="6000" userDrawn="1">
          <p15:clr>
            <a:srgbClr val="F26B43"/>
          </p15:clr>
        </p15:guide>
        <p15:guide id="28" pos="6240" userDrawn="1">
          <p15:clr>
            <a:srgbClr val="F26B43"/>
          </p15:clr>
        </p15:guide>
        <p15:guide id="29" pos="6480" userDrawn="1">
          <p15:clr>
            <a:srgbClr val="F26B43"/>
          </p15:clr>
        </p15:guide>
        <p15:guide id="30" pos="6720" userDrawn="1">
          <p15:clr>
            <a:srgbClr val="F26B43"/>
          </p15:clr>
        </p15:guide>
        <p15:guide id="31" pos="6960" userDrawn="1">
          <p15:clr>
            <a:srgbClr val="F26B43"/>
          </p15:clr>
        </p15:guide>
        <p15:guide id="32" pos="7200" userDrawn="1">
          <p15:clr>
            <a:srgbClr val="F26B43"/>
          </p15:clr>
        </p15:guide>
        <p15:guide id="33" pos="7440" userDrawn="1">
          <p15:clr>
            <a:srgbClr val="C35EA4"/>
          </p15:clr>
        </p15:guide>
        <p15:guide id="34" orient="horz" userDrawn="1">
          <p15:clr>
            <a:srgbClr val="F26B43"/>
          </p15:clr>
        </p15:guide>
        <p15:guide id="35" orient="horz" pos="4320" userDrawn="1">
          <p15:clr>
            <a:srgbClr val="F26B43"/>
          </p15:clr>
        </p15:guide>
        <p15:guide id="36" orient="horz" pos="240" userDrawn="1">
          <p15:clr>
            <a:srgbClr val="C35EA4"/>
          </p15:clr>
        </p15:guide>
        <p15:guide id="37" orient="horz" pos="480" userDrawn="1">
          <p15:clr>
            <a:srgbClr val="F26B43"/>
          </p15:clr>
        </p15:guide>
        <p15:guide id="38" orient="horz" pos="720" userDrawn="1">
          <p15:clr>
            <a:srgbClr val="F26B43"/>
          </p15:clr>
        </p15:guide>
        <p15:guide id="39" orient="horz" pos="960" userDrawn="1">
          <p15:clr>
            <a:srgbClr val="F26B43"/>
          </p15:clr>
        </p15:guide>
        <p15:guide id="40" orient="horz" pos="1200" userDrawn="1">
          <p15:clr>
            <a:srgbClr val="F26B43"/>
          </p15:clr>
        </p15:guide>
        <p15:guide id="41" orient="horz" pos="1440" userDrawn="1">
          <p15:clr>
            <a:srgbClr val="F26B43"/>
          </p15:clr>
        </p15:guide>
        <p15:guide id="42" orient="horz" pos="1680" userDrawn="1">
          <p15:clr>
            <a:srgbClr val="F26B43"/>
          </p15:clr>
        </p15:guide>
        <p15:guide id="43" orient="horz" pos="1920" userDrawn="1">
          <p15:clr>
            <a:srgbClr val="F26B43"/>
          </p15:clr>
        </p15:guide>
        <p15:guide id="44" orient="horz" pos="2160" userDrawn="1">
          <p15:clr>
            <a:srgbClr val="9FCC3B"/>
          </p15:clr>
        </p15:guide>
        <p15:guide id="45" orient="horz" pos="2400" userDrawn="1">
          <p15:clr>
            <a:srgbClr val="F26B43"/>
          </p15:clr>
        </p15:guide>
        <p15:guide id="46" orient="horz" pos="2640" userDrawn="1">
          <p15:clr>
            <a:srgbClr val="F26B43"/>
          </p15:clr>
        </p15:guide>
        <p15:guide id="47" orient="horz" pos="2880" userDrawn="1">
          <p15:clr>
            <a:srgbClr val="F26B43"/>
          </p15:clr>
        </p15:guide>
        <p15:guide id="48" orient="horz" pos="3120" userDrawn="1">
          <p15:clr>
            <a:srgbClr val="F26B43"/>
          </p15:clr>
        </p15:guide>
        <p15:guide id="49" orient="horz" pos="3360" userDrawn="1">
          <p15:clr>
            <a:srgbClr val="F26B43"/>
          </p15:clr>
        </p15:guide>
        <p15:guide id="50" orient="horz" pos="3600" userDrawn="1">
          <p15:clr>
            <a:srgbClr val="F26B43"/>
          </p15:clr>
        </p15:guide>
        <p15:guide id="51" orient="horz" pos="3840" userDrawn="1">
          <p15:clr>
            <a:srgbClr val="C35EA4"/>
          </p15:clr>
        </p15:guide>
        <p15:guide id="52" orient="horz" pos="40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4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s://join.workshops.aws" TargetMode="Externa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8.jpeg"/><Relationship Id="rId3" Type="http://schemas.openxmlformats.org/officeDocument/2006/relationships/image" Target="../media/image19.jpeg"/><Relationship Id="rId4" Type="http://schemas.openxmlformats.org/officeDocument/2006/relationships/image" Target="../media/image20.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9.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3.jpeg"/><Relationship Id="rId3" Type="http://schemas.openxmlformats.org/officeDocument/2006/relationships/image" Target="../media/image24.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5.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svg"/><Relationship Id="rId3" Type="http://schemas.openxmlformats.org/officeDocument/2006/relationships/image" Target="../media/image27.svg"/><Relationship Id="rId4" Type="http://schemas.openxmlformats.org/officeDocument/2006/relationships/image" Target="../media/image28.svg"/><Relationship Id="rId5" Type="http://schemas.openxmlformats.org/officeDocument/2006/relationships/image" Target="../media/image29.svg"/><Relationship Id="rId6" Type="http://schemas.openxmlformats.org/officeDocument/2006/relationships/image" Target="../media/image30.svg"/><Relationship Id="rId7" Type="http://schemas.openxmlformats.org/officeDocument/2006/relationships/image" Target="../media/image31.svg"/><Relationship Id="rId8" Type="http://schemas.openxmlformats.org/officeDocument/2006/relationships/image" Target="../media/image32.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3.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chart" Target="../charts/char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2.xml"/><Relationship Id="rId3" Type="http://schemas.openxmlformats.org/officeDocument/2006/relationships/image" Target="../media/image34.svg"/><Relationship Id="rId4" Type="http://schemas.openxmlformats.org/officeDocument/2006/relationships/image" Target="../media/image35.svg"/><Relationship Id="rId5" Type="http://schemas.openxmlformats.org/officeDocument/2006/relationships/image" Target="../media/image36.svg"/><Relationship Id="rId6" Type="http://schemas.openxmlformats.org/officeDocument/2006/relationships/image" Target="../media/image37.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sv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hyperlink" Target="https://brand.amazon.com/aws/" TargetMode="External"/><Relationship Id="rId3" Type="http://schemas.openxmlformats.org/officeDocument/2006/relationships/hyperlink" Target="https://aws.amazon.com/architecture/icons/" TargetMode="External"/><Relationship Id="rId4" Type="http://schemas.openxmlformats.org/officeDocument/2006/relationships/image" Target="../media/image42.svg"/><Relationship Id="rId5" Type="http://schemas.openxmlformats.org/officeDocument/2006/relationships/image" Target="../media/image43.sv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aws.highspot.com/items/66bd176767048c3032e74109?layout=detail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w3.org/WAI/WCAG21/Understanding/contrast-minimum.html" TargetMode="External"/><Relationship Id="rId3" Type="http://schemas.openxmlformats.org/officeDocument/2006/relationships/image" Target="../media/image44.svg"/><Relationship Id="rId4" Type="http://schemas.openxmlformats.org/officeDocument/2006/relationships/hyperlink" Target="https://support.microsoft.com/en-US/accessibility/powerpoint/make-your-powerpoint-presentations-accessible-to-people-with-disabilities"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Box 1"/>
          <p:cNvSpPr txBox="1"/>
          <p:nvPr/>
        </p:nvSpPr>
        <p:spPr>
          <a:xfrm>
            <a:off x="548640" y="502920"/>
            <a:ext cx="4572000" cy="365760"/>
          </a:xfrm>
          <a:prstGeom prst="rect">
            <a:avLst/>
          </a:prstGeom>
          <a:noFill/>
        </p:spPr>
        <p:txBody>
          <a:bodyPr wrap="square" anchor="t" lIns="0" rIns="0" tIns="0" bIns="0">
            <a:spAutoFit/>
          </a:bodyPr>
          <a:lstStyle/>
          <a:p>
            <a:pPr algn="l"/>
            <a:r>
              <a:rPr sz="1400" b="1">
                <a:solidFill>
                  <a:srgbClr val="FF6200"/>
                </a:solidFill>
                <a:latin typeface="Amazon Ember"/>
              </a:rPr>
              <a:t>MENAT INDUSTRY AI ACCELERATOR</a:t>
            </a:r>
          </a:p>
        </p:txBody>
      </p:sp>
      <p:sp>
        <p:nvSpPr>
          <p:cNvPr id="3" name="TextBox 2"/>
          <p:cNvSpPr txBox="1"/>
          <p:nvPr/>
        </p:nvSpPr>
        <p:spPr>
          <a:xfrm>
            <a:off x="548640" y="2057400"/>
            <a:ext cx="10058400" cy="1051560"/>
          </a:xfrm>
          <a:prstGeom prst="rect">
            <a:avLst/>
          </a:prstGeom>
          <a:noFill/>
        </p:spPr>
        <p:txBody>
          <a:bodyPr wrap="square" anchor="t" lIns="0" rIns="0" tIns="0" bIns="0">
            <a:spAutoFit/>
          </a:bodyPr>
          <a:lstStyle/>
          <a:p>
            <a:pPr algn="l"/>
            <a:r>
              <a:rPr sz="5400" b="1">
                <a:solidFill>
                  <a:srgbClr val="FFFFFF"/>
                </a:solidFill>
                <a:latin typeface="Amazon Ember"/>
              </a:rPr>
              <a:t>ShopSphere</a:t>
            </a:r>
          </a:p>
        </p:txBody>
      </p:sp>
      <p:sp>
        <p:nvSpPr>
          <p:cNvPr id="4" name="TextBox 3"/>
          <p:cNvSpPr txBox="1"/>
          <p:nvPr/>
        </p:nvSpPr>
        <p:spPr>
          <a:xfrm>
            <a:off x="548640" y="3154680"/>
            <a:ext cx="10058400" cy="914400"/>
          </a:xfrm>
          <a:prstGeom prst="rect">
            <a:avLst/>
          </a:prstGeom>
          <a:noFill/>
        </p:spPr>
        <p:txBody>
          <a:bodyPr wrap="square" anchor="t" lIns="0" rIns="0" tIns="0" bIns="0">
            <a:spAutoFit/>
          </a:bodyPr>
          <a:lstStyle/>
          <a:p>
            <a:pPr algn="l"/>
            <a:r>
              <a:rPr sz="2800" b="0">
                <a:solidFill>
                  <a:srgbClr val="FFFFFF"/>
                </a:solidFill>
                <a:latin typeface="Amazon Ember"/>
              </a:rPr>
              <a:t>Retail Personalization Engine — Data &amp; AI on AWS</a:t>
            </a:r>
          </a:p>
        </p:txBody>
      </p:sp>
      <p:sp>
        <p:nvSpPr>
          <p:cNvPr id="5" name="TextBox 4"/>
          <p:cNvSpPr txBox="1"/>
          <p:nvPr/>
        </p:nvSpPr>
        <p:spPr>
          <a:xfrm>
            <a:off x="548640" y="4114800"/>
            <a:ext cx="10058400" cy="1097280"/>
          </a:xfrm>
          <a:prstGeom prst="rect">
            <a:avLst/>
          </a:prstGeom>
          <a:noFill/>
        </p:spPr>
        <p:txBody>
          <a:bodyPr wrap="square" anchor="t" lIns="0" rIns="0" tIns="0" bIns="0">
            <a:spAutoFit/>
          </a:bodyPr>
          <a:lstStyle/>
          <a:p>
            <a:pPr algn="l">
              <a:lnSpc>
                <a:spcPct val="130000"/>
              </a:lnSpc>
            </a:pPr>
            <a:r>
              <a:rPr sz="1500" b="0">
                <a:solidFill>
                  <a:srgbClr val="B8B4AC"/>
                </a:solidFill>
                <a:latin typeface="Amazon Ember"/>
              </a:rPr>
              <a:t>From clickstream to an agentic, bilingual shopping assistant.</a:t>
            </a:r>
          </a:p>
          <a:p>
            <a:pPr algn="l">
              <a:lnSpc>
                <a:spcPct val="130000"/>
              </a:lnSpc>
            </a:pPr>
            <a:r>
              <a:rPr sz="1500" b="0">
                <a:solidFill>
                  <a:srgbClr val="B8B4AC"/>
                </a:solidFill>
                <a:latin typeface="Amazon Ember"/>
              </a:rPr>
              <a:t>Fictional retailer · synthetic data · me-central-1 (UAE)-ready.</a:t>
            </a:r>
          </a:p>
        </p:txBody>
      </p:sp>
      <p:sp>
        <p:nvSpPr>
          <p:cNvPr id="6" name="Rectangle 5"/>
          <p:cNvSpPr/>
          <p:nvPr/>
        </p:nvSpPr>
        <p:spPr>
          <a:xfrm>
            <a:off x="9509760" y="2286000"/>
            <a:ext cx="384048" cy="38404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966960" y="2286000"/>
            <a:ext cx="384048" cy="384048"/>
          </a:xfrm>
          <a:prstGeom prst="rect">
            <a:avLst/>
          </a:prstGeom>
          <a:solidFill>
            <a:srgbClr val="B05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424160" y="2286000"/>
            <a:ext cx="384048" cy="384048"/>
          </a:xfrm>
          <a:prstGeom prst="rect">
            <a:avLst/>
          </a:prstGeom>
          <a:solidFill>
            <a:srgbClr val="FF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74858006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Box 1"/>
          <p:cNvSpPr txBox="1"/>
          <p:nvPr/>
        </p:nvSpPr>
        <p:spPr>
          <a:xfrm>
            <a:off x="548640" y="457200"/>
            <a:ext cx="10972800" cy="822960"/>
          </a:xfrm>
          <a:prstGeom prst="rect">
            <a:avLst/>
          </a:prstGeom>
          <a:noFill/>
        </p:spPr>
        <p:txBody>
          <a:bodyPr wrap="square" anchor="t" lIns="0" rIns="0" tIns="0" bIns="0">
            <a:spAutoFit/>
          </a:bodyPr>
          <a:lstStyle/>
          <a:p>
            <a:pPr algn="l"/>
            <a:r>
              <a:rPr sz="3400" b="1">
                <a:solidFill>
                  <a:srgbClr val="FFFFFF"/>
                </a:solidFill>
                <a:latin typeface="Amazon Ember"/>
              </a:rPr>
              <a:t>Why personalization, why now</a:t>
            </a:r>
          </a:p>
        </p:txBody>
      </p:sp>
      <p:sp>
        <p:nvSpPr>
          <p:cNvPr id="3" name="TextBox 2"/>
          <p:cNvSpPr txBox="1"/>
          <p:nvPr/>
        </p:nvSpPr>
        <p:spPr>
          <a:xfrm>
            <a:off x="548640" y="1554480"/>
            <a:ext cx="5120640" cy="4114800"/>
          </a:xfrm>
          <a:prstGeom prst="rect">
            <a:avLst/>
          </a:prstGeom>
          <a:noFill/>
        </p:spPr>
        <p:txBody>
          <a:bodyPr wrap="square" anchor="t" lIns="0" rIns="0" tIns="0" bIns="0">
            <a:spAutoFit/>
          </a:bodyPr>
          <a:lstStyle/>
          <a:p>
            <a:pPr algn="l">
              <a:lnSpc>
                <a:spcPct val="130000"/>
              </a:lnSpc>
            </a:pPr>
            <a:r>
              <a:rPr sz="1600" b="0">
                <a:solidFill>
                  <a:srgbClr val="B8B4AC"/>
                </a:solidFill>
                <a:latin typeface="Amazon Ember"/>
              </a:rPr>
              <a:t>The shift to conversational, AI-guided shopping is accelerating. Shoppers no longer have an attention problem — they have a relevance expectation.</a:t>
            </a:r>
          </a:p>
          <a:p>
            <a:pPr algn="l">
              <a:lnSpc>
                <a:spcPct val="130000"/>
              </a:lnSpc>
            </a:pPr>
            <a:r>
              <a:rPr sz="1600" b="0">
                <a:solidFill>
                  <a:srgbClr val="B8B4AC"/>
                </a:solidFill>
                <a:latin typeface="Amazon Ember"/>
              </a:rPr>
              <a:t/>
            </a:r>
          </a:p>
          <a:p>
            <a:pPr algn="l">
              <a:lnSpc>
                <a:spcPct val="130000"/>
              </a:lnSpc>
            </a:pPr>
            <a:r>
              <a:rPr sz="1600" b="0">
                <a:solidFill>
                  <a:srgbClr val="B8B4AC"/>
                </a:solidFill>
                <a:latin typeface="Amazon Ember"/>
              </a:rPr>
              <a:t>The retailers who break through deliver experiences tailored to each customer, surfacing needs shoppers didn't even know they had.</a:t>
            </a:r>
          </a:p>
        </p:txBody>
      </p:sp>
      <p:sp>
        <p:nvSpPr>
          <p:cNvPr id="4" name="Rectangle 3"/>
          <p:cNvSpPr/>
          <p:nvPr/>
        </p:nvSpPr>
        <p:spPr>
          <a:xfrm>
            <a:off x="6035040" y="1554480"/>
            <a:ext cx="283464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35040" y="1554480"/>
            <a:ext cx="73152" cy="1783080"/>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783080"/>
            <a:ext cx="2377440" cy="731520"/>
          </a:xfrm>
          <a:prstGeom prst="rect">
            <a:avLst/>
          </a:prstGeom>
          <a:noFill/>
        </p:spPr>
        <p:txBody>
          <a:bodyPr wrap="square" anchor="t" lIns="0" rIns="0" tIns="0" bIns="0">
            <a:spAutoFit/>
          </a:bodyPr>
          <a:lstStyle/>
          <a:p>
            <a:pPr algn="l"/>
            <a:r>
              <a:rPr sz="3000" b="1">
                <a:solidFill>
                  <a:srgbClr val="FF6200"/>
                </a:solidFill>
                <a:latin typeface="Amazon Ember"/>
              </a:rPr>
              <a:t>~4,700%</a:t>
            </a:r>
          </a:p>
        </p:txBody>
      </p:sp>
      <p:sp>
        <p:nvSpPr>
          <p:cNvPr id="7" name="TextBox 6"/>
          <p:cNvSpPr txBox="1"/>
          <p:nvPr/>
        </p:nvSpPr>
        <p:spPr>
          <a:xfrm>
            <a:off x="6309360" y="2468880"/>
            <a:ext cx="2377440" cy="777240"/>
          </a:xfrm>
          <a:prstGeom prst="rect">
            <a:avLst/>
          </a:prstGeom>
          <a:noFill/>
        </p:spPr>
        <p:txBody>
          <a:bodyPr wrap="square" anchor="t" lIns="0" rIns="0" tIns="0" bIns="0">
            <a:spAutoFit/>
          </a:bodyPr>
          <a:lstStyle/>
          <a:p>
            <a:pPr algn="l">
              <a:lnSpc>
                <a:spcPct val="110000"/>
              </a:lnSpc>
            </a:pPr>
            <a:r>
              <a:rPr sz="1200" b="0">
                <a:solidFill>
                  <a:srgbClr val="B8B4AC"/>
                </a:solidFill>
                <a:latin typeface="Amazon Ember"/>
              </a:rPr>
              <a:t>YoY growth in AI-platform retail traffic</a:t>
            </a:r>
          </a:p>
        </p:txBody>
      </p:sp>
      <p:sp>
        <p:nvSpPr>
          <p:cNvPr id="8" name="Rectangle 7"/>
          <p:cNvSpPr/>
          <p:nvPr/>
        </p:nvSpPr>
        <p:spPr>
          <a:xfrm>
            <a:off x="9052560" y="1554480"/>
            <a:ext cx="283464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52560" y="1554480"/>
            <a:ext cx="73152" cy="1783080"/>
          </a:xfrm>
          <a:prstGeom prst="rect">
            <a:avLst/>
          </a:prstGeom>
          <a:solidFill>
            <a:srgbClr val="B05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0" y="1783080"/>
            <a:ext cx="2377440" cy="731520"/>
          </a:xfrm>
          <a:prstGeom prst="rect">
            <a:avLst/>
          </a:prstGeom>
          <a:noFill/>
        </p:spPr>
        <p:txBody>
          <a:bodyPr wrap="square" anchor="t" lIns="0" rIns="0" tIns="0" bIns="0">
            <a:spAutoFit/>
          </a:bodyPr>
          <a:lstStyle/>
          <a:p>
            <a:pPr algn="l"/>
            <a:r>
              <a:rPr sz="3000" b="1">
                <a:solidFill>
                  <a:srgbClr val="B052FF"/>
                </a:solidFill>
                <a:latin typeface="Amazon Ember"/>
              </a:rPr>
              <a:t>+31%</a:t>
            </a:r>
          </a:p>
        </p:txBody>
      </p:sp>
      <p:sp>
        <p:nvSpPr>
          <p:cNvPr id="11" name="TextBox 10"/>
          <p:cNvSpPr txBox="1"/>
          <p:nvPr/>
        </p:nvSpPr>
        <p:spPr>
          <a:xfrm>
            <a:off x="9326880" y="2468880"/>
            <a:ext cx="2377440" cy="777240"/>
          </a:xfrm>
          <a:prstGeom prst="rect">
            <a:avLst/>
          </a:prstGeom>
          <a:noFill/>
        </p:spPr>
        <p:txBody>
          <a:bodyPr wrap="square" anchor="t" lIns="0" rIns="0" tIns="0" bIns="0">
            <a:spAutoFit/>
          </a:bodyPr>
          <a:lstStyle/>
          <a:p>
            <a:pPr algn="l">
              <a:lnSpc>
                <a:spcPct val="110000"/>
              </a:lnSpc>
            </a:pPr>
            <a:r>
              <a:rPr sz="1200" b="0">
                <a:solidFill>
                  <a:srgbClr val="B8B4AC"/>
                </a:solidFill>
                <a:latin typeface="Amazon Ember"/>
              </a:rPr>
              <a:t>higher conversion from AI-sourced shoppers</a:t>
            </a:r>
          </a:p>
        </p:txBody>
      </p:sp>
      <p:sp>
        <p:nvSpPr>
          <p:cNvPr id="12" name="Rectangle 11"/>
          <p:cNvSpPr/>
          <p:nvPr/>
        </p:nvSpPr>
        <p:spPr>
          <a:xfrm>
            <a:off x="6035040" y="3520440"/>
            <a:ext cx="283464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40" y="3520440"/>
            <a:ext cx="73152" cy="1783080"/>
          </a:xfrm>
          <a:prstGeom prst="rect">
            <a:avLst/>
          </a:prstGeom>
          <a:solidFill>
            <a:srgbClr val="FF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3749040"/>
            <a:ext cx="2377440" cy="731520"/>
          </a:xfrm>
          <a:prstGeom prst="rect">
            <a:avLst/>
          </a:prstGeom>
          <a:noFill/>
        </p:spPr>
        <p:txBody>
          <a:bodyPr wrap="square" anchor="t" lIns="0" rIns="0" tIns="0" bIns="0">
            <a:spAutoFit/>
          </a:bodyPr>
          <a:lstStyle/>
          <a:p>
            <a:pPr algn="l"/>
            <a:r>
              <a:rPr sz="3000" b="1">
                <a:solidFill>
                  <a:srgbClr val="FF4D8B"/>
                </a:solidFill>
                <a:latin typeface="Amazon Ember"/>
              </a:rPr>
              <a:t>~35%</a:t>
            </a:r>
          </a:p>
        </p:txBody>
      </p:sp>
      <p:sp>
        <p:nvSpPr>
          <p:cNvPr id="15" name="TextBox 14"/>
          <p:cNvSpPr txBox="1"/>
          <p:nvPr/>
        </p:nvSpPr>
        <p:spPr>
          <a:xfrm>
            <a:off x="6309360" y="4434840"/>
            <a:ext cx="2377440" cy="777240"/>
          </a:xfrm>
          <a:prstGeom prst="rect">
            <a:avLst/>
          </a:prstGeom>
          <a:noFill/>
        </p:spPr>
        <p:txBody>
          <a:bodyPr wrap="square" anchor="t" lIns="0" rIns="0" tIns="0" bIns="0">
            <a:spAutoFit/>
          </a:bodyPr>
          <a:lstStyle/>
          <a:p>
            <a:pPr algn="l">
              <a:lnSpc>
                <a:spcPct val="110000"/>
              </a:lnSpc>
            </a:pPr>
            <a:r>
              <a:rPr sz="1200" b="0">
                <a:solidFill>
                  <a:srgbClr val="B8B4AC"/>
                </a:solidFill>
                <a:latin typeface="Amazon Ember"/>
              </a:rPr>
              <a:t>of Amazon sales credited to recommendations</a:t>
            </a:r>
          </a:p>
        </p:txBody>
      </p:sp>
      <p:sp>
        <p:nvSpPr>
          <p:cNvPr id="16" name="Rectangle 15"/>
          <p:cNvSpPr/>
          <p:nvPr/>
        </p:nvSpPr>
        <p:spPr>
          <a:xfrm>
            <a:off x="9052560" y="3520440"/>
            <a:ext cx="283464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52560" y="3520440"/>
            <a:ext cx="73152" cy="1783080"/>
          </a:xfrm>
          <a:prstGeom prst="rect">
            <a:avLst/>
          </a:prstGeom>
          <a:solidFill>
            <a:srgbClr val="05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0" y="3749040"/>
            <a:ext cx="2377440" cy="731520"/>
          </a:xfrm>
          <a:prstGeom prst="rect">
            <a:avLst/>
          </a:prstGeom>
          <a:noFill/>
        </p:spPr>
        <p:txBody>
          <a:bodyPr wrap="square" anchor="t" lIns="0" rIns="0" tIns="0" bIns="0">
            <a:spAutoFit/>
          </a:bodyPr>
          <a:lstStyle/>
          <a:p>
            <a:pPr algn="l"/>
            <a:r>
              <a:rPr sz="3000" b="1">
                <a:solidFill>
                  <a:srgbClr val="0578FF"/>
                </a:solidFill>
                <a:latin typeface="Amazon Ember"/>
              </a:rPr>
              <a:t>$240-390B</a:t>
            </a:r>
          </a:p>
        </p:txBody>
      </p:sp>
      <p:sp>
        <p:nvSpPr>
          <p:cNvPr id="19" name="TextBox 18"/>
          <p:cNvSpPr txBox="1"/>
          <p:nvPr/>
        </p:nvSpPr>
        <p:spPr>
          <a:xfrm>
            <a:off x="9326880" y="4434840"/>
            <a:ext cx="2377440" cy="777240"/>
          </a:xfrm>
          <a:prstGeom prst="rect">
            <a:avLst/>
          </a:prstGeom>
          <a:noFill/>
        </p:spPr>
        <p:txBody>
          <a:bodyPr wrap="square" anchor="t" lIns="0" rIns="0" tIns="0" bIns="0">
            <a:spAutoFit/>
          </a:bodyPr>
          <a:lstStyle/>
          <a:p>
            <a:pPr algn="l">
              <a:lnSpc>
                <a:spcPct val="110000"/>
              </a:lnSpc>
            </a:pPr>
            <a:r>
              <a:rPr sz="1200" b="0">
                <a:solidFill>
                  <a:srgbClr val="B8B4AC"/>
                </a:solidFill>
                <a:latin typeface="Amazon Ember"/>
              </a:rPr>
              <a:t>GenAI value for retail (McKinsey)</a:t>
            </a:r>
          </a:p>
        </p:txBody>
      </p:sp>
    </p:spTree>
    <p:extLst>
      <p:ext uri="{BB962C8B-B14F-4D97-AF65-F5344CB8AC3E}">
        <p14:creationId xmlns:p14="http://schemas.microsoft.com/office/powerpoint/2010/main" val="168066604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Box 1"/>
          <p:cNvSpPr txBox="1"/>
          <p:nvPr/>
        </p:nvSpPr>
        <p:spPr>
          <a:xfrm>
            <a:off x="548640" y="457200"/>
            <a:ext cx="10972800" cy="822960"/>
          </a:xfrm>
          <a:prstGeom prst="rect">
            <a:avLst/>
          </a:prstGeom>
          <a:noFill/>
        </p:spPr>
        <p:txBody>
          <a:bodyPr wrap="square" anchor="t" lIns="0" rIns="0" tIns="0" bIns="0">
            <a:spAutoFit/>
          </a:bodyPr>
          <a:lstStyle/>
          <a:p>
            <a:pPr algn="l"/>
            <a:r>
              <a:rPr sz="3200" b="1">
                <a:solidFill>
                  <a:srgbClr val="FFFFFF"/>
                </a:solidFill>
                <a:latin typeface="Amazon Ember"/>
              </a:rPr>
              <a:t>Grounded in Amazon's 2026 retail breakthroughs</a:t>
            </a:r>
          </a:p>
        </p:txBody>
      </p:sp>
      <p:sp>
        <p:nvSpPr>
          <p:cNvPr id="3" name="Rectangle 2"/>
          <p:cNvSpPr/>
          <p:nvPr/>
        </p:nvSpPr>
        <p:spPr>
          <a:xfrm>
            <a:off x="548640" y="1600200"/>
            <a:ext cx="5394960" cy="214884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874520"/>
            <a:ext cx="320040" cy="320040"/>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1856232"/>
            <a:ext cx="4389120" cy="731520"/>
          </a:xfrm>
          <a:prstGeom prst="rect">
            <a:avLst/>
          </a:prstGeom>
          <a:noFill/>
        </p:spPr>
        <p:txBody>
          <a:bodyPr wrap="square" anchor="t" lIns="0" rIns="0" tIns="0" bIns="0">
            <a:spAutoFit/>
          </a:bodyPr>
          <a:lstStyle/>
          <a:p>
            <a:pPr algn="l"/>
            <a:r>
              <a:rPr sz="1600" b="1">
                <a:solidFill>
                  <a:srgbClr val="FFFFFF"/>
                </a:solidFill>
                <a:latin typeface="Amazon Ember"/>
              </a:rPr>
              <a:t>Agentic Shopping Assistant on AWS</a:t>
            </a:r>
          </a:p>
        </p:txBody>
      </p:sp>
      <p:sp>
        <p:nvSpPr>
          <p:cNvPr id="6" name="TextBox 5"/>
          <p:cNvSpPr txBox="1"/>
          <p:nvPr/>
        </p:nvSpPr>
        <p:spPr>
          <a:xfrm>
            <a:off x="822960" y="2651760"/>
            <a:ext cx="4846320" cy="914400"/>
          </a:xfrm>
          <a:prstGeom prst="rect">
            <a:avLst/>
          </a:prstGeom>
          <a:noFill/>
        </p:spPr>
        <p:txBody>
          <a:bodyPr wrap="square" anchor="t" lIns="0" rIns="0" tIns="0" bIns="0">
            <a:spAutoFit/>
          </a:bodyPr>
          <a:lstStyle/>
          <a:p>
            <a:pPr algn="l">
              <a:lnSpc>
                <a:spcPct val="120000"/>
              </a:lnSpc>
            </a:pPr>
            <a:r>
              <a:rPr sz="1250" b="0">
                <a:solidFill>
                  <a:srgbClr val="B8B4AC"/>
                </a:solidFill>
                <a:latin typeface="Amazon Ember"/>
              </a:rPr>
              <a:t>Long-term memory, multimodal photo search, voice-to-voice (Nova Sonic), cart awareness — shipped Sept 2026.</a:t>
            </a:r>
          </a:p>
        </p:txBody>
      </p:sp>
      <p:sp>
        <p:nvSpPr>
          <p:cNvPr id="7" name="Rectangle 6"/>
          <p:cNvSpPr/>
          <p:nvPr/>
        </p:nvSpPr>
        <p:spPr>
          <a:xfrm>
            <a:off x="6217920" y="1600200"/>
            <a:ext cx="5394960" cy="214884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92240" y="1874520"/>
            <a:ext cx="320040" cy="320040"/>
          </a:xfrm>
          <a:prstGeom prst="rect">
            <a:avLst/>
          </a:prstGeom>
          <a:solidFill>
            <a:srgbClr val="B05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5160" y="1856232"/>
            <a:ext cx="4389120" cy="731520"/>
          </a:xfrm>
          <a:prstGeom prst="rect">
            <a:avLst/>
          </a:prstGeom>
          <a:noFill/>
        </p:spPr>
        <p:txBody>
          <a:bodyPr wrap="square" anchor="t" lIns="0" rIns="0" tIns="0" bIns="0">
            <a:spAutoFit/>
          </a:bodyPr>
          <a:lstStyle/>
          <a:p>
            <a:pPr algn="l"/>
            <a:r>
              <a:rPr sz="1600" b="1">
                <a:solidFill>
                  <a:srgbClr val="FFFFFF"/>
                </a:solidFill>
                <a:latin typeface="Amazon Ember"/>
              </a:rPr>
              <a:t>Rufus — ~$12B incremental</a:t>
            </a:r>
          </a:p>
        </p:txBody>
      </p:sp>
      <p:sp>
        <p:nvSpPr>
          <p:cNvPr id="10" name="TextBox 9"/>
          <p:cNvSpPr txBox="1"/>
          <p:nvPr/>
        </p:nvSpPr>
        <p:spPr>
          <a:xfrm>
            <a:off x="6492240" y="2651760"/>
            <a:ext cx="4846320" cy="914400"/>
          </a:xfrm>
          <a:prstGeom prst="rect">
            <a:avLst/>
          </a:prstGeom>
          <a:noFill/>
        </p:spPr>
        <p:txBody>
          <a:bodyPr wrap="square" anchor="t" lIns="0" rIns="0" tIns="0" bIns="0">
            <a:spAutoFit/>
          </a:bodyPr>
          <a:lstStyle/>
          <a:p>
            <a:pPr algn="l">
              <a:lnSpc>
                <a:spcPct val="120000"/>
              </a:lnSpc>
            </a:pPr>
            <a:r>
              <a:rPr sz="1250" b="0">
                <a:solidFill>
                  <a:srgbClr val="B8B4AC"/>
                </a:solidFill>
                <a:latin typeface="Amazon Ember"/>
              </a:rPr>
              <a:t>Shoppers ~60% more likely to buy in session. Reasoning-based discovery at Amazon scale.</a:t>
            </a:r>
          </a:p>
        </p:txBody>
      </p:sp>
      <p:sp>
        <p:nvSpPr>
          <p:cNvPr id="11" name="Rectangle 10"/>
          <p:cNvSpPr/>
          <p:nvPr/>
        </p:nvSpPr>
        <p:spPr>
          <a:xfrm>
            <a:off x="548640" y="3977640"/>
            <a:ext cx="5394960" cy="214884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4251960"/>
            <a:ext cx="320040" cy="320040"/>
          </a:xfrm>
          <a:prstGeom prst="rect">
            <a:avLst/>
          </a:prstGeom>
          <a:solidFill>
            <a:srgbClr val="FF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4233672"/>
            <a:ext cx="4389120" cy="731520"/>
          </a:xfrm>
          <a:prstGeom prst="rect">
            <a:avLst/>
          </a:prstGeom>
          <a:noFill/>
        </p:spPr>
        <p:txBody>
          <a:bodyPr wrap="square" anchor="t" lIns="0" rIns="0" tIns="0" bIns="0">
            <a:spAutoFit/>
          </a:bodyPr>
          <a:lstStyle/>
          <a:p>
            <a:pPr algn="l"/>
            <a:r>
              <a:rPr sz="1600" b="1">
                <a:solidFill>
                  <a:srgbClr val="FFFFFF"/>
                </a:solidFill>
                <a:latin typeface="Amazon Ember"/>
              </a:rPr>
              <a:t>Mapped to ShopSphere</a:t>
            </a:r>
          </a:p>
        </p:txBody>
      </p:sp>
      <p:sp>
        <p:nvSpPr>
          <p:cNvPr id="14" name="TextBox 13"/>
          <p:cNvSpPr txBox="1"/>
          <p:nvPr/>
        </p:nvSpPr>
        <p:spPr>
          <a:xfrm>
            <a:off x="822960" y="5029200"/>
            <a:ext cx="4846320" cy="914400"/>
          </a:xfrm>
          <a:prstGeom prst="rect">
            <a:avLst/>
          </a:prstGeom>
          <a:noFill/>
        </p:spPr>
        <p:txBody>
          <a:bodyPr wrap="square" anchor="t" lIns="0" rIns="0" tIns="0" bIns="0">
            <a:spAutoFit/>
          </a:bodyPr>
          <a:lstStyle/>
          <a:p>
            <a:pPr algn="l">
              <a:lnSpc>
                <a:spcPct val="120000"/>
              </a:lnSpc>
            </a:pPr>
            <a:r>
              <a:rPr sz="1250" b="0">
                <a:solidFill>
                  <a:srgbClr val="B8B4AC"/>
                </a:solidFill>
                <a:latin typeface="Amazon Ember"/>
              </a:rPr>
              <a:t>Our agent mirrors these: memory, semantic search, bilingual guidance, grounded recommendations.</a:t>
            </a:r>
          </a:p>
        </p:txBody>
      </p:sp>
      <p:sp>
        <p:nvSpPr>
          <p:cNvPr id="15" name="Rectangle 14"/>
          <p:cNvSpPr/>
          <p:nvPr/>
        </p:nvSpPr>
        <p:spPr>
          <a:xfrm>
            <a:off x="6217920" y="3977640"/>
            <a:ext cx="5394960" cy="214884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92240" y="4251960"/>
            <a:ext cx="320040" cy="320040"/>
          </a:xfrm>
          <a:prstGeom prst="rect">
            <a:avLst/>
          </a:prstGeom>
          <a:solidFill>
            <a:srgbClr val="6EE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95160" y="4233672"/>
            <a:ext cx="4389120" cy="731520"/>
          </a:xfrm>
          <a:prstGeom prst="rect">
            <a:avLst/>
          </a:prstGeom>
          <a:noFill/>
        </p:spPr>
        <p:txBody>
          <a:bodyPr wrap="square" anchor="t" lIns="0" rIns="0" tIns="0" bIns="0">
            <a:spAutoFit/>
          </a:bodyPr>
          <a:lstStyle/>
          <a:p>
            <a:pPr algn="l"/>
            <a:r>
              <a:rPr sz="1600" b="1">
                <a:solidFill>
                  <a:srgbClr val="FFFFFF"/>
                </a:solidFill>
                <a:latin typeface="Amazon Ember"/>
              </a:rPr>
              <a:t>Runs in your account</a:t>
            </a:r>
          </a:p>
        </p:txBody>
      </p:sp>
      <p:sp>
        <p:nvSpPr>
          <p:cNvPr id="18" name="TextBox 17"/>
          <p:cNvSpPr txBox="1"/>
          <p:nvPr/>
        </p:nvSpPr>
        <p:spPr>
          <a:xfrm>
            <a:off x="6492240" y="5029200"/>
            <a:ext cx="4846320" cy="914400"/>
          </a:xfrm>
          <a:prstGeom prst="rect">
            <a:avLst/>
          </a:prstGeom>
          <a:noFill/>
        </p:spPr>
        <p:txBody>
          <a:bodyPr wrap="square" anchor="t" lIns="0" rIns="0" tIns="0" bIns="0">
            <a:spAutoFit/>
          </a:bodyPr>
          <a:lstStyle/>
          <a:p>
            <a:pPr algn="l">
              <a:lnSpc>
                <a:spcPct val="120000"/>
              </a:lnSpc>
            </a:pPr>
            <a:r>
              <a:rPr sz="1250" b="0">
                <a:solidFill>
                  <a:srgbClr val="B8B4AC"/>
                </a:solidFill>
                <a:latin typeface="Amazon Ember"/>
              </a:rPr>
              <a:t>Retailers own the code; customer data never leaves their AWS account; brand voice preserved.</a:t>
            </a:r>
          </a:p>
        </p:txBody>
      </p:sp>
    </p:spTree>
    <p:extLst>
      <p:ext uri="{BB962C8B-B14F-4D97-AF65-F5344CB8AC3E}">
        <p14:creationId xmlns:p14="http://schemas.microsoft.com/office/powerpoint/2010/main" val="1680666047"/>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Box 1"/>
          <p:cNvSpPr txBox="1"/>
          <p:nvPr/>
        </p:nvSpPr>
        <p:spPr>
          <a:xfrm>
            <a:off x="548640" y="457200"/>
            <a:ext cx="10972800" cy="822960"/>
          </a:xfrm>
          <a:prstGeom prst="rect">
            <a:avLst/>
          </a:prstGeom>
          <a:noFill/>
        </p:spPr>
        <p:txBody>
          <a:bodyPr wrap="square" anchor="t" lIns="0" rIns="0" tIns="0" bIns="0">
            <a:spAutoFit/>
          </a:bodyPr>
          <a:lstStyle/>
          <a:p>
            <a:pPr algn="l"/>
            <a:r>
              <a:rPr sz="3200" b="1">
                <a:solidFill>
                  <a:srgbClr val="FFFFFF"/>
                </a:solidFill>
                <a:latin typeface="Amazon Ember"/>
              </a:rPr>
              <a:t>The 5 pillars of modern personalization</a:t>
            </a:r>
          </a:p>
        </p:txBody>
      </p:sp>
      <p:sp>
        <p:nvSpPr>
          <p:cNvPr id="3" name="TextBox 2"/>
          <p:cNvSpPr txBox="1"/>
          <p:nvPr/>
        </p:nvSpPr>
        <p:spPr>
          <a:xfrm>
            <a:off x="548640" y="1234440"/>
            <a:ext cx="10972800" cy="457200"/>
          </a:xfrm>
          <a:prstGeom prst="rect">
            <a:avLst/>
          </a:prstGeom>
          <a:noFill/>
        </p:spPr>
        <p:txBody>
          <a:bodyPr wrap="square" anchor="t" lIns="0" rIns="0" tIns="0" bIns="0">
            <a:spAutoFit/>
          </a:bodyPr>
          <a:lstStyle/>
          <a:p>
            <a:pPr algn="l"/>
            <a:r>
              <a:rPr sz="1300" b="0">
                <a:solidFill>
                  <a:srgbClr val="B8B4AC"/>
                </a:solidFill>
                <a:latin typeface="Amazon Ember"/>
              </a:rPr>
              <a:t>Coresight Research · the demo maps one component to each pillar</a:t>
            </a:r>
          </a:p>
        </p:txBody>
      </p:sp>
      <p:sp>
        <p:nvSpPr>
          <p:cNvPr id="4" name="Rectangle 3"/>
          <p:cNvSpPr/>
          <p:nvPr/>
        </p:nvSpPr>
        <p:spPr>
          <a:xfrm>
            <a:off x="548640" y="1920240"/>
            <a:ext cx="2148840" cy="34747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920240"/>
            <a:ext cx="2148840" cy="128016"/>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286000"/>
            <a:ext cx="1783080" cy="822960"/>
          </a:xfrm>
          <a:prstGeom prst="rect">
            <a:avLst/>
          </a:prstGeom>
          <a:noFill/>
        </p:spPr>
        <p:txBody>
          <a:bodyPr wrap="square" anchor="t" lIns="0" rIns="0" tIns="0" bIns="0">
            <a:spAutoFit/>
          </a:bodyPr>
          <a:lstStyle/>
          <a:p>
            <a:pPr algn="l"/>
            <a:r>
              <a:rPr sz="3400" b="1">
                <a:solidFill>
                  <a:srgbClr val="FF6200"/>
                </a:solidFill>
                <a:latin typeface="Amazon Ember"/>
              </a:rPr>
              <a:t>1</a:t>
            </a:r>
          </a:p>
        </p:txBody>
      </p:sp>
      <p:sp>
        <p:nvSpPr>
          <p:cNvPr id="7" name="TextBox 6"/>
          <p:cNvSpPr txBox="1"/>
          <p:nvPr/>
        </p:nvSpPr>
        <p:spPr>
          <a:xfrm>
            <a:off x="777240" y="3108960"/>
            <a:ext cx="1783080" cy="1097280"/>
          </a:xfrm>
          <a:prstGeom prst="rect">
            <a:avLst/>
          </a:prstGeom>
          <a:noFill/>
        </p:spPr>
        <p:txBody>
          <a:bodyPr wrap="square" anchor="t" lIns="0" rIns="0" tIns="0" bIns="0">
            <a:spAutoFit/>
          </a:bodyPr>
          <a:lstStyle/>
          <a:p>
            <a:pPr algn="l">
              <a:lnSpc>
                <a:spcPct val="105000"/>
              </a:lnSpc>
            </a:pPr>
            <a:r>
              <a:rPr sz="1400" b="1">
                <a:solidFill>
                  <a:srgbClr val="FFFFFF"/>
                </a:solidFill>
                <a:latin typeface="Amazon Ember"/>
              </a:rPr>
              <a:t>Unified Customer</a:t>
            </a:r>
          </a:p>
          <a:p>
            <a:pPr algn="l">
              <a:lnSpc>
                <a:spcPct val="105000"/>
              </a:lnSpc>
            </a:pPr>
            <a:r>
              <a:rPr sz="1400" b="1">
                <a:solidFill>
                  <a:srgbClr val="FFFFFF"/>
                </a:solidFill>
                <a:latin typeface="Amazon Ember"/>
              </a:rPr>
              <a:t>Intelligence</a:t>
            </a:r>
          </a:p>
        </p:txBody>
      </p:sp>
      <p:sp>
        <p:nvSpPr>
          <p:cNvPr id="8" name="TextBox 7"/>
          <p:cNvSpPr txBox="1"/>
          <p:nvPr/>
        </p:nvSpPr>
        <p:spPr>
          <a:xfrm>
            <a:off x="777240" y="4251960"/>
            <a:ext cx="1783080" cy="1005840"/>
          </a:xfrm>
          <a:prstGeom prst="rect">
            <a:avLst/>
          </a:prstGeom>
          <a:noFill/>
        </p:spPr>
        <p:txBody>
          <a:bodyPr wrap="square" anchor="t" lIns="0" rIns="0" tIns="0" bIns="0">
            <a:spAutoFit/>
          </a:bodyPr>
          <a:lstStyle/>
          <a:p>
            <a:pPr algn="l">
              <a:lnSpc>
                <a:spcPct val="115000"/>
              </a:lnSpc>
            </a:pPr>
            <a:r>
              <a:rPr sz="1100" b="0">
                <a:solidFill>
                  <a:srgbClr val="B8B4AC"/>
                </a:solidFill>
                <a:latin typeface="Amazon Ember"/>
              </a:rPr>
              <a:t>Merge CRM, web, in-store, loyalty into one profile</a:t>
            </a:r>
          </a:p>
        </p:txBody>
      </p:sp>
      <p:sp>
        <p:nvSpPr>
          <p:cNvPr id="9" name="Rectangle 8"/>
          <p:cNvSpPr/>
          <p:nvPr/>
        </p:nvSpPr>
        <p:spPr>
          <a:xfrm>
            <a:off x="2825496" y="1920240"/>
            <a:ext cx="2148840" cy="34747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25496" y="1920240"/>
            <a:ext cx="2148840" cy="128016"/>
          </a:xfrm>
          <a:prstGeom prst="rect">
            <a:avLst/>
          </a:prstGeom>
          <a:solidFill>
            <a:srgbClr val="B05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4096" y="2286000"/>
            <a:ext cx="1783080" cy="822960"/>
          </a:xfrm>
          <a:prstGeom prst="rect">
            <a:avLst/>
          </a:prstGeom>
          <a:noFill/>
        </p:spPr>
        <p:txBody>
          <a:bodyPr wrap="square" anchor="t" lIns="0" rIns="0" tIns="0" bIns="0">
            <a:spAutoFit/>
          </a:bodyPr>
          <a:lstStyle/>
          <a:p>
            <a:pPr algn="l"/>
            <a:r>
              <a:rPr sz="3400" b="1">
                <a:solidFill>
                  <a:srgbClr val="B052FF"/>
                </a:solidFill>
                <a:latin typeface="Amazon Ember"/>
              </a:rPr>
              <a:t>2</a:t>
            </a:r>
          </a:p>
        </p:txBody>
      </p:sp>
      <p:sp>
        <p:nvSpPr>
          <p:cNvPr id="12" name="TextBox 11"/>
          <p:cNvSpPr txBox="1"/>
          <p:nvPr/>
        </p:nvSpPr>
        <p:spPr>
          <a:xfrm>
            <a:off x="3054096" y="3108960"/>
            <a:ext cx="1783080" cy="1097280"/>
          </a:xfrm>
          <a:prstGeom prst="rect">
            <a:avLst/>
          </a:prstGeom>
          <a:noFill/>
        </p:spPr>
        <p:txBody>
          <a:bodyPr wrap="square" anchor="t" lIns="0" rIns="0" tIns="0" bIns="0">
            <a:spAutoFit/>
          </a:bodyPr>
          <a:lstStyle/>
          <a:p>
            <a:pPr algn="l">
              <a:lnSpc>
                <a:spcPct val="105000"/>
              </a:lnSpc>
            </a:pPr>
            <a:r>
              <a:rPr sz="1400" b="1">
                <a:solidFill>
                  <a:srgbClr val="FFFFFF"/>
                </a:solidFill>
                <a:latin typeface="Amazon Ember"/>
              </a:rPr>
              <a:t>Next-Best-Action</a:t>
            </a:r>
          </a:p>
        </p:txBody>
      </p:sp>
      <p:sp>
        <p:nvSpPr>
          <p:cNvPr id="13" name="TextBox 12"/>
          <p:cNvSpPr txBox="1"/>
          <p:nvPr/>
        </p:nvSpPr>
        <p:spPr>
          <a:xfrm>
            <a:off x="3054096" y="4251960"/>
            <a:ext cx="1783080" cy="1005840"/>
          </a:xfrm>
          <a:prstGeom prst="rect">
            <a:avLst/>
          </a:prstGeom>
          <a:noFill/>
        </p:spPr>
        <p:txBody>
          <a:bodyPr wrap="square" anchor="t" lIns="0" rIns="0" tIns="0" bIns="0">
            <a:spAutoFit/>
          </a:bodyPr>
          <a:lstStyle/>
          <a:p>
            <a:pPr algn="l">
              <a:lnSpc>
                <a:spcPct val="115000"/>
              </a:lnSpc>
            </a:pPr>
            <a:r>
              <a:rPr sz="1100" b="0">
                <a:solidFill>
                  <a:srgbClr val="B8B4AC"/>
                </a:solidFill>
                <a:latin typeface="Amazon Ember"/>
              </a:rPr>
              <a:t>Optimal offer, channel and timing</a:t>
            </a:r>
          </a:p>
        </p:txBody>
      </p:sp>
      <p:sp>
        <p:nvSpPr>
          <p:cNvPr id="14" name="Rectangle 13"/>
          <p:cNvSpPr/>
          <p:nvPr/>
        </p:nvSpPr>
        <p:spPr>
          <a:xfrm>
            <a:off x="5102352" y="1920240"/>
            <a:ext cx="2148840" cy="34747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02352" y="1920240"/>
            <a:ext cx="2148840" cy="128016"/>
          </a:xfrm>
          <a:prstGeom prst="rect">
            <a:avLst/>
          </a:prstGeom>
          <a:solidFill>
            <a:srgbClr val="FF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0952" y="2286000"/>
            <a:ext cx="1783080" cy="822960"/>
          </a:xfrm>
          <a:prstGeom prst="rect">
            <a:avLst/>
          </a:prstGeom>
          <a:noFill/>
        </p:spPr>
        <p:txBody>
          <a:bodyPr wrap="square" anchor="t" lIns="0" rIns="0" tIns="0" bIns="0">
            <a:spAutoFit/>
          </a:bodyPr>
          <a:lstStyle/>
          <a:p>
            <a:pPr algn="l"/>
            <a:r>
              <a:rPr sz="3400" b="1">
                <a:solidFill>
                  <a:srgbClr val="FF4D8B"/>
                </a:solidFill>
                <a:latin typeface="Amazon Ember"/>
              </a:rPr>
              <a:t>3</a:t>
            </a:r>
          </a:p>
        </p:txBody>
      </p:sp>
      <p:sp>
        <p:nvSpPr>
          <p:cNvPr id="17" name="TextBox 16"/>
          <p:cNvSpPr txBox="1"/>
          <p:nvPr/>
        </p:nvSpPr>
        <p:spPr>
          <a:xfrm>
            <a:off x="5330952" y="3108960"/>
            <a:ext cx="1783080" cy="1097280"/>
          </a:xfrm>
          <a:prstGeom prst="rect">
            <a:avLst/>
          </a:prstGeom>
          <a:noFill/>
        </p:spPr>
        <p:txBody>
          <a:bodyPr wrap="square" anchor="t" lIns="0" rIns="0" tIns="0" bIns="0">
            <a:spAutoFit/>
          </a:bodyPr>
          <a:lstStyle/>
          <a:p>
            <a:pPr algn="l">
              <a:lnSpc>
                <a:spcPct val="105000"/>
              </a:lnSpc>
            </a:pPr>
            <a:r>
              <a:rPr sz="1400" b="1">
                <a:solidFill>
                  <a:srgbClr val="FFFFFF"/>
                </a:solidFill>
                <a:latin typeface="Amazon Ember"/>
              </a:rPr>
              <a:t>Hyper-Personalized</a:t>
            </a:r>
          </a:p>
          <a:p>
            <a:pPr algn="l">
              <a:lnSpc>
                <a:spcPct val="105000"/>
              </a:lnSpc>
            </a:pPr>
            <a:r>
              <a:rPr sz="1400" b="1">
                <a:solidFill>
                  <a:srgbClr val="FFFFFF"/>
                </a:solidFill>
                <a:latin typeface="Amazon Ember"/>
              </a:rPr>
              <a:t>Content</a:t>
            </a:r>
          </a:p>
        </p:txBody>
      </p:sp>
      <p:sp>
        <p:nvSpPr>
          <p:cNvPr id="18" name="TextBox 17"/>
          <p:cNvSpPr txBox="1"/>
          <p:nvPr/>
        </p:nvSpPr>
        <p:spPr>
          <a:xfrm>
            <a:off x="5330952" y="4251960"/>
            <a:ext cx="1783080" cy="1005840"/>
          </a:xfrm>
          <a:prstGeom prst="rect">
            <a:avLst/>
          </a:prstGeom>
          <a:noFill/>
        </p:spPr>
        <p:txBody>
          <a:bodyPr wrap="square" anchor="t" lIns="0" rIns="0" tIns="0" bIns="0">
            <a:spAutoFit/>
          </a:bodyPr>
          <a:lstStyle/>
          <a:p>
            <a:pPr algn="l">
              <a:lnSpc>
                <a:spcPct val="115000"/>
              </a:lnSpc>
            </a:pPr>
            <a:r>
              <a:rPr sz="1100" b="0">
                <a:solidFill>
                  <a:srgbClr val="B8B4AC"/>
                </a:solidFill>
                <a:latin typeface="Amazon Ember"/>
              </a:rPr>
              <a:t>GenAI creative + recommendations at machine speed</a:t>
            </a:r>
          </a:p>
        </p:txBody>
      </p:sp>
      <p:sp>
        <p:nvSpPr>
          <p:cNvPr id="19" name="Rectangle 18"/>
          <p:cNvSpPr/>
          <p:nvPr/>
        </p:nvSpPr>
        <p:spPr>
          <a:xfrm>
            <a:off x="7379208" y="1920240"/>
            <a:ext cx="2148840" cy="34747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1920240"/>
            <a:ext cx="2148840" cy="128016"/>
          </a:xfrm>
          <a:prstGeom prst="rect">
            <a:avLst/>
          </a:prstGeom>
          <a:solidFill>
            <a:srgbClr val="05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07808" y="2286000"/>
            <a:ext cx="1783080" cy="822960"/>
          </a:xfrm>
          <a:prstGeom prst="rect">
            <a:avLst/>
          </a:prstGeom>
          <a:noFill/>
        </p:spPr>
        <p:txBody>
          <a:bodyPr wrap="square" anchor="t" lIns="0" rIns="0" tIns="0" bIns="0">
            <a:spAutoFit/>
          </a:bodyPr>
          <a:lstStyle/>
          <a:p>
            <a:pPr algn="l"/>
            <a:r>
              <a:rPr sz="3400" b="1">
                <a:solidFill>
                  <a:srgbClr val="0578FF"/>
                </a:solidFill>
                <a:latin typeface="Amazon Ember"/>
              </a:rPr>
              <a:t>4</a:t>
            </a:r>
          </a:p>
        </p:txBody>
      </p:sp>
      <p:sp>
        <p:nvSpPr>
          <p:cNvPr id="22" name="TextBox 21"/>
          <p:cNvSpPr txBox="1"/>
          <p:nvPr/>
        </p:nvSpPr>
        <p:spPr>
          <a:xfrm>
            <a:off x="7607808" y="3108960"/>
            <a:ext cx="1783080" cy="1097280"/>
          </a:xfrm>
          <a:prstGeom prst="rect">
            <a:avLst/>
          </a:prstGeom>
          <a:noFill/>
        </p:spPr>
        <p:txBody>
          <a:bodyPr wrap="square" anchor="t" lIns="0" rIns="0" tIns="0" bIns="0">
            <a:spAutoFit/>
          </a:bodyPr>
          <a:lstStyle/>
          <a:p>
            <a:pPr algn="l">
              <a:lnSpc>
                <a:spcPct val="105000"/>
              </a:lnSpc>
            </a:pPr>
            <a:r>
              <a:rPr sz="1400" b="1">
                <a:solidFill>
                  <a:srgbClr val="FFFFFF"/>
                </a:solidFill>
                <a:latin typeface="Amazon Ember"/>
              </a:rPr>
              <a:t>Real-Time</a:t>
            </a:r>
          </a:p>
          <a:p>
            <a:pPr algn="l">
              <a:lnSpc>
                <a:spcPct val="105000"/>
              </a:lnSpc>
            </a:pPr>
            <a:r>
              <a:rPr sz="1400" b="1">
                <a:solidFill>
                  <a:srgbClr val="FFFFFF"/>
                </a:solidFill>
                <a:latin typeface="Amazon Ember"/>
              </a:rPr>
              <a:t>Orchestration</a:t>
            </a:r>
          </a:p>
        </p:txBody>
      </p:sp>
      <p:sp>
        <p:nvSpPr>
          <p:cNvPr id="23" name="TextBox 22"/>
          <p:cNvSpPr txBox="1"/>
          <p:nvPr/>
        </p:nvSpPr>
        <p:spPr>
          <a:xfrm>
            <a:off x="7607808" y="4251960"/>
            <a:ext cx="1783080" cy="1005840"/>
          </a:xfrm>
          <a:prstGeom prst="rect">
            <a:avLst/>
          </a:prstGeom>
          <a:noFill/>
        </p:spPr>
        <p:txBody>
          <a:bodyPr wrap="square" anchor="t" lIns="0" rIns="0" tIns="0" bIns="0">
            <a:spAutoFit/>
          </a:bodyPr>
          <a:lstStyle/>
          <a:p>
            <a:pPr algn="l">
              <a:lnSpc>
                <a:spcPct val="115000"/>
              </a:lnSpc>
            </a:pPr>
            <a:r>
              <a:rPr sz="1100" b="0">
                <a:solidFill>
                  <a:srgbClr val="B8B4AC"/>
                </a:solidFill>
                <a:latin typeface="Amazon Ember"/>
              </a:rPr>
              <a:t>Agents respond to behavior, location, inventory</a:t>
            </a:r>
          </a:p>
        </p:txBody>
      </p:sp>
      <p:sp>
        <p:nvSpPr>
          <p:cNvPr id="24" name="Rectangle 23"/>
          <p:cNvSpPr/>
          <p:nvPr/>
        </p:nvSpPr>
        <p:spPr>
          <a:xfrm>
            <a:off x="9656064" y="1920240"/>
            <a:ext cx="2148840" cy="34747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56064" y="1920240"/>
            <a:ext cx="2148840" cy="128016"/>
          </a:xfrm>
          <a:prstGeom prst="rect">
            <a:avLst/>
          </a:prstGeom>
          <a:solidFill>
            <a:srgbClr val="6EE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84664" y="2286000"/>
            <a:ext cx="1783080" cy="822960"/>
          </a:xfrm>
          <a:prstGeom prst="rect">
            <a:avLst/>
          </a:prstGeom>
          <a:noFill/>
        </p:spPr>
        <p:txBody>
          <a:bodyPr wrap="square" anchor="t" lIns="0" rIns="0" tIns="0" bIns="0">
            <a:spAutoFit/>
          </a:bodyPr>
          <a:lstStyle/>
          <a:p>
            <a:pPr algn="l"/>
            <a:r>
              <a:rPr sz="3400" b="1">
                <a:solidFill>
                  <a:srgbClr val="6EE750"/>
                </a:solidFill>
                <a:latin typeface="Amazon Ember"/>
              </a:rPr>
              <a:t>5</a:t>
            </a:r>
          </a:p>
        </p:txBody>
      </p:sp>
      <p:sp>
        <p:nvSpPr>
          <p:cNvPr id="27" name="TextBox 26"/>
          <p:cNvSpPr txBox="1"/>
          <p:nvPr/>
        </p:nvSpPr>
        <p:spPr>
          <a:xfrm>
            <a:off x="9884664" y="3108960"/>
            <a:ext cx="1783080" cy="1097280"/>
          </a:xfrm>
          <a:prstGeom prst="rect">
            <a:avLst/>
          </a:prstGeom>
          <a:noFill/>
        </p:spPr>
        <p:txBody>
          <a:bodyPr wrap="square" anchor="t" lIns="0" rIns="0" tIns="0" bIns="0">
            <a:spAutoFit/>
          </a:bodyPr>
          <a:lstStyle/>
          <a:p>
            <a:pPr algn="l">
              <a:lnSpc>
                <a:spcPct val="105000"/>
              </a:lnSpc>
            </a:pPr>
            <a:r>
              <a:rPr sz="1400" b="1">
                <a:solidFill>
                  <a:srgbClr val="FFFFFF"/>
                </a:solidFill>
                <a:latin typeface="Amazon Ember"/>
              </a:rPr>
              <a:t>Continuous</a:t>
            </a:r>
          </a:p>
          <a:p>
            <a:pPr algn="l">
              <a:lnSpc>
                <a:spcPct val="105000"/>
              </a:lnSpc>
            </a:pPr>
            <a:r>
              <a:rPr sz="1400" b="1">
                <a:solidFill>
                  <a:srgbClr val="FFFFFF"/>
                </a:solidFill>
                <a:latin typeface="Amazon Ember"/>
              </a:rPr>
              <a:t>Relationship Mgmt</a:t>
            </a:r>
          </a:p>
        </p:txBody>
      </p:sp>
      <p:sp>
        <p:nvSpPr>
          <p:cNvPr id="28" name="TextBox 27"/>
          <p:cNvSpPr txBox="1"/>
          <p:nvPr/>
        </p:nvSpPr>
        <p:spPr>
          <a:xfrm>
            <a:off x="9884664" y="4251960"/>
            <a:ext cx="1783080" cy="1005840"/>
          </a:xfrm>
          <a:prstGeom prst="rect">
            <a:avLst/>
          </a:prstGeom>
          <a:noFill/>
        </p:spPr>
        <p:txBody>
          <a:bodyPr wrap="square" anchor="t" lIns="0" rIns="0" tIns="0" bIns="0">
            <a:spAutoFit/>
          </a:bodyPr>
          <a:lstStyle/>
          <a:p>
            <a:pPr algn="l">
              <a:lnSpc>
                <a:spcPct val="115000"/>
              </a:lnSpc>
            </a:pPr>
            <a:r>
              <a:rPr sz="1100" b="0">
                <a:solidFill>
                  <a:srgbClr val="B8B4AC"/>
                </a:solidFill>
                <a:latin typeface="Amazon Ember"/>
              </a:rPr>
              <a:t>Adapt as customer needs and life stages evolve</a:t>
            </a:r>
          </a:p>
        </p:txBody>
      </p:sp>
    </p:spTree>
    <p:extLst>
      <p:ext uri="{BB962C8B-B14F-4D97-AF65-F5344CB8AC3E}">
        <p14:creationId xmlns:p14="http://schemas.microsoft.com/office/powerpoint/2010/main" val="1680666047"/>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Box 1"/>
          <p:cNvSpPr txBox="1"/>
          <p:nvPr/>
        </p:nvSpPr>
        <p:spPr>
          <a:xfrm>
            <a:off x="548640" y="365760"/>
            <a:ext cx="10972800" cy="731520"/>
          </a:xfrm>
          <a:prstGeom prst="rect">
            <a:avLst/>
          </a:prstGeom>
          <a:noFill/>
        </p:spPr>
        <p:txBody>
          <a:bodyPr wrap="square" anchor="t" lIns="0" rIns="0" tIns="0" bIns="0">
            <a:spAutoFit/>
          </a:bodyPr>
          <a:lstStyle/>
          <a:p>
            <a:pPr algn="l"/>
            <a:r>
              <a:rPr sz="3000" b="1">
                <a:solidFill>
                  <a:srgbClr val="FFFFFF"/>
                </a:solidFill>
                <a:latin typeface="Amazon Ember"/>
              </a:rPr>
              <a:t>ShopSphere reference architecture</a:t>
            </a:r>
          </a:p>
        </p:txBody>
      </p:sp>
      <p:pic>
        <p:nvPicPr>
          <p:cNvPr id="3" name="Picture 2" descr="architecture_dark.png"/>
          <p:cNvPicPr>
            <a:picLocks noChangeAspect="1"/>
          </p:cNvPicPr>
          <p:nvPr/>
        </p:nvPicPr>
        <p:blipFill>
          <a:blip r:embed="rId2"/>
          <a:stretch>
            <a:fillRect/>
          </a:stretch>
        </p:blipFill>
        <p:spPr>
          <a:xfrm>
            <a:off x="457200" y="1143000"/>
            <a:ext cx="11274552" cy="5450277"/>
          </a:xfrm>
          <a:prstGeom prst="rect">
            <a:avLst/>
          </a:prstGeom>
        </p:spPr>
      </p:pic>
    </p:spTree>
    <p:extLst>
      <p:ext uri="{BB962C8B-B14F-4D97-AF65-F5344CB8AC3E}">
        <p14:creationId xmlns:p14="http://schemas.microsoft.com/office/powerpoint/2010/main" val="1680666047"/>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Box 1"/>
          <p:cNvSpPr txBox="1"/>
          <p:nvPr/>
        </p:nvSpPr>
        <p:spPr>
          <a:xfrm>
            <a:off x="548640" y="457200"/>
            <a:ext cx="10972800" cy="822960"/>
          </a:xfrm>
          <a:prstGeom prst="rect">
            <a:avLst/>
          </a:prstGeom>
          <a:noFill/>
        </p:spPr>
        <p:txBody>
          <a:bodyPr wrap="square" anchor="t" lIns="0" rIns="0" tIns="0" bIns="0">
            <a:spAutoFit/>
          </a:bodyPr>
          <a:lstStyle/>
          <a:p>
            <a:pPr algn="l"/>
            <a:r>
              <a:rPr sz="3200" b="1">
                <a:solidFill>
                  <a:srgbClr val="FFFFFF"/>
                </a:solidFill>
                <a:latin typeface="Amazon Ember"/>
              </a:rPr>
              <a:t>The 5 demo components</a:t>
            </a:r>
          </a:p>
        </p:txBody>
      </p:sp>
      <p:sp>
        <p:nvSpPr>
          <p:cNvPr id="3" name="Rectangle 2"/>
          <p:cNvSpPr/>
          <p:nvPr/>
        </p:nvSpPr>
        <p:spPr>
          <a:xfrm>
            <a:off x="548640" y="1645920"/>
            <a:ext cx="11064240" cy="841248"/>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1883664"/>
            <a:ext cx="384048" cy="38404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01952"/>
            <a:ext cx="384048" cy="384048"/>
          </a:xfrm>
          <a:prstGeom prst="rect">
            <a:avLst/>
          </a:prstGeom>
          <a:noFill/>
        </p:spPr>
        <p:txBody>
          <a:bodyPr wrap="square" anchor="t" lIns="0" rIns="0" tIns="0" bIns="0">
            <a:spAutoFit/>
          </a:bodyPr>
          <a:lstStyle/>
          <a:p>
            <a:pPr algn="ctr"/>
            <a:r>
              <a:rPr sz="1800" b="1">
                <a:solidFill>
                  <a:srgbClr val="000000"/>
                </a:solidFill>
                <a:latin typeface="Amazon Ember"/>
              </a:rPr>
              <a:t>1</a:t>
            </a:r>
          </a:p>
        </p:txBody>
      </p:sp>
      <p:sp>
        <p:nvSpPr>
          <p:cNvPr id="6" name="TextBox 5"/>
          <p:cNvSpPr txBox="1"/>
          <p:nvPr/>
        </p:nvSpPr>
        <p:spPr>
          <a:xfrm>
            <a:off x="1463040" y="1764792"/>
            <a:ext cx="4206240" cy="658368"/>
          </a:xfrm>
          <a:prstGeom prst="rect">
            <a:avLst/>
          </a:prstGeom>
          <a:noFill/>
        </p:spPr>
        <p:txBody>
          <a:bodyPr wrap="square" anchor="ctr" lIns="0" rIns="0" tIns="0" bIns="0">
            <a:spAutoFit/>
          </a:bodyPr>
          <a:lstStyle/>
          <a:p>
            <a:pPr algn="l"/>
            <a:r>
              <a:rPr sz="1600" b="1">
                <a:solidFill>
                  <a:srgbClr val="FFFFFF"/>
                </a:solidFill>
                <a:latin typeface="Amazon Ember"/>
              </a:rPr>
              <a:t>Customer 360 Lakehouse</a:t>
            </a:r>
          </a:p>
        </p:txBody>
      </p:sp>
      <p:sp>
        <p:nvSpPr>
          <p:cNvPr id="7" name="TextBox 6"/>
          <p:cNvSpPr txBox="1"/>
          <p:nvPr/>
        </p:nvSpPr>
        <p:spPr>
          <a:xfrm>
            <a:off x="5760720" y="1764792"/>
            <a:ext cx="3291840" cy="658368"/>
          </a:xfrm>
          <a:prstGeom prst="rect">
            <a:avLst/>
          </a:prstGeom>
          <a:noFill/>
        </p:spPr>
        <p:txBody>
          <a:bodyPr wrap="square" anchor="ctr" lIns="0" rIns="0" tIns="0" bIns="0">
            <a:spAutoFit/>
          </a:bodyPr>
          <a:lstStyle/>
          <a:p>
            <a:pPr algn="l"/>
            <a:r>
              <a:rPr sz="1300" b="0">
                <a:solidFill>
                  <a:srgbClr val="B8B4AC"/>
                </a:solidFill>
                <a:latin typeface="Amazon Ember"/>
              </a:rPr>
              <a:t>S3 → Glue → Iceberg</a:t>
            </a:r>
          </a:p>
        </p:txBody>
      </p:sp>
      <p:sp>
        <p:nvSpPr>
          <p:cNvPr id="8" name="TextBox 7"/>
          <p:cNvSpPr txBox="1"/>
          <p:nvPr/>
        </p:nvSpPr>
        <p:spPr>
          <a:xfrm>
            <a:off x="9144000" y="1764792"/>
            <a:ext cx="2377440" cy="658368"/>
          </a:xfrm>
          <a:prstGeom prst="rect">
            <a:avLst/>
          </a:prstGeom>
          <a:noFill/>
        </p:spPr>
        <p:txBody>
          <a:bodyPr wrap="square" anchor="ctr" lIns="0" rIns="0" tIns="0" bIns="0">
            <a:spAutoFit/>
          </a:bodyPr>
          <a:lstStyle/>
          <a:p>
            <a:pPr algn="l"/>
            <a:r>
              <a:rPr sz="1200" b="1">
                <a:solidFill>
                  <a:srgbClr val="FF6200"/>
                </a:solidFill>
                <a:latin typeface="Amazon Ember"/>
              </a:rPr>
              <a:t>Unified Intelligence</a:t>
            </a:r>
          </a:p>
        </p:txBody>
      </p:sp>
      <p:sp>
        <p:nvSpPr>
          <p:cNvPr id="9" name="Rectangle 8"/>
          <p:cNvSpPr/>
          <p:nvPr/>
        </p:nvSpPr>
        <p:spPr>
          <a:xfrm>
            <a:off x="548640" y="2596896"/>
            <a:ext cx="11064240" cy="841248"/>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834640"/>
            <a:ext cx="384048" cy="384048"/>
          </a:xfrm>
          <a:prstGeom prst="rect">
            <a:avLst/>
          </a:prstGeom>
          <a:solidFill>
            <a:srgbClr val="B05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852928"/>
            <a:ext cx="384048" cy="384048"/>
          </a:xfrm>
          <a:prstGeom prst="rect">
            <a:avLst/>
          </a:prstGeom>
          <a:noFill/>
        </p:spPr>
        <p:txBody>
          <a:bodyPr wrap="square" anchor="t" lIns="0" rIns="0" tIns="0" bIns="0">
            <a:spAutoFit/>
          </a:bodyPr>
          <a:lstStyle/>
          <a:p>
            <a:pPr algn="ctr"/>
            <a:r>
              <a:rPr sz="1800" b="1">
                <a:solidFill>
                  <a:srgbClr val="000000"/>
                </a:solidFill>
                <a:latin typeface="Amazon Ember"/>
              </a:rPr>
              <a:t>2</a:t>
            </a:r>
          </a:p>
        </p:txBody>
      </p:sp>
      <p:sp>
        <p:nvSpPr>
          <p:cNvPr id="12" name="TextBox 11"/>
          <p:cNvSpPr txBox="1"/>
          <p:nvPr/>
        </p:nvSpPr>
        <p:spPr>
          <a:xfrm>
            <a:off x="1463040" y="2715768"/>
            <a:ext cx="4206240" cy="658368"/>
          </a:xfrm>
          <a:prstGeom prst="rect">
            <a:avLst/>
          </a:prstGeom>
          <a:noFill/>
        </p:spPr>
        <p:txBody>
          <a:bodyPr wrap="square" anchor="ctr" lIns="0" rIns="0" tIns="0" bIns="0">
            <a:spAutoFit/>
          </a:bodyPr>
          <a:lstStyle/>
          <a:p>
            <a:pPr algn="l"/>
            <a:r>
              <a:rPr sz="1600" b="1">
                <a:solidFill>
                  <a:srgbClr val="FFFFFF"/>
                </a:solidFill>
                <a:latin typeface="Amazon Ember"/>
              </a:rPr>
              <a:t>Next-Best-Product ML</a:t>
            </a:r>
          </a:p>
        </p:txBody>
      </p:sp>
      <p:sp>
        <p:nvSpPr>
          <p:cNvPr id="13" name="TextBox 12"/>
          <p:cNvSpPr txBox="1"/>
          <p:nvPr/>
        </p:nvSpPr>
        <p:spPr>
          <a:xfrm>
            <a:off x="5760720" y="2715768"/>
            <a:ext cx="3291840" cy="658368"/>
          </a:xfrm>
          <a:prstGeom prst="rect">
            <a:avLst/>
          </a:prstGeom>
          <a:noFill/>
        </p:spPr>
        <p:txBody>
          <a:bodyPr wrap="square" anchor="ctr" lIns="0" rIns="0" tIns="0" bIns="0">
            <a:spAutoFit/>
          </a:bodyPr>
          <a:lstStyle/>
          <a:p>
            <a:pPr algn="l"/>
            <a:r>
              <a:rPr sz="1300" b="0">
                <a:solidFill>
                  <a:srgbClr val="B8B4AC"/>
                </a:solidFill>
                <a:latin typeface="Amazon Ember"/>
              </a:rPr>
              <a:t>Redshift ML propensity</a:t>
            </a:r>
          </a:p>
        </p:txBody>
      </p:sp>
      <p:sp>
        <p:nvSpPr>
          <p:cNvPr id="14" name="TextBox 13"/>
          <p:cNvSpPr txBox="1"/>
          <p:nvPr/>
        </p:nvSpPr>
        <p:spPr>
          <a:xfrm>
            <a:off x="9144000" y="2715768"/>
            <a:ext cx="2377440" cy="658368"/>
          </a:xfrm>
          <a:prstGeom prst="rect">
            <a:avLst/>
          </a:prstGeom>
          <a:noFill/>
        </p:spPr>
        <p:txBody>
          <a:bodyPr wrap="square" anchor="ctr" lIns="0" rIns="0" tIns="0" bIns="0">
            <a:spAutoFit/>
          </a:bodyPr>
          <a:lstStyle/>
          <a:p>
            <a:pPr algn="l"/>
            <a:r>
              <a:rPr sz="1200" b="1">
                <a:solidFill>
                  <a:srgbClr val="B052FF"/>
                </a:solidFill>
                <a:latin typeface="Amazon Ember"/>
              </a:rPr>
              <a:t>Next-Best-Action</a:t>
            </a:r>
          </a:p>
        </p:txBody>
      </p:sp>
      <p:sp>
        <p:nvSpPr>
          <p:cNvPr id="15" name="Rectangle 14"/>
          <p:cNvSpPr/>
          <p:nvPr/>
        </p:nvSpPr>
        <p:spPr>
          <a:xfrm>
            <a:off x="548640" y="3547872"/>
            <a:ext cx="11064240" cy="841248"/>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785616"/>
            <a:ext cx="384048" cy="384048"/>
          </a:xfrm>
          <a:prstGeom prst="rect">
            <a:avLst/>
          </a:prstGeom>
          <a:solidFill>
            <a:srgbClr val="FF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803904"/>
            <a:ext cx="384048" cy="384048"/>
          </a:xfrm>
          <a:prstGeom prst="rect">
            <a:avLst/>
          </a:prstGeom>
          <a:noFill/>
        </p:spPr>
        <p:txBody>
          <a:bodyPr wrap="square" anchor="t" lIns="0" rIns="0" tIns="0" bIns="0">
            <a:spAutoFit/>
          </a:bodyPr>
          <a:lstStyle/>
          <a:p>
            <a:pPr algn="ctr"/>
            <a:r>
              <a:rPr sz="1800" b="1">
                <a:solidFill>
                  <a:srgbClr val="000000"/>
                </a:solidFill>
                <a:latin typeface="Amazon Ember"/>
              </a:rPr>
              <a:t>3</a:t>
            </a:r>
          </a:p>
        </p:txBody>
      </p:sp>
      <p:sp>
        <p:nvSpPr>
          <p:cNvPr id="18" name="TextBox 17"/>
          <p:cNvSpPr txBox="1"/>
          <p:nvPr/>
        </p:nvSpPr>
        <p:spPr>
          <a:xfrm>
            <a:off x="1463040" y="3666744"/>
            <a:ext cx="4206240" cy="658368"/>
          </a:xfrm>
          <a:prstGeom prst="rect">
            <a:avLst/>
          </a:prstGeom>
          <a:noFill/>
        </p:spPr>
        <p:txBody>
          <a:bodyPr wrap="square" anchor="ctr" lIns="0" rIns="0" tIns="0" bIns="0">
            <a:spAutoFit/>
          </a:bodyPr>
          <a:lstStyle/>
          <a:p>
            <a:pPr algn="l"/>
            <a:r>
              <a:rPr sz="1600" b="1">
                <a:solidFill>
                  <a:srgbClr val="FFFFFF"/>
                </a:solidFill>
                <a:latin typeface="Amazon Ember"/>
              </a:rPr>
              <a:t>Semantic / Multimodal Search</a:t>
            </a:r>
          </a:p>
        </p:txBody>
      </p:sp>
      <p:sp>
        <p:nvSpPr>
          <p:cNvPr id="19" name="TextBox 18"/>
          <p:cNvSpPr txBox="1"/>
          <p:nvPr/>
        </p:nvSpPr>
        <p:spPr>
          <a:xfrm>
            <a:off x="5760720" y="3666744"/>
            <a:ext cx="3291840" cy="658368"/>
          </a:xfrm>
          <a:prstGeom prst="rect">
            <a:avLst/>
          </a:prstGeom>
          <a:noFill/>
        </p:spPr>
        <p:txBody>
          <a:bodyPr wrap="square" anchor="ctr" lIns="0" rIns="0" tIns="0" bIns="0">
            <a:spAutoFit/>
          </a:bodyPr>
          <a:lstStyle/>
          <a:p>
            <a:pPr algn="l"/>
            <a:r>
              <a:rPr sz="1300" b="0">
                <a:solidFill>
                  <a:srgbClr val="B8B4AC"/>
                </a:solidFill>
                <a:latin typeface="Amazon Ember"/>
              </a:rPr>
              <a:t>Titan embeddings → S3 Vectors</a:t>
            </a:r>
          </a:p>
        </p:txBody>
      </p:sp>
      <p:sp>
        <p:nvSpPr>
          <p:cNvPr id="20" name="TextBox 19"/>
          <p:cNvSpPr txBox="1"/>
          <p:nvPr/>
        </p:nvSpPr>
        <p:spPr>
          <a:xfrm>
            <a:off x="9144000" y="3666744"/>
            <a:ext cx="2377440" cy="658368"/>
          </a:xfrm>
          <a:prstGeom prst="rect">
            <a:avLst/>
          </a:prstGeom>
          <a:noFill/>
        </p:spPr>
        <p:txBody>
          <a:bodyPr wrap="square" anchor="ctr" lIns="0" rIns="0" tIns="0" bIns="0">
            <a:spAutoFit/>
          </a:bodyPr>
          <a:lstStyle/>
          <a:p>
            <a:pPr algn="l"/>
            <a:r>
              <a:rPr sz="1200" b="1">
                <a:solidFill>
                  <a:srgbClr val="FF4D8B"/>
                </a:solidFill>
                <a:latin typeface="Amazon Ember"/>
              </a:rPr>
              <a:t>Hyper-Personalized</a:t>
            </a:r>
          </a:p>
        </p:txBody>
      </p:sp>
      <p:sp>
        <p:nvSpPr>
          <p:cNvPr id="21" name="Rectangle 20"/>
          <p:cNvSpPr/>
          <p:nvPr/>
        </p:nvSpPr>
        <p:spPr>
          <a:xfrm>
            <a:off x="548640" y="4498848"/>
            <a:ext cx="11064240" cy="841248"/>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36592"/>
            <a:ext cx="384048" cy="384048"/>
          </a:xfrm>
          <a:prstGeom prst="rect">
            <a:avLst/>
          </a:prstGeom>
          <a:solidFill>
            <a:srgbClr val="05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754880"/>
            <a:ext cx="384048" cy="384048"/>
          </a:xfrm>
          <a:prstGeom prst="rect">
            <a:avLst/>
          </a:prstGeom>
          <a:noFill/>
        </p:spPr>
        <p:txBody>
          <a:bodyPr wrap="square" anchor="t" lIns="0" rIns="0" tIns="0" bIns="0">
            <a:spAutoFit/>
          </a:bodyPr>
          <a:lstStyle/>
          <a:p>
            <a:pPr algn="ctr"/>
            <a:r>
              <a:rPr sz="1800" b="1">
                <a:solidFill>
                  <a:srgbClr val="000000"/>
                </a:solidFill>
                <a:latin typeface="Amazon Ember"/>
              </a:rPr>
              <a:t>4</a:t>
            </a:r>
          </a:p>
        </p:txBody>
      </p:sp>
      <p:sp>
        <p:nvSpPr>
          <p:cNvPr id="24" name="TextBox 23"/>
          <p:cNvSpPr txBox="1"/>
          <p:nvPr/>
        </p:nvSpPr>
        <p:spPr>
          <a:xfrm>
            <a:off x="1463040" y="4617720"/>
            <a:ext cx="4206240" cy="658368"/>
          </a:xfrm>
          <a:prstGeom prst="rect">
            <a:avLst/>
          </a:prstGeom>
          <a:noFill/>
        </p:spPr>
        <p:txBody>
          <a:bodyPr wrap="square" anchor="ctr" lIns="0" rIns="0" tIns="0" bIns="0">
            <a:spAutoFit/>
          </a:bodyPr>
          <a:lstStyle/>
          <a:p>
            <a:pPr algn="l"/>
            <a:r>
              <a:rPr sz="1600" b="1">
                <a:solidFill>
                  <a:srgbClr val="FFFFFF"/>
                </a:solidFill>
                <a:latin typeface="Amazon Ember"/>
              </a:rPr>
              <a:t>Agentic Shopping Assistant</a:t>
            </a:r>
          </a:p>
        </p:txBody>
      </p:sp>
      <p:sp>
        <p:nvSpPr>
          <p:cNvPr id="25" name="TextBox 24"/>
          <p:cNvSpPr txBox="1"/>
          <p:nvPr/>
        </p:nvSpPr>
        <p:spPr>
          <a:xfrm>
            <a:off x="5760720" y="4617720"/>
            <a:ext cx="3291840" cy="658368"/>
          </a:xfrm>
          <a:prstGeom prst="rect">
            <a:avLst/>
          </a:prstGeom>
          <a:noFill/>
        </p:spPr>
        <p:txBody>
          <a:bodyPr wrap="square" anchor="ctr" lIns="0" rIns="0" tIns="0" bIns="0">
            <a:spAutoFit/>
          </a:bodyPr>
          <a:lstStyle/>
          <a:p>
            <a:pPr algn="l"/>
            <a:r>
              <a:rPr sz="1300" b="0">
                <a:solidFill>
                  <a:srgbClr val="B8B4AC"/>
                </a:solidFill>
                <a:latin typeface="Amazon Ember"/>
              </a:rPr>
              <a:t>Bedrock AgentCore AR/EN</a:t>
            </a:r>
          </a:p>
        </p:txBody>
      </p:sp>
      <p:sp>
        <p:nvSpPr>
          <p:cNvPr id="26" name="TextBox 25"/>
          <p:cNvSpPr txBox="1"/>
          <p:nvPr/>
        </p:nvSpPr>
        <p:spPr>
          <a:xfrm>
            <a:off x="9144000" y="4617720"/>
            <a:ext cx="2377440" cy="658368"/>
          </a:xfrm>
          <a:prstGeom prst="rect">
            <a:avLst/>
          </a:prstGeom>
          <a:noFill/>
        </p:spPr>
        <p:txBody>
          <a:bodyPr wrap="square" anchor="ctr" lIns="0" rIns="0" tIns="0" bIns="0">
            <a:spAutoFit/>
          </a:bodyPr>
          <a:lstStyle/>
          <a:p>
            <a:pPr algn="l"/>
            <a:r>
              <a:rPr sz="1200" b="1">
                <a:solidFill>
                  <a:srgbClr val="0578FF"/>
                </a:solidFill>
                <a:latin typeface="Amazon Ember"/>
              </a:rPr>
              <a:t>Real-Time Orchestration</a:t>
            </a:r>
          </a:p>
        </p:txBody>
      </p:sp>
      <p:sp>
        <p:nvSpPr>
          <p:cNvPr id="27" name="Rectangle 26"/>
          <p:cNvSpPr/>
          <p:nvPr/>
        </p:nvSpPr>
        <p:spPr>
          <a:xfrm>
            <a:off x="548640" y="5449824"/>
            <a:ext cx="11064240" cy="841248"/>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687568"/>
            <a:ext cx="384048" cy="384048"/>
          </a:xfrm>
          <a:prstGeom prst="rect">
            <a:avLst/>
          </a:prstGeom>
          <a:solidFill>
            <a:srgbClr val="6EE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705856"/>
            <a:ext cx="384048" cy="384048"/>
          </a:xfrm>
          <a:prstGeom prst="rect">
            <a:avLst/>
          </a:prstGeom>
          <a:noFill/>
        </p:spPr>
        <p:txBody>
          <a:bodyPr wrap="square" anchor="t" lIns="0" rIns="0" tIns="0" bIns="0">
            <a:spAutoFit/>
          </a:bodyPr>
          <a:lstStyle/>
          <a:p>
            <a:pPr algn="ctr"/>
            <a:r>
              <a:rPr sz="1800" b="1">
                <a:solidFill>
                  <a:srgbClr val="000000"/>
                </a:solidFill>
                <a:latin typeface="Amazon Ember"/>
              </a:rPr>
              <a:t>5</a:t>
            </a:r>
          </a:p>
        </p:txBody>
      </p:sp>
      <p:sp>
        <p:nvSpPr>
          <p:cNvPr id="30" name="TextBox 29"/>
          <p:cNvSpPr txBox="1"/>
          <p:nvPr/>
        </p:nvSpPr>
        <p:spPr>
          <a:xfrm>
            <a:off x="1463040" y="5568696"/>
            <a:ext cx="4206240" cy="658368"/>
          </a:xfrm>
          <a:prstGeom prst="rect">
            <a:avLst/>
          </a:prstGeom>
          <a:noFill/>
        </p:spPr>
        <p:txBody>
          <a:bodyPr wrap="square" anchor="ctr" lIns="0" rIns="0" tIns="0" bIns="0">
            <a:spAutoFit/>
          </a:bodyPr>
          <a:lstStyle/>
          <a:p>
            <a:pPr algn="l"/>
            <a:r>
              <a:rPr sz="1600" b="1">
                <a:solidFill>
                  <a:srgbClr val="FFFFFF"/>
                </a:solidFill>
                <a:latin typeface="Amazon Ember"/>
              </a:rPr>
              <a:t>Personalization Dashboard</a:t>
            </a:r>
          </a:p>
        </p:txBody>
      </p:sp>
      <p:sp>
        <p:nvSpPr>
          <p:cNvPr id="31" name="TextBox 30"/>
          <p:cNvSpPr txBox="1"/>
          <p:nvPr/>
        </p:nvSpPr>
        <p:spPr>
          <a:xfrm>
            <a:off x="5760720" y="5568696"/>
            <a:ext cx="3291840" cy="658368"/>
          </a:xfrm>
          <a:prstGeom prst="rect">
            <a:avLst/>
          </a:prstGeom>
          <a:noFill/>
        </p:spPr>
        <p:txBody>
          <a:bodyPr wrap="square" anchor="ctr" lIns="0" rIns="0" tIns="0" bIns="0">
            <a:spAutoFit/>
          </a:bodyPr>
          <a:lstStyle/>
          <a:p>
            <a:pPr algn="l"/>
            <a:r>
              <a:rPr sz="1300" b="0">
                <a:solidFill>
                  <a:srgbClr val="B8B4AC"/>
                </a:solidFill>
                <a:latin typeface="Amazon Ember"/>
              </a:rPr>
              <a:t>Redshift Direct Query → QuickSight</a:t>
            </a:r>
          </a:p>
        </p:txBody>
      </p:sp>
      <p:sp>
        <p:nvSpPr>
          <p:cNvPr id="32" name="TextBox 31"/>
          <p:cNvSpPr txBox="1"/>
          <p:nvPr/>
        </p:nvSpPr>
        <p:spPr>
          <a:xfrm>
            <a:off x="9144000" y="5568696"/>
            <a:ext cx="2377440" cy="658368"/>
          </a:xfrm>
          <a:prstGeom prst="rect">
            <a:avLst/>
          </a:prstGeom>
          <a:noFill/>
        </p:spPr>
        <p:txBody>
          <a:bodyPr wrap="square" anchor="ctr" lIns="0" rIns="0" tIns="0" bIns="0">
            <a:spAutoFit/>
          </a:bodyPr>
          <a:lstStyle/>
          <a:p>
            <a:pPr algn="l"/>
            <a:r>
              <a:rPr sz="1200" b="1">
                <a:solidFill>
                  <a:srgbClr val="6EE750"/>
                </a:solidFill>
                <a:latin typeface="Amazon Ember"/>
              </a:rPr>
              <a:t>Continuous Relationship</a:t>
            </a:r>
          </a:p>
        </p:txBody>
      </p:sp>
    </p:spTree>
    <p:extLst>
      <p:ext uri="{BB962C8B-B14F-4D97-AF65-F5344CB8AC3E}">
        <p14:creationId xmlns:p14="http://schemas.microsoft.com/office/powerpoint/2010/main" val="1680666047"/>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Box 1"/>
          <p:cNvSpPr txBox="1"/>
          <p:nvPr/>
        </p:nvSpPr>
        <p:spPr>
          <a:xfrm>
            <a:off x="548640" y="457200"/>
            <a:ext cx="10972800" cy="822960"/>
          </a:xfrm>
          <a:prstGeom prst="rect">
            <a:avLst/>
          </a:prstGeom>
          <a:noFill/>
        </p:spPr>
        <p:txBody>
          <a:bodyPr wrap="square" anchor="t" lIns="0" rIns="0" tIns="0" bIns="0">
            <a:spAutoFit/>
          </a:bodyPr>
          <a:lstStyle/>
          <a:p>
            <a:pPr algn="l"/>
            <a:r>
              <a:rPr sz="3400" b="1">
                <a:solidFill>
                  <a:srgbClr val="FFFFFF"/>
                </a:solidFill>
                <a:latin typeface="Amazon Ember"/>
              </a:rPr>
              <a:t>The recommendation engine</a:t>
            </a:r>
          </a:p>
        </p:txBody>
      </p:sp>
      <p:sp>
        <p:nvSpPr>
          <p:cNvPr id="3" name="TextBox 2"/>
          <p:cNvSpPr txBox="1"/>
          <p:nvPr/>
        </p:nvSpPr>
        <p:spPr>
          <a:xfrm>
            <a:off x="548640" y="1554480"/>
            <a:ext cx="5120640" cy="4114800"/>
          </a:xfrm>
          <a:prstGeom prst="rect">
            <a:avLst/>
          </a:prstGeom>
          <a:noFill/>
        </p:spPr>
        <p:txBody>
          <a:bodyPr wrap="square" anchor="t" lIns="0" rIns="0" tIns="0" bIns="0">
            <a:spAutoFit/>
          </a:bodyPr>
          <a:lstStyle/>
          <a:p>
            <a:pPr algn="l">
              <a:lnSpc>
                <a:spcPct val="130000"/>
              </a:lnSpc>
            </a:pPr>
            <a:r>
              <a:rPr sz="1600" b="0">
                <a:solidFill>
                  <a:srgbClr val="B8B4AC"/>
                </a:solidFill>
                <a:latin typeface="Amazon Ember"/>
              </a:rPr>
              <a:t>Redshift ML trains a propensity model on behavioral, monetary and demographic features — entirely inside the warehouse.</a:t>
            </a:r>
          </a:p>
          <a:p>
            <a:pPr algn="l">
              <a:lnSpc>
                <a:spcPct val="130000"/>
              </a:lnSpc>
            </a:pPr>
            <a:r>
              <a:rPr sz="1600" b="0">
                <a:solidFill>
                  <a:srgbClr val="B8B4AC"/>
                </a:solidFill>
                <a:latin typeface="Amazon Ember"/>
              </a:rPr>
              <a:t/>
            </a:r>
          </a:p>
          <a:p>
            <a:pPr algn="l">
              <a:lnSpc>
                <a:spcPct val="130000"/>
              </a:lnSpc>
            </a:pPr>
            <a:r>
              <a:rPr sz="1600" b="0">
                <a:solidFill>
                  <a:srgbClr val="B8B4AC"/>
                </a:solidFill>
                <a:latin typeface="Amazon Ember"/>
              </a:rPr>
              <a:t>It scores every customer × category, ranks categories, then joins to top products the customer hasn't bought yet — a top-5 next-best-product list per shopper.</a:t>
            </a:r>
          </a:p>
          <a:p>
            <a:pPr algn="l">
              <a:lnSpc>
                <a:spcPct val="130000"/>
              </a:lnSpc>
            </a:pPr>
            <a:r>
              <a:rPr sz="1600" b="0">
                <a:solidFill>
                  <a:srgbClr val="B8B4AC"/>
                </a:solidFill>
                <a:latin typeface="Amazon Ember"/>
              </a:rPr>
              <a:t/>
            </a:r>
          </a:p>
          <a:p>
            <a:pPr algn="l">
              <a:lnSpc>
                <a:spcPct val="130000"/>
              </a:lnSpc>
            </a:pPr>
            <a:r>
              <a:rPr sz="1600" b="0">
                <a:solidFill>
                  <a:srgbClr val="B8B4AC"/>
                </a:solidFill>
                <a:latin typeface="Amazon Ember"/>
              </a:rPr>
              <a:t>No separate ML platform. No data egress.</a:t>
            </a:r>
          </a:p>
        </p:txBody>
      </p:sp>
      <p:sp>
        <p:nvSpPr>
          <p:cNvPr id="4" name="Rectangle 3"/>
          <p:cNvSpPr/>
          <p:nvPr/>
        </p:nvSpPr>
        <p:spPr>
          <a:xfrm>
            <a:off x="6035040" y="1554480"/>
            <a:ext cx="283464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35040" y="1554480"/>
            <a:ext cx="73152" cy="1783080"/>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783080"/>
            <a:ext cx="2377440" cy="731520"/>
          </a:xfrm>
          <a:prstGeom prst="rect">
            <a:avLst/>
          </a:prstGeom>
          <a:noFill/>
        </p:spPr>
        <p:txBody>
          <a:bodyPr wrap="square" anchor="t" lIns="0" rIns="0" tIns="0" bIns="0">
            <a:spAutoFit/>
          </a:bodyPr>
          <a:lstStyle/>
          <a:p>
            <a:pPr algn="l"/>
            <a:r>
              <a:rPr sz="2600" b="1">
                <a:solidFill>
                  <a:srgbClr val="FF6200"/>
                </a:solidFill>
                <a:latin typeface="Amazon Ember"/>
              </a:rPr>
              <a:t>Binary</a:t>
            </a:r>
          </a:p>
        </p:txBody>
      </p:sp>
      <p:sp>
        <p:nvSpPr>
          <p:cNvPr id="7" name="TextBox 6"/>
          <p:cNvSpPr txBox="1"/>
          <p:nvPr/>
        </p:nvSpPr>
        <p:spPr>
          <a:xfrm>
            <a:off x="6309360" y="2468880"/>
            <a:ext cx="2377440" cy="777240"/>
          </a:xfrm>
          <a:prstGeom prst="rect">
            <a:avLst/>
          </a:prstGeom>
          <a:noFill/>
        </p:spPr>
        <p:txBody>
          <a:bodyPr wrap="square" anchor="t" lIns="0" rIns="0" tIns="0" bIns="0">
            <a:spAutoFit/>
          </a:bodyPr>
          <a:lstStyle/>
          <a:p>
            <a:pPr algn="l">
              <a:lnSpc>
                <a:spcPct val="110000"/>
              </a:lnSpc>
            </a:pPr>
            <a:r>
              <a:rPr sz="1200" b="0">
                <a:solidFill>
                  <a:srgbClr val="B8B4AC"/>
                </a:solidFill>
                <a:latin typeface="Amazon Ember"/>
              </a:rPr>
              <a:t>propensity model (ordered-in-category)</a:t>
            </a:r>
          </a:p>
        </p:txBody>
      </p:sp>
      <p:sp>
        <p:nvSpPr>
          <p:cNvPr id="8" name="Rectangle 7"/>
          <p:cNvSpPr/>
          <p:nvPr/>
        </p:nvSpPr>
        <p:spPr>
          <a:xfrm>
            <a:off x="9052560" y="1554480"/>
            <a:ext cx="283464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52560" y="1554480"/>
            <a:ext cx="73152" cy="1783080"/>
          </a:xfrm>
          <a:prstGeom prst="rect">
            <a:avLst/>
          </a:prstGeom>
          <a:solidFill>
            <a:srgbClr val="B05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0" y="1783080"/>
            <a:ext cx="2377440" cy="731520"/>
          </a:xfrm>
          <a:prstGeom prst="rect">
            <a:avLst/>
          </a:prstGeom>
          <a:noFill/>
        </p:spPr>
        <p:txBody>
          <a:bodyPr wrap="square" anchor="t" lIns="0" rIns="0" tIns="0" bIns="0">
            <a:spAutoFit/>
          </a:bodyPr>
          <a:lstStyle/>
          <a:p>
            <a:pPr algn="l"/>
            <a:r>
              <a:rPr sz="2600" b="1">
                <a:solidFill>
                  <a:srgbClr val="B052FF"/>
                </a:solidFill>
                <a:latin typeface="Amazon Ember"/>
              </a:rPr>
              <a:t>Top-5</a:t>
            </a:r>
          </a:p>
        </p:txBody>
      </p:sp>
      <p:sp>
        <p:nvSpPr>
          <p:cNvPr id="11" name="TextBox 10"/>
          <p:cNvSpPr txBox="1"/>
          <p:nvPr/>
        </p:nvSpPr>
        <p:spPr>
          <a:xfrm>
            <a:off x="9326880" y="2468880"/>
            <a:ext cx="2377440" cy="777240"/>
          </a:xfrm>
          <a:prstGeom prst="rect">
            <a:avLst/>
          </a:prstGeom>
          <a:noFill/>
        </p:spPr>
        <p:txBody>
          <a:bodyPr wrap="square" anchor="t" lIns="0" rIns="0" tIns="0" bIns="0">
            <a:spAutoFit/>
          </a:bodyPr>
          <a:lstStyle/>
          <a:p>
            <a:pPr algn="l">
              <a:lnSpc>
                <a:spcPct val="110000"/>
              </a:lnSpc>
            </a:pPr>
            <a:r>
              <a:rPr sz="1200" b="0">
                <a:solidFill>
                  <a:srgbClr val="B8B4AC"/>
                </a:solidFill>
                <a:latin typeface="Amazon Ember"/>
              </a:rPr>
              <a:t>next-best-product per customer</a:t>
            </a:r>
          </a:p>
        </p:txBody>
      </p:sp>
      <p:sp>
        <p:nvSpPr>
          <p:cNvPr id="12" name="Rectangle 11"/>
          <p:cNvSpPr/>
          <p:nvPr/>
        </p:nvSpPr>
        <p:spPr>
          <a:xfrm>
            <a:off x="6035040" y="3520440"/>
            <a:ext cx="283464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40" y="3520440"/>
            <a:ext cx="73152" cy="1783080"/>
          </a:xfrm>
          <a:prstGeom prst="rect">
            <a:avLst/>
          </a:prstGeom>
          <a:solidFill>
            <a:srgbClr val="FF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3749040"/>
            <a:ext cx="2377440" cy="731520"/>
          </a:xfrm>
          <a:prstGeom prst="rect">
            <a:avLst/>
          </a:prstGeom>
          <a:noFill/>
        </p:spPr>
        <p:txBody>
          <a:bodyPr wrap="square" anchor="t" lIns="0" rIns="0" tIns="0" bIns="0">
            <a:spAutoFit/>
          </a:bodyPr>
          <a:lstStyle/>
          <a:p>
            <a:pPr algn="l"/>
            <a:r>
              <a:rPr sz="2600" b="1">
                <a:solidFill>
                  <a:srgbClr val="FF4D8B"/>
                </a:solidFill>
                <a:latin typeface="Amazon Ember"/>
              </a:rPr>
              <a:t>In-DB</a:t>
            </a:r>
          </a:p>
        </p:txBody>
      </p:sp>
      <p:sp>
        <p:nvSpPr>
          <p:cNvPr id="15" name="TextBox 14"/>
          <p:cNvSpPr txBox="1"/>
          <p:nvPr/>
        </p:nvSpPr>
        <p:spPr>
          <a:xfrm>
            <a:off x="6309360" y="4434840"/>
            <a:ext cx="2377440" cy="777240"/>
          </a:xfrm>
          <a:prstGeom prst="rect">
            <a:avLst/>
          </a:prstGeom>
          <a:noFill/>
        </p:spPr>
        <p:txBody>
          <a:bodyPr wrap="square" anchor="t" lIns="0" rIns="0" tIns="0" bIns="0">
            <a:spAutoFit/>
          </a:bodyPr>
          <a:lstStyle/>
          <a:p>
            <a:pPr algn="l">
              <a:lnSpc>
                <a:spcPct val="110000"/>
              </a:lnSpc>
            </a:pPr>
            <a:r>
              <a:rPr sz="1200" b="0">
                <a:solidFill>
                  <a:srgbClr val="B8B4AC"/>
                </a:solidFill>
                <a:latin typeface="Amazon Ember"/>
              </a:rPr>
              <a:t>runs inside Redshift — no data movement</a:t>
            </a:r>
          </a:p>
        </p:txBody>
      </p:sp>
      <p:sp>
        <p:nvSpPr>
          <p:cNvPr id="16" name="Rectangle 15"/>
          <p:cNvSpPr/>
          <p:nvPr/>
        </p:nvSpPr>
        <p:spPr>
          <a:xfrm>
            <a:off x="9052560" y="3520440"/>
            <a:ext cx="283464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52560" y="3520440"/>
            <a:ext cx="73152" cy="1783080"/>
          </a:xfrm>
          <a:prstGeom prst="rect">
            <a:avLst/>
          </a:prstGeom>
          <a:solidFill>
            <a:srgbClr val="6EE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0" y="3749040"/>
            <a:ext cx="2377440" cy="731520"/>
          </a:xfrm>
          <a:prstGeom prst="rect">
            <a:avLst/>
          </a:prstGeom>
          <a:noFill/>
        </p:spPr>
        <p:txBody>
          <a:bodyPr wrap="square" anchor="t" lIns="0" rIns="0" tIns="0" bIns="0">
            <a:spAutoFit/>
          </a:bodyPr>
          <a:lstStyle/>
          <a:p>
            <a:pPr algn="l"/>
            <a:r>
              <a:rPr sz="2600" b="1">
                <a:solidFill>
                  <a:srgbClr val="6EE750"/>
                </a:solidFill>
                <a:latin typeface="Amazon Ember"/>
              </a:rPr>
              <a:t>~35%</a:t>
            </a:r>
          </a:p>
        </p:txBody>
      </p:sp>
      <p:sp>
        <p:nvSpPr>
          <p:cNvPr id="19" name="TextBox 18"/>
          <p:cNvSpPr txBox="1"/>
          <p:nvPr/>
        </p:nvSpPr>
        <p:spPr>
          <a:xfrm>
            <a:off x="9326880" y="4434840"/>
            <a:ext cx="2377440" cy="777240"/>
          </a:xfrm>
          <a:prstGeom prst="rect">
            <a:avLst/>
          </a:prstGeom>
          <a:noFill/>
        </p:spPr>
        <p:txBody>
          <a:bodyPr wrap="square" anchor="t" lIns="0" rIns="0" tIns="0" bIns="0">
            <a:spAutoFit/>
          </a:bodyPr>
          <a:lstStyle/>
          <a:p>
            <a:pPr algn="l">
              <a:lnSpc>
                <a:spcPct val="110000"/>
              </a:lnSpc>
            </a:pPr>
            <a:r>
              <a:rPr sz="1200" b="0">
                <a:solidFill>
                  <a:srgbClr val="B8B4AC"/>
                </a:solidFill>
                <a:latin typeface="Amazon Ember"/>
              </a:rPr>
              <a:t>the 'share of sales' engine, reimagined</a:t>
            </a:r>
          </a:p>
        </p:txBody>
      </p:sp>
    </p:spTree>
    <p:extLst>
      <p:ext uri="{BB962C8B-B14F-4D97-AF65-F5344CB8AC3E}">
        <p14:creationId xmlns:p14="http://schemas.microsoft.com/office/powerpoint/2010/main" val="1680666047"/>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Box 1"/>
          <p:cNvSpPr txBox="1"/>
          <p:nvPr/>
        </p:nvSpPr>
        <p:spPr>
          <a:xfrm>
            <a:off x="548640" y="457200"/>
            <a:ext cx="10972800" cy="822960"/>
          </a:xfrm>
          <a:prstGeom prst="rect">
            <a:avLst/>
          </a:prstGeom>
          <a:noFill/>
        </p:spPr>
        <p:txBody>
          <a:bodyPr wrap="square" anchor="t" lIns="0" rIns="0" tIns="0" bIns="0">
            <a:spAutoFit/>
          </a:bodyPr>
          <a:lstStyle/>
          <a:p>
            <a:pPr algn="l"/>
            <a:r>
              <a:rPr sz="3200" b="1">
                <a:solidFill>
                  <a:srgbClr val="FFFFFF"/>
                </a:solidFill>
                <a:latin typeface="Amazon Ember"/>
              </a:rPr>
              <a:t>The agentic shopping assistant</a:t>
            </a:r>
          </a:p>
        </p:txBody>
      </p:sp>
      <p:sp>
        <p:nvSpPr>
          <p:cNvPr id="3" name="TextBox 2"/>
          <p:cNvSpPr txBox="1"/>
          <p:nvPr/>
        </p:nvSpPr>
        <p:spPr>
          <a:xfrm>
            <a:off x="548640" y="1234440"/>
            <a:ext cx="10972800" cy="457200"/>
          </a:xfrm>
          <a:prstGeom prst="rect">
            <a:avLst/>
          </a:prstGeom>
          <a:noFill/>
        </p:spPr>
        <p:txBody>
          <a:bodyPr wrap="square" anchor="t" lIns="0" rIns="0" tIns="0" bIns="0">
            <a:spAutoFit/>
          </a:bodyPr>
          <a:lstStyle/>
          <a:p>
            <a:pPr algn="l"/>
            <a:r>
              <a:rPr sz="1300" b="0">
                <a:solidFill>
                  <a:srgbClr val="B8B4AC"/>
                </a:solidFill>
                <a:latin typeface="Amazon Ember"/>
              </a:rPr>
              <a:t>Bedrock AgentCore — inspired by Amazon's Agentic Shopping Assistant</a:t>
            </a:r>
          </a:p>
        </p:txBody>
      </p:sp>
      <p:sp>
        <p:nvSpPr>
          <p:cNvPr id="4" name="Rectangle 3"/>
          <p:cNvSpPr/>
          <p:nvPr/>
        </p:nvSpPr>
        <p:spPr>
          <a:xfrm>
            <a:off x="548640" y="1828800"/>
            <a:ext cx="356616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103120"/>
            <a:ext cx="292608" cy="2926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084832"/>
            <a:ext cx="2651760" cy="640080"/>
          </a:xfrm>
          <a:prstGeom prst="rect">
            <a:avLst/>
          </a:prstGeom>
          <a:noFill/>
        </p:spPr>
        <p:txBody>
          <a:bodyPr wrap="square" anchor="t" lIns="0" rIns="0" tIns="0" bIns="0">
            <a:spAutoFit/>
          </a:bodyPr>
          <a:lstStyle/>
          <a:p>
            <a:pPr algn="l"/>
            <a:r>
              <a:rPr sz="1500" b="1">
                <a:solidFill>
                  <a:srgbClr val="FFFFFF"/>
                </a:solidFill>
                <a:latin typeface="Amazon Ember"/>
              </a:rPr>
              <a:t>Bilingual AR / EN</a:t>
            </a:r>
          </a:p>
        </p:txBody>
      </p:sp>
      <p:sp>
        <p:nvSpPr>
          <p:cNvPr id="7" name="TextBox 6"/>
          <p:cNvSpPr txBox="1"/>
          <p:nvPr/>
        </p:nvSpPr>
        <p:spPr>
          <a:xfrm>
            <a:off x="822960" y="2788920"/>
            <a:ext cx="3017520" cy="731520"/>
          </a:xfrm>
          <a:prstGeom prst="rect">
            <a:avLst/>
          </a:prstGeom>
          <a:noFill/>
        </p:spPr>
        <p:txBody>
          <a:bodyPr wrap="square" anchor="t" lIns="0" rIns="0" tIns="0" bIns="0">
            <a:spAutoFit/>
          </a:bodyPr>
          <a:lstStyle/>
          <a:p>
            <a:pPr algn="l">
              <a:lnSpc>
                <a:spcPct val="115000"/>
              </a:lnSpc>
            </a:pPr>
            <a:r>
              <a:rPr sz="1200" b="0">
                <a:solidFill>
                  <a:srgbClr val="B8B4AC"/>
                </a:solidFill>
                <a:latin typeface="Amazon Ember"/>
              </a:rPr>
              <a:t>Detects and replies in the shopper's language</a:t>
            </a:r>
          </a:p>
        </p:txBody>
      </p:sp>
      <p:sp>
        <p:nvSpPr>
          <p:cNvPr id="8" name="Rectangle 7"/>
          <p:cNvSpPr/>
          <p:nvPr/>
        </p:nvSpPr>
        <p:spPr>
          <a:xfrm>
            <a:off x="4297680" y="1828800"/>
            <a:ext cx="356616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0" y="2103120"/>
            <a:ext cx="292608" cy="292608"/>
          </a:xfrm>
          <a:prstGeom prst="rect">
            <a:avLst/>
          </a:prstGeom>
          <a:solidFill>
            <a:srgbClr val="B05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0" y="2084832"/>
            <a:ext cx="2651760" cy="640080"/>
          </a:xfrm>
          <a:prstGeom prst="rect">
            <a:avLst/>
          </a:prstGeom>
          <a:noFill/>
        </p:spPr>
        <p:txBody>
          <a:bodyPr wrap="square" anchor="t" lIns="0" rIns="0" tIns="0" bIns="0">
            <a:spAutoFit/>
          </a:bodyPr>
          <a:lstStyle/>
          <a:p>
            <a:pPr algn="l"/>
            <a:r>
              <a:rPr sz="1500" b="1">
                <a:solidFill>
                  <a:srgbClr val="FFFFFF"/>
                </a:solidFill>
                <a:latin typeface="Amazon Ember"/>
              </a:rPr>
              <a:t>Long-term memory</a:t>
            </a:r>
          </a:p>
        </p:txBody>
      </p:sp>
      <p:sp>
        <p:nvSpPr>
          <p:cNvPr id="11" name="TextBox 10"/>
          <p:cNvSpPr txBox="1"/>
          <p:nvPr/>
        </p:nvSpPr>
        <p:spPr>
          <a:xfrm>
            <a:off x="4572000" y="2788920"/>
            <a:ext cx="3017520" cy="731520"/>
          </a:xfrm>
          <a:prstGeom prst="rect">
            <a:avLst/>
          </a:prstGeom>
          <a:noFill/>
        </p:spPr>
        <p:txBody>
          <a:bodyPr wrap="square" anchor="t" lIns="0" rIns="0" tIns="0" bIns="0">
            <a:spAutoFit/>
          </a:bodyPr>
          <a:lstStyle/>
          <a:p>
            <a:pPr algn="l">
              <a:lnSpc>
                <a:spcPct val="115000"/>
              </a:lnSpc>
            </a:pPr>
            <a:r>
              <a:rPr sz="1200" b="0">
                <a:solidFill>
                  <a:srgbClr val="B8B4AC"/>
                </a:solidFill>
                <a:latin typeface="Amazon Ember"/>
              </a:rPr>
              <a:t>Remembers preferences across sessions</a:t>
            </a:r>
          </a:p>
        </p:txBody>
      </p:sp>
      <p:sp>
        <p:nvSpPr>
          <p:cNvPr id="12" name="Rectangle 11"/>
          <p:cNvSpPr/>
          <p:nvPr/>
        </p:nvSpPr>
        <p:spPr>
          <a:xfrm>
            <a:off x="8046720" y="1828800"/>
            <a:ext cx="356616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0" y="2103120"/>
            <a:ext cx="292608" cy="292608"/>
          </a:xfrm>
          <a:prstGeom prst="rect">
            <a:avLst/>
          </a:prstGeom>
          <a:solidFill>
            <a:srgbClr val="FF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2084832"/>
            <a:ext cx="2651760" cy="640080"/>
          </a:xfrm>
          <a:prstGeom prst="rect">
            <a:avLst/>
          </a:prstGeom>
          <a:noFill/>
        </p:spPr>
        <p:txBody>
          <a:bodyPr wrap="square" anchor="t" lIns="0" rIns="0" tIns="0" bIns="0">
            <a:spAutoFit/>
          </a:bodyPr>
          <a:lstStyle/>
          <a:p>
            <a:pPr algn="l"/>
            <a:r>
              <a:rPr sz="1500" b="1">
                <a:solidFill>
                  <a:srgbClr val="FFFFFF"/>
                </a:solidFill>
                <a:latin typeface="Amazon Ember"/>
              </a:rPr>
              <a:t>Semantic + multimodal</a:t>
            </a:r>
          </a:p>
        </p:txBody>
      </p:sp>
      <p:sp>
        <p:nvSpPr>
          <p:cNvPr id="15" name="TextBox 14"/>
          <p:cNvSpPr txBox="1"/>
          <p:nvPr/>
        </p:nvSpPr>
        <p:spPr>
          <a:xfrm>
            <a:off x="8321040" y="2788920"/>
            <a:ext cx="3017520" cy="731520"/>
          </a:xfrm>
          <a:prstGeom prst="rect">
            <a:avLst/>
          </a:prstGeom>
          <a:noFill/>
        </p:spPr>
        <p:txBody>
          <a:bodyPr wrap="square" anchor="t" lIns="0" rIns="0" tIns="0" bIns="0">
            <a:spAutoFit/>
          </a:bodyPr>
          <a:lstStyle/>
          <a:p>
            <a:pPr algn="l">
              <a:lnSpc>
                <a:spcPct val="115000"/>
              </a:lnSpc>
            </a:pPr>
            <a:r>
              <a:rPr sz="1200" b="0">
                <a:solidFill>
                  <a:srgbClr val="B8B4AC"/>
                </a:solidFill>
                <a:latin typeface="Amazon Ember"/>
              </a:rPr>
              <a:t>Grounded in the S3 Vectors catalog — no hallucinated products</a:t>
            </a:r>
          </a:p>
        </p:txBody>
      </p:sp>
      <p:sp>
        <p:nvSpPr>
          <p:cNvPr id="16" name="Rectangle 15"/>
          <p:cNvSpPr/>
          <p:nvPr/>
        </p:nvSpPr>
        <p:spPr>
          <a:xfrm>
            <a:off x="548640" y="3794760"/>
            <a:ext cx="356616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069080"/>
            <a:ext cx="292608" cy="292608"/>
          </a:xfrm>
          <a:prstGeom prst="rect">
            <a:avLst/>
          </a:prstGeom>
          <a:solidFill>
            <a:srgbClr val="057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4050792"/>
            <a:ext cx="2651760" cy="640080"/>
          </a:xfrm>
          <a:prstGeom prst="rect">
            <a:avLst/>
          </a:prstGeom>
          <a:noFill/>
        </p:spPr>
        <p:txBody>
          <a:bodyPr wrap="square" anchor="t" lIns="0" rIns="0" tIns="0" bIns="0">
            <a:spAutoFit/>
          </a:bodyPr>
          <a:lstStyle/>
          <a:p>
            <a:pPr algn="l"/>
            <a:r>
              <a:rPr sz="1500" b="1">
                <a:solidFill>
                  <a:srgbClr val="FFFFFF"/>
                </a:solidFill>
                <a:latin typeface="Amazon Ember"/>
              </a:rPr>
              <a:t>Tool-use</a:t>
            </a:r>
          </a:p>
        </p:txBody>
      </p:sp>
      <p:sp>
        <p:nvSpPr>
          <p:cNvPr id="19" name="TextBox 18"/>
          <p:cNvSpPr txBox="1"/>
          <p:nvPr/>
        </p:nvSpPr>
        <p:spPr>
          <a:xfrm>
            <a:off x="822960" y="4754880"/>
            <a:ext cx="3017520" cy="731520"/>
          </a:xfrm>
          <a:prstGeom prst="rect">
            <a:avLst/>
          </a:prstGeom>
          <a:noFill/>
        </p:spPr>
        <p:txBody>
          <a:bodyPr wrap="square" anchor="t" lIns="0" rIns="0" tIns="0" bIns="0">
            <a:spAutoFit/>
          </a:bodyPr>
          <a:lstStyle/>
          <a:p>
            <a:pPr algn="l">
              <a:lnSpc>
                <a:spcPct val="115000"/>
              </a:lnSpc>
            </a:pPr>
            <a:r>
              <a:rPr sz="1200" b="0">
                <a:solidFill>
                  <a:srgbClr val="B8B4AC"/>
                </a:solidFill>
                <a:latin typeface="Amazon Ember"/>
              </a:rPr>
              <a:t>search · recommendations · customer profile</a:t>
            </a:r>
          </a:p>
        </p:txBody>
      </p:sp>
      <p:sp>
        <p:nvSpPr>
          <p:cNvPr id="20" name="Rectangle 19"/>
          <p:cNvSpPr/>
          <p:nvPr/>
        </p:nvSpPr>
        <p:spPr>
          <a:xfrm>
            <a:off x="4297680" y="3794760"/>
            <a:ext cx="356616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0" y="4069080"/>
            <a:ext cx="292608" cy="292608"/>
          </a:xfrm>
          <a:prstGeom prst="rect">
            <a:avLst/>
          </a:prstGeom>
          <a:solidFill>
            <a:srgbClr val="6EE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4050792"/>
            <a:ext cx="2651760" cy="640080"/>
          </a:xfrm>
          <a:prstGeom prst="rect">
            <a:avLst/>
          </a:prstGeom>
          <a:noFill/>
        </p:spPr>
        <p:txBody>
          <a:bodyPr wrap="square" anchor="t" lIns="0" rIns="0" tIns="0" bIns="0">
            <a:spAutoFit/>
          </a:bodyPr>
          <a:lstStyle/>
          <a:p>
            <a:pPr algn="l"/>
            <a:r>
              <a:rPr sz="1500" b="1">
                <a:solidFill>
                  <a:srgbClr val="FFFFFF"/>
                </a:solidFill>
                <a:latin typeface="Amazon Ember"/>
              </a:rPr>
              <a:t>Voice-ready</a:t>
            </a:r>
          </a:p>
        </p:txBody>
      </p:sp>
      <p:sp>
        <p:nvSpPr>
          <p:cNvPr id="23" name="TextBox 22"/>
          <p:cNvSpPr txBox="1"/>
          <p:nvPr/>
        </p:nvSpPr>
        <p:spPr>
          <a:xfrm>
            <a:off x="4572000" y="4754880"/>
            <a:ext cx="3017520" cy="731520"/>
          </a:xfrm>
          <a:prstGeom prst="rect">
            <a:avLst/>
          </a:prstGeom>
          <a:noFill/>
        </p:spPr>
        <p:txBody>
          <a:bodyPr wrap="square" anchor="t" lIns="0" rIns="0" tIns="0" bIns="0">
            <a:spAutoFit/>
          </a:bodyPr>
          <a:lstStyle/>
          <a:p>
            <a:pPr algn="l">
              <a:lnSpc>
                <a:spcPct val="115000"/>
              </a:lnSpc>
            </a:pPr>
            <a:r>
              <a:rPr sz="1200" b="0">
                <a:solidFill>
                  <a:srgbClr val="B8B4AC"/>
                </a:solidFill>
                <a:latin typeface="Amazon Ember"/>
              </a:rPr>
              <a:t>Nova Sonic voice-to-voice capable</a:t>
            </a:r>
          </a:p>
        </p:txBody>
      </p:sp>
      <p:sp>
        <p:nvSpPr>
          <p:cNvPr id="24" name="Rectangle 23"/>
          <p:cNvSpPr/>
          <p:nvPr/>
        </p:nvSpPr>
        <p:spPr>
          <a:xfrm>
            <a:off x="8046720" y="3794760"/>
            <a:ext cx="3566160" cy="17830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21040" y="4069080"/>
            <a:ext cx="292608" cy="292608"/>
          </a:xfrm>
          <a:prstGeom prst="rect">
            <a:avLst/>
          </a:prstGeom>
          <a:solidFill>
            <a:srgbClr val="F3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0" y="4050792"/>
            <a:ext cx="2651760" cy="640080"/>
          </a:xfrm>
          <a:prstGeom prst="rect">
            <a:avLst/>
          </a:prstGeom>
          <a:noFill/>
        </p:spPr>
        <p:txBody>
          <a:bodyPr wrap="square" anchor="t" lIns="0" rIns="0" tIns="0" bIns="0">
            <a:spAutoFit/>
          </a:bodyPr>
          <a:lstStyle/>
          <a:p>
            <a:pPr algn="l"/>
            <a:r>
              <a:rPr sz="1500" b="1">
                <a:solidFill>
                  <a:srgbClr val="FFFFFF"/>
                </a:solidFill>
                <a:latin typeface="Amazon Ember"/>
              </a:rPr>
              <a:t>In your account</a:t>
            </a:r>
          </a:p>
        </p:txBody>
      </p:sp>
      <p:sp>
        <p:nvSpPr>
          <p:cNvPr id="27" name="TextBox 26"/>
          <p:cNvSpPr txBox="1"/>
          <p:nvPr/>
        </p:nvSpPr>
        <p:spPr>
          <a:xfrm>
            <a:off x="8321040" y="4754880"/>
            <a:ext cx="3017520" cy="731520"/>
          </a:xfrm>
          <a:prstGeom prst="rect">
            <a:avLst/>
          </a:prstGeom>
          <a:noFill/>
        </p:spPr>
        <p:txBody>
          <a:bodyPr wrap="square" anchor="t" lIns="0" rIns="0" tIns="0" bIns="0">
            <a:spAutoFit/>
          </a:bodyPr>
          <a:lstStyle/>
          <a:p>
            <a:pPr algn="l">
              <a:lnSpc>
                <a:spcPct val="115000"/>
              </a:lnSpc>
            </a:pPr>
            <a:r>
              <a:rPr sz="1200" b="0">
                <a:solidFill>
                  <a:srgbClr val="B8B4AC"/>
                </a:solidFill>
                <a:latin typeface="Amazon Ember"/>
              </a:rPr>
              <a:t>Runs in the retailer's own AWS environment</a:t>
            </a:r>
          </a:p>
        </p:txBody>
      </p:sp>
    </p:spTree>
    <p:extLst>
      <p:ext uri="{BB962C8B-B14F-4D97-AF65-F5344CB8AC3E}">
        <p14:creationId xmlns:p14="http://schemas.microsoft.com/office/powerpoint/2010/main" val="1680666047"/>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Box 1"/>
          <p:cNvSpPr txBox="1"/>
          <p:nvPr/>
        </p:nvSpPr>
        <p:spPr>
          <a:xfrm>
            <a:off x="548640" y="365760"/>
            <a:ext cx="10972800" cy="731520"/>
          </a:xfrm>
          <a:prstGeom prst="rect">
            <a:avLst/>
          </a:prstGeom>
          <a:noFill/>
        </p:spPr>
        <p:txBody>
          <a:bodyPr wrap="square" anchor="t" lIns="0" rIns="0" tIns="0" bIns="0">
            <a:spAutoFit/>
          </a:bodyPr>
          <a:lstStyle/>
          <a:p>
            <a:pPr algn="l"/>
            <a:r>
              <a:rPr sz="3000" b="1">
                <a:solidFill>
                  <a:srgbClr val="FFFFFF"/>
                </a:solidFill>
                <a:latin typeface="Amazon Ember"/>
              </a:rPr>
              <a:t>Personalization in action — the dashboard</a:t>
            </a:r>
          </a:p>
        </p:txBody>
      </p:sp>
      <p:pic>
        <p:nvPicPr>
          <p:cNvPr id="3" name="Picture 2" descr="dashboard_dark.png"/>
          <p:cNvPicPr>
            <a:picLocks noChangeAspect="1"/>
          </p:cNvPicPr>
          <p:nvPr/>
        </p:nvPicPr>
        <p:blipFill>
          <a:blip r:embed="rId2"/>
          <a:stretch>
            <a:fillRect/>
          </a:stretch>
        </p:blipFill>
        <p:spPr>
          <a:xfrm>
            <a:off x="457200" y="1097280"/>
            <a:ext cx="11274552" cy="5413138"/>
          </a:xfrm>
          <a:prstGeom prst="rect">
            <a:avLst/>
          </a:prstGeom>
        </p:spPr>
      </p:pic>
    </p:spTree>
    <p:extLst>
      <p:ext uri="{BB962C8B-B14F-4D97-AF65-F5344CB8AC3E}">
        <p14:creationId xmlns:p14="http://schemas.microsoft.com/office/powerpoint/2010/main" val="1680666047"/>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Box 1"/>
          <p:cNvSpPr txBox="1"/>
          <p:nvPr/>
        </p:nvSpPr>
        <p:spPr>
          <a:xfrm>
            <a:off x="548640" y="457200"/>
            <a:ext cx="10972800" cy="822960"/>
          </a:xfrm>
          <a:prstGeom prst="rect">
            <a:avLst/>
          </a:prstGeom>
          <a:noFill/>
        </p:spPr>
        <p:txBody>
          <a:bodyPr wrap="square" anchor="t" lIns="0" rIns="0" tIns="0" bIns="0">
            <a:spAutoFit/>
          </a:bodyPr>
          <a:lstStyle/>
          <a:p>
            <a:pPr algn="l"/>
            <a:r>
              <a:rPr sz="3200" b="1">
                <a:solidFill>
                  <a:srgbClr val="FFFFFF"/>
                </a:solidFill>
                <a:latin typeface="Amazon Ember"/>
              </a:rPr>
              <a:t>Built for the UAE region (me-central-1)</a:t>
            </a:r>
          </a:p>
        </p:txBody>
      </p:sp>
      <p:sp>
        <p:nvSpPr>
          <p:cNvPr id="3" name="Rectangle 2"/>
          <p:cNvSpPr/>
          <p:nvPr/>
        </p:nvSpPr>
        <p:spPr>
          <a:xfrm>
            <a:off x="548640" y="1737360"/>
            <a:ext cx="5394960" cy="192024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737360"/>
            <a:ext cx="73152" cy="1920240"/>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11680"/>
            <a:ext cx="4846320" cy="640080"/>
          </a:xfrm>
          <a:prstGeom prst="rect">
            <a:avLst/>
          </a:prstGeom>
          <a:noFill/>
        </p:spPr>
        <p:txBody>
          <a:bodyPr wrap="square" anchor="t" lIns="0" rIns="0" tIns="0" bIns="0">
            <a:spAutoFit/>
          </a:bodyPr>
          <a:lstStyle/>
          <a:p>
            <a:pPr algn="l"/>
            <a:r>
              <a:rPr sz="1700" b="1">
                <a:solidFill>
                  <a:srgbClr val="FFFFFF"/>
                </a:solidFill>
                <a:latin typeface="Amazon Ember"/>
              </a:rPr>
              <a:t>Iceberg on Glue Catalog</a:t>
            </a:r>
          </a:p>
        </p:txBody>
      </p:sp>
      <p:sp>
        <p:nvSpPr>
          <p:cNvPr id="6" name="TextBox 5"/>
          <p:cNvSpPr txBox="1"/>
          <p:nvPr/>
        </p:nvSpPr>
        <p:spPr>
          <a:xfrm>
            <a:off x="868680" y="2743200"/>
            <a:ext cx="4846320" cy="822960"/>
          </a:xfrm>
          <a:prstGeom prst="rect">
            <a:avLst/>
          </a:prstGeom>
          <a:noFill/>
        </p:spPr>
        <p:txBody>
          <a:bodyPr wrap="square" anchor="t" lIns="0" rIns="0" tIns="0" bIns="0">
            <a:spAutoFit/>
          </a:bodyPr>
          <a:lstStyle/>
          <a:p>
            <a:pPr algn="l">
              <a:lnSpc>
                <a:spcPct val="120000"/>
              </a:lnSpc>
            </a:pPr>
            <a:r>
              <a:rPr sz="1300" b="0">
                <a:solidFill>
                  <a:srgbClr val="B8B4AC"/>
                </a:solidFill>
                <a:latin typeface="Amazon Ember"/>
              </a:rPr>
              <a:t>Open, multi-engine lakehouse — vs Databricks (Azure-only in UAE)</a:t>
            </a:r>
          </a:p>
        </p:txBody>
      </p:sp>
      <p:sp>
        <p:nvSpPr>
          <p:cNvPr id="7" name="Rectangle 6"/>
          <p:cNvSpPr/>
          <p:nvPr/>
        </p:nvSpPr>
        <p:spPr>
          <a:xfrm>
            <a:off x="6217920" y="1737360"/>
            <a:ext cx="5394960" cy="192024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737360"/>
            <a:ext cx="73152" cy="1920240"/>
          </a:xfrm>
          <a:prstGeom prst="rect">
            <a:avLst/>
          </a:prstGeom>
          <a:solidFill>
            <a:srgbClr val="B05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2011680"/>
            <a:ext cx="4846320" cy="640080"/>
          </a:xfrm>
          <a:prstGeom prst="rect">
            <a:avLst/>
          </a:prstGeom>
          <a:noFill/>
        </p:spPr>
        <p:txBody>
          <a:bodyPr wrap="square" anchor="t" lIns="0" rIns="0" tIns="0" bIns="0">
            <a:spAutoFit/>
          </a:bodyPr>
          <a:lstStyle/>
          <a:p>
            <a:pPr algn="l"/>
            <a:r>
              <a:rPr sz="1700" b="1">
                <a:solidFill>
                  <a:srgbClr val="FFFFFF"/>
                </a:solidFill>
                <a:latin typeface="Amazon Ember"/>
              </a:rPr>
              <a:t>S3 Vectors</a:t>
            </a:r>
          </a:p>
        </p:txBody>
      </p:sp>
      <p:sp>
        <p:nvSpPr>
          <p:cNvPr id="10" name="TextBox 9"/>
          <p:cNvSpPr txBox="1"/>
          <p:nvPr/>
        </p:nvSpPr>
        <p:spPr>
          <a:xfrm>
            <a:off x="6537960" y="2743200"/>
            <a:ext cx="4846320" cy="822960"/>
          </a:xfrm>
          <a:prstGeom prst="rect">
            <a:avLst/>
          </a:prstGeom>
          <a:noFill/>
        </p:spPr>
        <p:txBody>
          <a:bodyPr wrap="square" anchor="t" lIns="0" rIns="0" tIns="0" bIns="0">
            <a:spAutoFit/>
          </a:bodyPr>
          <a:lstStyle/>
          <a:p>
            <a:pPr algn="l">
              <a:lnSpc>
                <a:spcPct val="120000"/>
              </a:lnSpc>
            </a:pPr>
            <a:r>
              <a:rPr sz="1300" b="0">
                <a:solidFill>
                  <a:srgbClr val="B8B4AC"/>
                </a:solidFill>
                <a:latin typeface="Amazon Ember"/>
              </a:rPr>
              <a:t>Retrieval grounding — Bedrock Knowledge Bases not yet in UAE</a:t>
            </a:r>
          </a:p>
        </p:txBody>
      </p:sp>
      <p:sp>
        <p:nvSpPr>
          <p:cNvPr id="11" name="Rectangle 10"/>
          <p:cNvSpPr/>
          <p:nvPr/>
        </p:nvSpPr>
        <p:spPr>
          <a:xfrm>
            <a:off x="548640" y="3886200"/>
            <a:ext cx="5394960" cy="192024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886200"/>
            <a:ext cx="73152" cy="1920240"/>
          </a:xfrm>
          <a:prstGeom prst="rect">
            <a:avLst/>
          </a:prstGeom>
          <a:solidFill>
            <a:srgbClr val="FF4D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160520"/>
            <a:ext cx="4846320" cy="640080"/>
          </a:xfrm>
          <a:prstGeom prst="rect">
            <a:avLst/>
          </a:prstGeom>
          <a:noFill/>
        </p:spPr>
        <p:txBody>
          <a:bodyPr wrap="square" anchor="t" lIns="0" rIns="0" tIns="0" bIns="0">
            <a:spAutoFit/>
          </a:bodyPr>
          <a:lstStyle/>
          <a:p>
            <a:pPr algn="l"/>
            <a:r>
              <a:rPr sz="1700" b="1">
                <a:solidFill>
                  <a:srgbClr val="FFFFFF"/>
                </a:solidFill>
                <a:latin typeface="Amazon Ember"/>
              </a:rPr>
              <a:t>Redshift Direct Query</a:t>
            </a:r>
          </a:p>
        </p:txBody>
      </p:sp>
      <p:sp>
        <p:nvSpPr>
          <p:cNvPr id="14" name="TextBox 13"/>
          <p:cNvSpPr txBox="1"/>
          <p:nvPr/>
        </p:nvSpPr>
        <p:spPr>
          <a:xfrm>
            <a:off x="868680" y="4892040"/>
            <a:ext cx="4846320" cy="822960"/>
          </a:xfrm>
          <a:prstGeom prst="rect">
            <a:avLst/>
          </a:prstGeom>
          <a:noFill/>
        </p:spPr>
        <p:txBody>
          <a:bodyPr wrap="square" anchor="t" lIns="0" rIns="0" tIns="0" bIns="0">
            <a:spAutoFit/>
          </a:bodyPr>
          <a:lstStyle/>
          <a:p>
            <a:pPr algn="l">
              <a:lnSpc>
                <a:spcPct val="120000"/>
              </a:lnSpc>
            </a:pPr>
            <a:r>
              <a:rPr sz="1300" b="0">
                <a:solidFill>
                  <a:srgbClr val="B8B4AC"/>
                </a:solidFill>
                <a:latin typeface="Amazon Ember"/>
              </a:rPr>
              <a:t>Dashboards reflect new data instantly — avoids SPICE refresh limits</a:t>
            </a:r>
          </a:p>
        </p:txBody>
      </p:sp>
      <p:sp>
        <p:nvSpPr>
          <p:cNvPr id="15" name="Rectangle 14"/>
          <p:cNvSpPr/>
          <p:nvPr/>
        </p:nvSpPr>
        <p:spPr>
          <a:xfrm>
            <a:off x="6217920" y="3886200"/>
            <a:ext cx="5394960" cy="192024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886200"/>
            <a:ext cx="73152" cy="1920240"/>
          </a:xfrm>
          <a:prstGeom prst="rect">
            <a:avLst/>
          </a:prstGeom>
          <a:solidFill>
            <a:srgbClr val="6EE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4160520"/>
            <a:ext cx="4846320" cy="640080"/>
          </a:xfrm>
          <a:prstGeom prst="rect">
            <a:avLst/>
          </a:prstGeom>
          <a:noFill/>
        </p:spPr>
        <p:txBody>
          <a:bodyPr wrap="square" anchor="t" lIns="0" rIns="0" tIns="0" bIns="0">
            <a:spAutoFit/>
          </a:bodyPr>
          <a:lstStyle/>
          <a:p>
            <a:pPr algn="l"/>
            <a:r>
              <a:rPr sz="1700" b="1">
                <a:solidFill>
                  <a:srgbClr val="FFFFFF"/>
                </a:solidFill>
                <a:latin typeface="Amazon Ember"/>
              </a:rPr>
              <a:t>Data stays in-account</a:t>
            </a:r>
          </a:p>
        </p:txBody>
      </p:sp>
      <p:sp>
        <p:nvSpPr>
          <p:cNvPr id="18" name="TextBox 17"/>
          <p:cNvSpPr txBox="1"/>
          <p:nvPr/>
        </p:nvSpPr>
        <p:spPr>
          <a:xfrm>
            <a:off x="6537960" y="4892040"/>
            <a:ext cx="4846320" cy="822960"/>
          </a:xfrm>
          <a:prstGeom prst="rect">
            <a:avLst/>
          </a:prstGeom>
          <a:noFill/>
        </p:spPr>
        <p:txBody>
          <a:bodyPr wrap="square" anchor="t" lIns="0" rIns="0" tIns="0" bIns="0">
            <a:spAutoFit/>
          </a:bodyPr>
          <a:lstStyle/>
          <a:p>
            <a:pPr algn="l">
              <a:lnSpc>
                <a:spcPct val="120000"/>
              </a:lnSpc>
            </a:pPr>
            <a:r>
              <a:rPr sz="1300" b="0">
                <a:solidFill>
                  <a:srgbClr val="B8B4AC"/>
                </a:solidFill>
                <a:latin typeface="Amazon Ember"/>
              </a:rPr>
              <a:t>All customer data remains in the retailer's own account &amp; region</a:t>
            </a:r>
          </a:p>
        </p:txBody>
      </p:sp>
    </p:spTree>
    <p:extLst>
      <p:ext uri="{BB962C8B-B14F-4D97-AF65-F5344CB8AC3E}">
        <p14:creationId xmlns:p14="http://schemas.microsoft.com/office/powerpoint/2010/main" val="1680666047"/>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685DF1-6BB2-6B6A-DDE3-24488FE515BF}"/>
              </a:ext>
            </a:extLst>
          </p:cNvPr>
          <p:cNvSpPr>
            <a:spLocks noGrp="1"/>
          </p:cNvSpPr>
          <p:nvPr>
            <p:ph type="title"/>
          </p:nvPr>
        </p:nvSpPr>
        <p:spPr>
          <a:xfrm>
            <a:off x="548640" y="1737360"/>
            <a:ext cx="8229600" cy="1188720"/>
          </a:xfrm>
        </p:spPr>
        <p:txBody>
          <a:bodyPr/>
          <a:lstStyle/>
          <a:p>
            <a:pPr algn="l"/>
            <a:r>
              <a:rPr sz="4600" b="1">
                <a:solidFill>
                  <a:srgbClr val="FFFFFF"/>
                </a:solidFill>
                <a:latin typeface="Amazon Ember"/>
              </a:rPr>
              <a:t>Where to start</a:t>
            </a:r>
          </a:p>
        </p:txBody>
      </p:sp>
      <p:sp>
        <p:nvSpPr>
          <p:cNvPr id="4" name="TextBox 3"/>
          <p:cNvSpPr txBox="1"/>
          <p:nvPr/>
        </p:nvSpPr>
        <p:spPr>
          <a:xfrm>
            <a:off x="548640" y="3108960"/>
            <a:ext cx="7315200" cy="1371600"/>
          </a:xfrm>
          <a:prstGeom prst="rect">
            <a:avLst/>
          </a:prstGeom>
          <a:noFill/>
        </p:spPr>
        <p:txBody>
          <a:bodyPr wrap="square" lIns="0" rIns="0" tIns="0" bIns="0">
            <a:spAutoFit/>
          </a:bodyPr>
          <a:lstStyle/>
          <a:p>
            <a:pPr algn="l">
              <a:lnSpc>
                <a:spcPct val="130000"/>
              </a:lnSpc>
            </a:pPr>
            <a:r>
              <a:rPr sz="1600" b="0">
                <a:solidFill>
                  <a:srgbClr val="B8B4AC"/>
                </a:solidFill>
                <a:latin typeface="Amazon Ember"/>
              </a:rPr>
              <a:t>Start with one pillar and expand — each maps to a managed AWS service.</a:t>
            </a:r>
          </a:p>
          <a:p>
            <a:pPr algn="l">
              <a:lnSpc>
                <a:spcPct val="130000"/>
              </a:lnSpc>
            </a:pPr>
            <a:r>
              <a:rPr sz="1600" b="0">
                <a:solidFill>
                  <a:srgbClr val="B8B4AC"/>
                </a:solidFill>
                <a:latin typeface="Amazon Ember"/>
              </a:rPr>
              <a:t>Entry points: Customer 360 lakehouse · recommendation engine · agentic assistant.</a:t>
            </a:r>
          </a:p>
        </p:txBody>
      </p:sp>
      <p:sp>
        <p:nvSpPr>
          <p:cNvPr id="5" name="TextBox 4"/>
          <p:cNvSpPr txBox="1"/>
          <p:nvPr/>
        </p:nvSpPr>
        <p:spPr>
          <a:xfrm>
            <a:off x="548640" y="4663440"/>
            <a:ext cx="7315200" cy="548640"/>
          </a:xfrm>
          <a:prstGeom prst="rect">
            <a:avLst/>
          </a:prstGeom>
          <a:noFill/>
        </p:spPr>
        <p:txBody>
          <a:bodyPr wrap="square" lIns="0" rIns="0" tIns="0" bIns="0">
            <a:spAutoFit/>
          </a:bodyPr>
          <a:lstStyle/>
          <a:p>
            <a:pPr algn="l"/>
            <a:r>
              <a:rPr sz="1700" b="1">
                <a:solidFill>
                  <a:srgbClr val="FF6200"/>
                </a:solidFill>
                <a:latin typeface="Amazon Ember"/>
              </a:rPr>
              <a:t>Let's scope your prototype.</a:t>
            </a:r>
          </a:p>
        </p:txBody>
      </p:sp>
    </p:spTree>
    <p:extLst>
      <p:ext uri="{BB962C8B-B14F-4D97-AF65-F5344CB8AC3E}">
        <p14:creationId xmlns:p14="http://schemas.microsoft.com/office/powerpoint/2010/main" val="205948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EA68AD8-4ED1-BA84-BB21-FF50C694C303}"/>
              </a:ext>
            </a:extLst>
          </p:cNvPr>
          <p:cNvSpPr>
            <a:spLocks noGrp="1"/>
          </p:cNvSpPr>
          <p:nvPr>
            <p:ph type="title"/>
          </p:nvPr>
        </p:nvSpPr>
        <p:spPr/>
        <p:txBody>
          <a:bodyPr/>
          <a:lstStyle/>
          <a:p>
            <a:r>
              <a:rPr lang="en-US" dirty="0"/>
              <a:t>Workshop Studio instructions</a:t>
            </a:r>
          </a:p>
        </p:txBody>
      </p:sp>
    </p:spTree>
    <p:extLst>
      <p:ext uri="{BB962C8B-B14F-4D97-AF65-F5344CB8AC3E}">
        <p14:creationId xmlns:p14="http://schemas.microsoft.com/office/powerpoint/2010/main" val="320189118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158F504-9805-4ED8-AD86-DD5761ACA532}"/>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B7FB661D-EDAB-89F6-A546-6A619E933731}"/>
              </a:ext>
            </a:extLst>
          </p:cNvPr>
          <p:cNvSpPr>
            <a:spLocks noGrp="1"/>
          </p:cNvSpPr>
          <p:nvPr>
            <p:ph type="title"/>
          </p:nvPr>
        </p:nvSpPr>
        <p:spPr/>
        <p:txBody>
          <a:bodyPr/>
          <a:lstStyle/>
          <a:p>
            <a:r>
              <a:rPr lang="en-US" dirty="0">
                <a:solidFill>
                  <a:schemeClr val="tx1"/>
                </a:solidFill>
              </a:rPr>
              <a:t>Workshop Studio instructions</a:t>
            </a:r>
          </a:p>
        </p:txBody>
      </p:sp>
      <p:sp>
        <p:nvSpPr>
          <p:cNvPr id="57" name="Title 3">
            <a:extLst>
              <a:ext uri="{FF2B5EF4-FFF2-40B4-BE49-F238E27FC236}">
                <a16:creationId xmlns:a16="http://schemas.microsoft.com/office/drawing/2014/main" id="{0DD0E3AD-E52D-2B37-6467-068D603D1683}"/>
              </a:ext>
            </a:extLst>
          </p:cNvPr>
          <p:cNvSpPr txBox="1">
            <a:spLocks/>
          </p:cNvSpPr>
          <p:nvPr/>
        </p:nvSpPr>
        <p:spPr>
          <a:xfrm>
            <a:off x="304800" y="304800"/>
            <a:ext cx="5791200" cy="638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Before you start</a:t>
            </a:r>
            <a:endParaRPr lang="pt-BR" sz="28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9" name="Title 3">
            <a:extLst>
              <a:ext uri="{FF2B5EF4-FFF2-40B4-BE49-F238E27FC236}">
                <a16:creationId xmlns:a16="http://schemas.microsoft.com/office/drawing/2014/main" id="{04328E26-CC0E-9DD3-BF9F-30C535C53DD7}"/>
              </a:ext>
            </a:extLst>
          </p:cNvPr>
          <p:cNvSpPr txBox="1">
            <a:spLocks/>
          </p:cNvSpPr>
          <p:nvPr/>
        </p:nvSpPr>
        <p:spPr>
          <a:xfrm>
            <a:off x="6518635" y="304800"/>
            <a:ext cx="5368565" cy="638175"/>
          </a:xfrm>
          <a:prstGeom prst="rect">
            <a:avLst/>
          </a:prstGeom>
        </p:spPr>
        <p:txBody>
          <a:bodyPr vert="horz" lIns="0" tIns="45720" rIns="0" bIns="45720" rtlCol="0" anchor="t">
            <a:noAutofit/>
          </a:bodyPr>
          <a:lstStyle>
            <a:lvl1pPr algn="l" defTabSz="914400" rtl="0" eaLnBrk="1" latinLnBrk="0" hangingPunct="1">
              <a:lnSpc>
                <a:spcPct val="90000"/>
              </a:lnSpc>
              <a:spcBef>
                <a:spcPct val="0"/>
              </a:spcBef>
              <a:buNone/>
              <a:defRPr sz="4000" b="1" kern="1200" spc="-100" baseline="0">
                <a:solidFill>
                  <a:schemeClr val="tx1"/>
                </a:solidFill>
                <a:latin typeface="+mj-lt"/>
                <a:ea typeface="+mj-ea"/>
                <a:cs typeface="+mj-cs"/>
              </a:defRPr>
            </a:lvl1pPr>
          </a:lstStyle>
          <a:p>
            <a:pPr algn="ctr"/>
            <a:r>
              <a:rPr lang="en-US" sz="2800" b="0">
                <a:latin typeface="Amazon Ember" panose="020B0603020204020204" pitchFamily="34" charset="0"/>
                <a:ea typeface="Amazon Ember" panose="020B0603020204020204" pitchFamily="34" charset="0"/>
                <a:cs typeface="Amazon Ember" panose="020B0603020204020204" pitchFamily="34" charset="0"/>
              </a:rPr>
              <a:t>Accessing the workshop</a:t>
            </a:r>
            <a:endParaRPr lang="pt-BR" sz="2800" b="0">
              <a:latin typeface="Amazon Ember" panose="020B0603020204020204" pitchFamily="34" charset="0"/>
              <a:ea typeface="Amazon Ember" panose="020B0603020204020204" pitchFamily="34" charset="0"/>
              <a:cs typeface="Amazon Ember" panose="020B0603020204020204" pitchFamily="34" charset="0"/>
            </a:endParaRPr>
          </a:p>
        </p:txBody>
      </p:sp>
      <p:sp>
        <p:nvSpPr>
          <p:cNvPr id="61" name="TextBox 60">
            <a:extLst>
              <a:ext uri="{FF2B5EF4-FFF2-40B4-BE49-F238E27FC236}">
                <a16:creationId xmlns:a16="http://schemas.microsoft.com/office/drawing/2014/main" id="{21C4392C-A7D3-571A-8D53-A1A319507CF5}"/>
              </a:ext>
            </a:extLst>
          </p:cNvPr>
          <p:cNvSpPr txBox="1"/>
          <p:nvPr/>
        </p:nvSpPr>
        <p:spPr>
          <a:xfrm>
            <a:off x="1332776" y="1123664"/>
            <a:ext cx="4078210" cy="830997"/>
          </a:xfrm>
          <a:prstGeom prst="rect">
            <a:avLst/>
          </a:prstGeom>
          <a:noFill/>
        </p:spPr>
        <p:txBody>
          <a:bodyPr wrap="square">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You have access to an AWS account with everything needed to complete this workshop.</a:t>
            </a:r>
          </a:p>
        </p:txBody>
      </p:sp>
      <p:sp>
        <p:nvSpPr>
          <p:cNvPr id="63" name="TextBox 62">
            <a:extLst>
              <a:ext uri="{FF2B5EF4-FFF2-40B4-BE49-F238E27FC236}">
                <a16:creationId xmlns:a16="http://schemas.microsoft.com/office/drawing/2014/main" id="{5D9BC06C-9EC6-2DB1-227C-E2AD71C75F1D}"/>
              </a:ext>
            </a:extLst>
          </p:cNvPr>
          <p:cNvSpPr txBox="1"/>
          <p:nvPr/>
        </p:nvSpPr>
        <p:spPr>
          <a:xfrm>
            <a:off x="1332775" y="2437317"/>
            <a:ext cx="4153625" cy="1077218"/>
          </a:xfrm>
          <a:prstGeom prst="rect">
            <a:avLst/>
          </a:prstGeom>
          <a:noFill/>
        </p:spPr>
        <p:txBody>
          <a:bodyPr wrap="square">
            <a:spAutoFit/>
          </a:bodyPr>
          <a:lstStyle/>
          <a:p>
            <a:pPr>
              <a:spcAft>
                <a:spcPts val="1200"/>
              </a:spcAft>
            </a:pPr>
            <a:r>
              <a:rPr lang="en-US" sz="1600" dirty="0">
                <a:latin typeface="Amazon Ember" panose="020B0603020204020204" pitchFamily="34" charset="0"/>
                <a:ea typeface="Amazon Ember" panose="020B0603020204020204" pitchFamily="34" charset="0"/>
                <a:cs typeface="Amazon Ember" panose="020B0603020204020204" pitchFamily="34" charset="0"/>
              </a:rPr>
              <a:t>The AWS account is only available for the duration of this workshop. </a:t>
            </a:r>
            <a:r>
              <a:rPr lang="en-US" sz="1600" b="1" dirty="0">
                <a:latin typeface="Amazon Ember" panose="020B0603020204020204" pitchFamily="34" charset="0"/>
                <a:ea typeface="Amazon Ember" panose="020B0603020204020204" pitchFamily="34" charset="0"/>
                <a:cs typeface="Amazon Ember" panose="020B0603020204020204" pitchFamily="34" charset="0"/>
              </a:rPr>
              <a:t>You will lose access to the account once the workshop is complete.</a:t>
            </a:r>
          </a:p>
        </p:txBody>
      </p:sp>
      <p:sp>
        <p:nvSpPr>
          <p:cNvPr id="65" name="TextBox 64">
            <a:extLst>
              <a:ext uri="{FF2B5EF4-FFF2-40B4-BE49-F238E27FC236}">
                <a16:creationId xmlns:a16="http://schemas.microsoft.com/office/drawing/2014/main" id="{797C0D54-E9CA-1D47-AA47-329E639F10FE}"/>
              </a:ext>
            </a:extLst>
          </p:cNvPr>
          <p:cNvSpPr txBox="1"/>
          <p:nvPr/>
        </p:nvSpPr>
        <p:spPr>
          <a:xfrm>
            <a:off x="1332775" y="3750969"/>
            <a:ext cx="4285599" cy="830997"/>
          </a:xfrm>
          <a:prstGeom prst="rect">
            <a:avLst/>
          </a:prstGeom>
          <a:noFill/>
        </p:spPr>
        <p:txBody>
          <a:bodyPr wrap="square">
            <a:spAutoFit/>
          </a:bodyPr>
          <a:lstStyle/>
          <a:p>
            <a:pPr>
              <a:spcAft>
                <a:spcPts val="1200"/>
              </a:spcAft>
            </a:pPr>
            <a:r>
              <a:rPr lang="en-US" sz="1600" dirty="0">
                <a:latin typeface="Amazon Ember" panose="020B0603020204020204" pitchFamily="34" charset="0"/>
                <a:ea typeface="Amazon Ember" panose="020B0603020204020204" pitchFamily="34" charset="0"/>
                <a:cs typeface="Amazon Ember" panose="020B0603020204020204" pitchFamily="34" charset="0"/>
              </a:rPr>
              <a:t>The workshop is deployed to a specific AWS Region. Make sure that you are working in this Region as other Regions are blocked.</a:t>
            </a:r>
          </a:p>
        </p:txBody>
      </p:sp>
      <p:sp>
        <p:nvSpPr>
          <p:cNvPr id="67" name="TextBox 66">
            <a:extLst>
              <a:ext uri="{FF2B5EF4-FFF2-40B4-BE49-F238E27FC236}">
                <a16:creationId xmlns:a16="http://schemas.microsoft.com/office/drawing/2014/main" id="{ECBBFDC3-D92B-ECF9-F705-A34B21EA8BF1}"/>
              </a:ext>
            </a:extLst>
          </p:cNvPr>
          <p:cNvSpPr txBox="1"/>
          <p:nvPr/>
        </p:nvSpPr>
        <p:spPr>
          <a:xfrm>
            <a:off x="1332777" y="5064622"/>
            <a:ext cx="4153624" cy="830997"/>
          </a:xfrm>
          <a:prstGeom prst="rect">
            <a:avLst/>
          </a:prstGeom>
          <a:noFill/>
        </p:spPr>
        <p:txBody>
          <a:bodyPr wrap="square">
            <a:spAutoFit/>
          </a:bodyPr>
          <a:lstStyle/>
          <a:p>
            <a:pPr>
              <a:spcAft>
                <a:spcPts val="1200"/>
              </a:spcAft>
            </a:pPr>
            <a:r>
              <a:rPr lang="en-US" sz="1600" dirty="0">
                <a:latin typeface="Amazon Ember" panose="020B0603020204020204" pitchFamily="34" charset="0"/>
                <a:ea typeface="Amazon Ember" panose="020B0603020204020204" pitchFamily="34" charset="0"/>
                <a:cs typeface="Amazon Ember" panose="020B0603020204020204" pitchFamily="34" charset="0"/>
              </a:rPr>
              <a:t>Review the terms and conditions of the event. </a:t>
            </a:r>
            <a:r>
              <a:rPr lang="en-US" sz="1600" b="1" dirty="0">
                <a:latin typeface="Amazon Ember" panose="020B0603020204020204" pitchFamily="34" charset="0"/>
                <a:ea typeface="Amazon Ember" panose="020B0603020204020204" pitchFamily="34" charset="0"/>
                <a:cs typeface="Amazon Ember" panose="020B0603020204020204" pitchFamily="34" charset="0"/>
              </a:rPr>
              <a:t>Do not upload any personal or confidential information to the account.</a:t>
            </a:r>
          </a:p>
        </p:txBody>
      </p:sp>
      <p:sp>
        <p:nvSpPr>
          <p:cNvPr id="72" name="TextBox 71">
            <a:extLst>
              <a:ext uri="{FF2B5EF4-FFF2-40B4-BE49-F238E27FC236}">
                <a16:creationId xmlns:a16="http://schemas.microsoft.com/office/drawing/2014/main" id="{968945CC-FB2E-99DA-5F44-8DCC0780CFF2}"/>
              </a:ext>
            </a:extLst>
          </p:cNvPr>
          <p:cNvSpPr txBox="1"/>
          <p:nvPr/>
        </p:nvSpPr>
        <p:spPr>
          <a:xfrm>
            <a:off x="7898887" y="1019869"/>
            <a:ext cx="4078210" cy="338554"/>
          </a:xfrm>
          <a:prstGeom prst="rect">
            <a:avLst/>
          </a:prstGeom>
          <a:noFill/>
        </p:spPr>
        <p:txBody>
          <a:bodyPr wrap="square">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1. Sign in using your preferred method</a:t>
            </a:r>
          </a:p>
        </p:txBody>
      </p:sp>
      <p:sp>
        <p:nvSpPr>
          <p:cNvPr id="75" name="TextBox 74">
            <a:extLst>
              <a:ext uri="{FF2B5EF4-FFF2-40B4-BE49-F238E27FC236}">
                <a16:creationId xmlns:a16="http://schemas.microsoft.com/office/drawing/2014/main" id="{BAE69700-3CBA-ACE0-8CEF-32CBC37F4D56}"/>
              </a:ext>
            </a:extLst>
          </p:cNvPr>
          <p:cNvSpPr txBox="1"/>
          <p:nvPr/>
        </p:nvSpPr>
        <p:spPr>
          <a:xfrm>
            <a:off x="7948516" y="3434972"/>
            <a:ext cx="4078210" cy="338554"/>
          </a:xfrm>
          <a:prstGeom prst="rect">
            <a:avLst/>
          </a:prstGeom>
          <a:noFill/>
        </p:spPr>
        <p:txBody>
          <a:bodyPr wrap="square">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3. Review terms and join event</a:t>
            </a:r>
          </a:p>
        </p:txBody>
      </p:sp>
      <p:sp>
        <p:nvSpPr>
          <p:cNvPr id="78" name="TextBox 77">
            <a:extLst>
              <a:ext uri="{FF2B5EF4-FFF2-40B4-BE49-F238E27FC236}">
                <a16:creationId xmlns:a16="http://schemas.microsoft.com/office/drawing/2014/main" id="{7B31E3FB-409E-782B-B50A-AFDC3C0F7E4C}"/>
              </a:ext>
            </a:extLst>
          </p:cNvPr>
          <p:cNvSpPr txBox="1"/>
          <p:nvPr/>
        </p:nvSpPr>
        <p:spPr>
          <a:xfrm>
            <a:off x="7936315" y="2185019"/>
            <a:ext cx="4078210" cy="338554"/>
          </a:xfrm>
          <a:prstGeom prst="rect">
            <a:avLst/>
          </a:prstGeom>
          <a:noFill/>
        </p:spPr>
        <p:txBody>
          <a:bodyPr wrap="square">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2. Enter the event access code</a:t>
            </a:r>
          </a:p>
        </p:txBody>
      </p:sp>
      <p:sp>
        <p:nvSpPr>
          <p:cNvPr id="81" name="TextBox 80">
            <a:extLst>
              <a:ext uri="{FF2B5EF4-FFF2-40B4-BE49-F238E27FC236}">
                <a16:creationId xmlns:a16="http://schemas.microsoft.com/office/drawing/2014/main" id="{0D40EE39-B4B8-84E6-A0FF-9604779620F2}"/>
              </a:ext>
            </a:extLst>
          </p:cNvPr>
          <p:cNvSpPr txBox="1"/>
          <p:nvPr/>
        </p:nvSpPr>
        <p:spPr>
          <a:xfrm>
            <a:off x="7940665" y="5443569"/>
            <a:ext cx="4078210" cy="338554"/>
          </a:xfrm>
          <a:prstGeom prst="rect">
            <a:avLst/>
          </a:prstGeom>
          <a:noFill/>
        </p:spPr>
        <p:txBody>
          <a:bodyPr wrap="square">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5. Access AWS Accounts</a:t>
            </a:r>
          </a:p>
        </p:txBody>
      </p:sp>
      <p:grpSp>
        <p:nvGrpSpPr>
          <p:cNvPr id="83" name="Group 82">
            <a:extLst>
              <a:ext uri="{FF2B5EF4-FFF2-40B4-BE49-F238E27FC236}">
                <a16:creationId xmlns:a16="http://schemas.microsoft.com/office/drawing/2014/main" id="{AC84E196-D981-7BFE-A272-40052C649777}"/>
              </a:ext>
            </a:extLst>
          </p:cNvPr>
          <p:cNvGrpSpPr/>
          <p:nvPr/>
        </p:nvGrpSpPr>
        <p:grpSpPr>
          <a:xfrm>
            <a:off x="7798714" y="1385844"/>
            <a:ext cx="3425220" cy="364290"/>
            <a:chOff x="6332763" y="4563331"/>
            <a:chExt cx="5859235" cy="1147894"/>
          </a:xfrm>
        </p:grpSpPr>
        <p:sp>
          <p:nvSpPr>
            <p:cNvPr id="84" name="Freeform: Shape 97">
              <a:extLst>
                <a:ext uri="{FF2B5EF4-FFF2-40B4-BE49-F238E27FC236}">
                  <a16:creationId xmlns:a16="http://schemas.microsoft.com/office/drawing/2014/main" id="{8A164D94-F5E2-E786-EB23-70EC0932233E}"/>
                </a:ext>
              </a:extLst>
            </p:cNvPr>
            <p:cNvSpPr/>
            <p:nvPr/>
          </p:nvSpPr>
          <p:spPr>
            <a:xfrm flipH="1">
              <a:off x="6332763" y="4563331"/>
              <a:ext cx="5859235" cy="1066799"/>
            </a:xfrm>
            <a:custGeom>
              <a:avLst/>
              <a:gdLst>
                <a:gd name="connsiteX0" fmla="*/ 5859236 w 5859236"/>
                <a:gd name="connsiteY0" fmla="*/ 0 h 1066800"/>
                <a:gd name="connsiteX1" fmla="*/ 5402036 w 5859236"/>
                <a:gd name="connsiteY1" fmla="*/ 0 h 1066800"/>
                <a:gd name="connsiteX2" fmla="*/ 5242016 w 5859236"/>
                <a:gd name="connsiteY2" fmla="*/ 0 h 1066800"/>
                <a:gd name="connsiteX3" fmla="*/ 0 w 5859236"/>
                <a:gd name="connsiteY3" fmla="*/ 0 h 1066800"/>
                <a:gd name="connsiteX4" fmla="*/ 0 w 5859236"/>
                <a:gd name="connsiteY4" fmla="*/ 1066800 h 1066800"/>
                <a:gd name="connsiteX5" fmla="*/ 5402036 w 5859236"/>
                <a:gd name="connsiteY5" fmla="*/ 1066800 h 1066800"/>
                <a:gd name="connsiteX6" fmla="*/ 5402036 w 5859236"/>
                <a:gd name="connsiteY6" fmla="*/ 1066799 h 1066800"/>
                <a:gd name="connsiteX7" fmla="*/ 5859236 w 5859236"/>
                <a:gd name="connsiteY7" fmla="*/ 1066799 h 1066800"/>
                <a:gd name="connsiteX8" fmla="*/ 5562056 w 5859236"/>
                <a:gd name="connsiteY8" fmla="*/ 533400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9236" h="1066800">
                  <a:moveTo>
                    <a:pt x="5859236" y="0"/>
                  </a:moveTo>
                  <a:lnTo>
                    <a:pt x="5402036" y="0"/>
                  </a:lnTo>
                  <a:lnTo>
                    <a:pt x="5242016" y="0"/>
                  </a:lnTo>
                  <a:lnTo>
                    <a:pt x="0" y="0"/>
                  </a:lnTo>
                  <a:lnTo>
                    <a:pt x="0" y="1066800"/>
                  </a:lnTo>
                  <a:lnTo>
                    <a:pt x="5402036" y="1066800"/>
                  </a:lnTo>
                  <a:lnTo>
                    <a:pt x="5402036" y="1066799"/>
                  </a:lnTo>
                  <a:lnTo>
                    <a:pt x="5859236" y="1066799"/>
                  </a:lnTo>
                  <a:lnTo>
                    <a:pt x="5562056" y="533400"/>
                  </a:lnTo>
                  <a:close/>
                </a:path>
              </a:pathLst>
            </a:custGeom>
            <a:solidFill>
              <a:schemeClr val="accent1"/>
            </a:solidFill>
            <a:ln>
              <a:no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algn="r">
                <a:lnSpc>
                  <a:spcPct val="80000"/>
                </a:lnSpc>
              </a:pPr>
              <a:endParaRPr lang="pt-BR" sz="1600" err="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5" name="Text Placeholder 2">
              <a:extLst>
                <a:ext uri="{FF2B5EF4-FFF2-40B4-BE49-F238E27FC236}">
                  <a16:creationId xmlns:a16="http://schemas.microsoft.com/office/drawing/2014/main" id="{6CC473A1-9C56-6DBA-45F9-FCBD4174BEBE}"/>
                </a:ext>
              </a:extLst>
            </p:cNvPr>
            <p:cNvSpPr txBox="1">
              <a:spLocks/>
            </p:cNvSpPr>
            <p:nvPr/>
          </p:nvSpPr>
          <p:spPr>
            <a:xfrm>
              <a:off x="6544335" y="4644426"/>
              <a:ext cx="5647661" cy="1066799"/>
            </a:xfrm>
            <a:prstGeom prst="rect">
              <a:avLst/>
            </a:prstGeom>
          </p:spPr>
          <p:txBody>
            <a:bodyPr/>
            <a:lstStyle>
              <a:lvl1pPr marL="228600" indent="-228600" algn="l" defTabSz="914400" rtl="0" eaLnBrk="1" latinLnBrk="0" hangingPunct="1">
                <a:lnSpc>
                  <a:spcPct val="90000"/>
                </a:lnSpc>
                <a:spcBef>
                  <a:spcPts val="0"/>
                </a:spcBef>
                <a:spcAft>
                  <a:spcPts val="1200"/>
                </a:spcAft>
                <a:buSzPct val="90000"/>
                <a:buFont typeface="Arial" panose="020B0604020202020204" pitchFamily="34" charset="0"/>
                <a:buChar char="•"/>
                <a:defRPr sz="24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51435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0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857250" indent="-228600" algn="l" defTabSz="914400" rtl="0" eaLnBrk="1" latinLnBrk="0" hangingPunct="1">
                <a:lnSpc>
                  <a:spcPct val="90000"/>
                </a:lnSpc>
                <a:spcBef>
                  <a:spcPts val="0"/>
                </a:spcBef>
                <a:spcAft>
                  <a:spcPts val="1200"/>
                </a:spcAft>
                <a:buFont typeface="Amazon Ember" panose="020B0603020204020204" pitchFamily="34" charset="0"/>
                <a:buChar char="–"/>
                <a:defRPr sz="18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085850" indent="-17145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314450" indent="-17145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t>
              </a:r>
              <a:r>
                <a:rPr lang="en-US" sz="1400" dirty="0">
                  <a:latin typeface="Amazon Ember" panose="020B0603020204020204" pitchFamily="34" charset="0"/>
                  <a:ea typeface="Amazon Ember" panose="020B0603020204020204" pitchFamily="34" charset="0"/>
                  <a:cs typeface="Amazon Ember" panose="020B0603020204020204" pitchFamily="34" charset="0"/>
                </a:rPr>
                <a:t>https://join.workshops.aws/</a:t>
              </a:r>
            </a:p>
            <a:p>
              <a:pPr marL="0" indent="0">
                <a:buNone/>
              </a:pPr>
              <a:endParaRPr lang="en-US"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86" name="Group 85">
            <a:extLst>
              <a:ext uri="{FF2B5EF4-FFF2-40B4-BE49-F238E27FC236}">
                <a16:creationId xmlns:a16="http://schemas.microsoft.com/office/drawing/2014/main" id="{E6F65ACE-A290-6253-DAAC-FEE56A907FFE}"/>
              </a:ext>
            </a:extLst>
          </p:cNvPr>
          <p:cNvGrpSpPr/>
          <p:nvPr/>
        </p:nvGrpSpPr>
        <p:grpSpPr>
          <a:xfrm>
            <a:off x="7822366" y="2539025"/>
            <a:ext cx="3425219" cy="338554"/>
            <a:chOff x="6314064" y="4774681"/>
            <a:chExt cx="5859235" cy="1066800"/>
          </a:xfrm>
        </p:grpSpPr>
        <p:sp>
          <p:nvSpPr>
            <p:cNvPr id="87" name="Freeform: Shape 134">
              <a:extLst>
                <a:ext uri="{FF2B5EF4-FFF2-40B4-BE49-F238E27FC236}">
                  <a16:creationId xmlns:a16="http://schemas.microsoft.com/office/drawing/2014/main" id="{BC03F6B4-2792-2949-A6C2-8A5E47281FAD}"/>
                </a:ext>
              </a:extLst>
            </p:cNvPr>
            <p:cNvSpPr/>
            <p:nvPr/>
          </p:nvSpPr>
          <p:spPr>
            <a:xfrm flipH="1">
              <a:off x="6314064" y="4774681"/>
              <a:ext cx="5859235" cy="1066800"/>
            </a:xfrm>
            <a:custGeom>
              <a:avLst/>
              <a:gdLst>
                <a:gd name="connsiteX0" fmla="*/ 5859236 w 5859236"/>
                <a:gd name="connsiteY0" fmla="*/ 0 h 1066800"/>
                <a:gd name="connsiteX1" fmla="*/ 5402036 w 5859236"/>
                <a:gd name="connsiteY1" fmla="*/ 0 h 1066800"/>
                <a:gd name="connsiteX2" fmla="*/ 5242016 w 5859236"/>
                <a:gd name="connsiteY2" fmla="*/ 0 h 1066800"/>
                <a:gd name="connsiteX3" fmla="*/ 0 w 5859236"/>
                <a:gd name="connsiteY3" fmla="*/ 0 h 1066800"/>
                <a:gd name="connsiteX4" fmla="*/ 0 w 5859236"/>
                <a:gd name="connsiteY4" fmla="*/ 1066800 h 1066800"/>
                <a:gd name="connsiteX5" fmla="*/ 5402036 w 5859236"/>
                <a:gd name="connsiteY5" fmla="*/ 1066800 h 1066800"/>
                <a:gd name="connsiteX6" fmla="*/ 5402036 w 5859236"/>
                <a:gd name="connsiteY6" fmla="*/ 1066799 h 1066800"/>
                <a:gd name="connsiteX7" fmla="*/ 5859236 w 5859236"/>
                <a:gd name="connsiteY7" fmla="*/ 1066799 h 1066800"/>
                <a:gd name="connsiteX8" fmla="*/ 5562056 w 5859236"/>
                <a:gd name="connsiteY8" fmla="*/ 533400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9236" h="1066800">
                  <a:moveTo>
                    <a:pt x="5859236" y="0"/>
                  </a:moveTo>
                  <a:lnTo>
                    <a:pt x="5402036" y="0"/>
                  </a:lnTo>
                  <a:lnTo>
                    <a:pt x="5242016" y="0"/>
                  </a:lnTo>
                  <a:lnTo>
                    <a:pt x="0" y="0"/>
                  </a:lnTo>
                  <a:lnTo>
                    <a:pt x="0" y="1066800"/>
                  </a:lnTo>
                  <a:lnTo>
                    <a:pt x="5402036" y="1066800"/>
                  </a:lnTo>
                  <a:lnTo>
                    <a:pt x="5402036" y="1066799"/>
                  </a:lnTo>
                  <a:lnTo>
                    <a:pt x="5859236" y="1066799"/>
                  </a:lnTo>
                  <a:lnTo>
                    <a:pt x="5562056" y="533400"/>
                  </a:lnTo>
                  <a:close/>
                </a:path>
              </a:pathLst>
            </a:custGeom>
            <a:solidFill>
              <a:schemeClr val="accent1"/>
            </a:solidFill>
            <a:ln>
              <a:no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algn="r">
                <a:lnSpc>
                  <a:spcPct val="80000"/>
                </a:lnSpc>
              </a:pPr>
              <a:endParaRPr lang="pt-BR" sz="1600" err="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8" name="Text Placeholder 2">
              <a:extLst>
                <a:ext uri="{FF2B5EF4-FFF2-40B4-BE49-F238E27FC236}">
                  <a16:creationId xmlns:a16="http://schemas.microsoft.com/office/drawing/2014/main" id="{F1B91681-45C9-DAA2-4963-9D4995DEB285}"/>
                </a:ext>
              </a:extLst>
            </p:cNvPr>
            <p:cNvSpPr txBox="1">
              <a:spLocks/>
            </p:cNvSpPr>
            <p:nvPr/>
          </p:nvSpPr>
          <p:spPr>
            <a:xfrm>
              <a:off x="6529932" y="4912968"/>
              <a:ext cx="5602908" cy="380048"/>
            </a:xfrm>
            <a:prstGeom prst="rect">
              <a:avLst/>
            </a:prstGeom>
          </p:spPr>
          <p:txBody>
            <a:bodyPr/>
            <a:lstStyle>
              <a:lvl1pPr marL="228600" indent="-228600" algn="l" defTabSz="914400" rtl="0" eaLnBrk="1" latinLnBrk="0" hangingPunct="1">
                <a:lnSpc>
                  <a:spcPct val="90000"/>
                </a:lnSpc>
                <a:spcBef>
                  <a:spcPts val="0"/>
                </a:spcBef>
                <a:spcAft>
                  <a:spcPts val="1200"/>
                </a:spcAft>
                <a:buSzPct val="90000"/>
                <a:buFont typeface="Arial" panose="020B0604020202020204" pitchFamily="34" charset="0"/>
                <a:buChar char="•"/>
                <a:defRPr sz="24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51435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0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857250" indent="-228600" algn="l" defTabSz="914400" rtl="0" eaLnBrk="1" latinLnBrk="0" hangingPunct="1">
                <a:lnSpc>
                  <a:spcPct val="90000"/>
                </a:lnSpc>
                <a:spcBef>
                  <a:spcPts val="0"/>
                </a:spcBef>
                <a:spcAft>
                  <a:spcPts val="1200"/>
                </a:spcAft>
                <a:buFont typeface="Amazon Ember" panose="020B0603020204020204" pitchFamily="34" charset="0"/>
                <a:buChar char="–"/>
                <a:defRPr sz="18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085850" indent="-17145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314450" indent="-17145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latin typeface="Amazon Ember" panose="020B0603020204020204" pitchFamily="34" charset="0"/>
                  <a:ea typeface="Amazon Ember" panose="020B0603020204020204" pitchFamily="34" charset="0"/>
                  <a:cs typeface="Amazon Ember" panose="020B0603020204020204" pitchFamily="34" charset="0"/>
                </a:rPr>
                <a:t>XXXX-XXXXXX-XX</a:t>
              </a:r>
            </a:p>
          </p:txBody>
        </p:sp>
      </p:grpSp>
      <p:sp>
        <p:nvSpPr>
          <p:cNvPr id="90" name="TextBox 89">
            <a:extLst>
              <a:ext uri="{FF2B5EF4-FFF2-40B4-BE49-F238E27FC236}">
                <a16:creationId xmlns:a16="http://schemas.microsoft.com/office/drawing/2014/main" id="{149B3F0E-9A0D-AECC-072E-383AAA232023}"/>
              </a:ext>
            </a:extLst>
          </p:cNvPr>
          <p:cNvSpPr txBox="1"/>
          <p:nvPr/>
        </p:nvSpPr>
        <p:spPr>
          <a:xfrm>
            <a:off x="7918538" y="4530639"/>
            <a:ext cx="4078210" cy="584775"/>
          </a:xfrm>
          <a:prstGeom prst="rect">
            <a:avLst/>
          </a:prstGeom>
          <a:noFill/>
        </p:spPr>
        <p:txBody>
          <a:bodyPr wrap="square">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4. Click “Get Started” to begin the workshop</a:t>
            </a:r>
          </a:p>
        </p:txBody>
      </p:sp>
      <p:grpSp>
        <p:nvGrpSpPr>
          <p:cNvPr id="93" name="Group 92">
            <a:extLst>
              <a:ext uri="{FF2B5EF4-FFF2-40B4-BE49-F238E27FC236}">
                <a16:creationId xmlns:a16="http://schemas.microsoft.com/office/drawing/2014/main" id="{44488730-7EE9-8209-439E-CE5A3FCFBD96}"/>
              </a:ext>
            </a:extLst>
          </p:cNvPr>
          <p:cNvGrpSpPr/>
          <p:nvPr/>
        </p:nvGrpSpPr>
        <p:grpSpPr>
          <a:xfrm>
            <a:off x="7741862" y="5762614"/>
            <a:ext cx="3505723" cy="403280"/>
            <a:chOff x="6145151" y="4768536"/>
            <a:chExt cx="5978110" cy="1270755"/>
          </a:xfrm>
        </p:grpSpPr>
        <p:sp>
          <p:nvSpPr>
            <p:cNvPr id="94" name="Freeform: Shape 241">
              <a:extLst>
                <a:ext uri="{FF2B5EF4-FFF2-40B4-BE49-F238E27FC236}">
                  <a16:creationId xmlns:a16="http://schemas.microsoft.com/office/drawing/2014/main" id="{AAD49667-F992-F461-E8EC-F4ACABEF3E84}"/>
                </a:ext>
              </a:extLst>
            </p:cNvPr>
            <p:cNvSpPr/>
            <p:nvPr/>
          </p:nvSpPr>
          <p:spPr>
            <a:xfrm flipH="1">
              <a:off x="6264027" y="4891480"/>
              <a:ext cx="5859234" cy="1066800"/>
            </a:xfrm>
            <a:custGeom>
              <a:avLst/>
              <a:gdLst>
                <a:gd name="connsiteX0" fmla="*/ 5859236 w 5859236"/>
                <a:gd name="connsiteY0" fmla="*/ 0 h 1066800"/>
                <a:gd name="connsiteX1" fmla="*/ 5402036 w 5859236"/>
                <a:gd name="connsiteY1" fmla="*/ 0 h 1066800"/>
                <a:gd name="connsiteX2" fmla="*/ 5242016 w 5859236"/>
                <a:gd name="connsiteY2" fmla="*/ 0 h 1066800"/>
                <a:gd name="connsiteX3" fmla="*/ 0 w 5859236"/>
                <a:gd name="connsiteY3" fmla="*/ 0 h 1066800"/>
                <a:gd name="connsiteX4" fmla="*/ 0 w 5859236"/>
                <a:gd name="connsiteY4" fmla="*/ 1066800 h 1066800"/>
                <a:gd name="connsiteX5" fmla="*/ 5402036 w 5859236"/>
                <a:gd name="connsiteY5" fmla="*/ 1066800 h 1066800"/>
                <a:gd name="connsiteX6" fmla="*/ 5402036 w 5859236"/>
                <a:gd name="connsiteY6" fmla="*/ 1066799 h 1066800"/>
                <a:gd name="connsiteX7" fmla="*/ 5859236 w 5859236"/>
                <a:gd name="connsiteY7" fmla="*/ 1066799 h 1066800"/>
                <a:gd name="connsiteX8" fmla="*/ 5562056 w 5859236"/>
                <a:gd name="connsiteY8" fmla="*/ 533400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9236" h="1066800">
                  <a:moveTo>
                    <a:pt x="5859236" y="0"/>
                  </a:moveTo>
                  <a:lnTo>
                    <a:pt x="5402036" y="0"/>
                  </a:lnTo>
                  <a:lnTo>
                    <a:pt x="5242016" y="0"/>
                  </a:lnTo>
                  <a:lnTo>
                    <a:pt x="0" y="0"/>
                  </a:lnTo>
                  <a:lnTo>
                    <a:pt x="0" y="1066800"/>
                  </a:lnTo>
                  <a:lnTo>
                    <a:pt x="5402036" y="1066800"/>
                  </a:lnTo>
                  <a:lnTo>
                    <a:pt x="5402036" y="1066799"/>
                  </a:lnTo>
                  <a:lnTo>
                    <a:pt x="5859236" y="1066799"/>
                  </a:lnTo>
                  <a:lnTo>
                    <a:pt x="5562056" y="533400"/>
                  </a:lnTo>
                  <a:close/>
                </a:path>
              </a:pathLst>
            </a:custGeom>
            <a:solidFill>
              <a:schemeClr val="accent1"/>
            </a:solidFill>
            <a:ln>
              <a:no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algn="r">
                <a:lnSpc>
                  <a:spcPct val="80000"/>
                </a:lnSpc>
              </a:pPr>
              <a:endParaRPr lang="pt-BR" sz="1600" err="1">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5" name="Text Placeholder 2">
              <a:extLst>
                <a:ext uri="{FF2B5EF4-FFF2-40B4-BE49-F238E27FC236}">
                  <a16:creationId xmlns:a16="http://schemas.microsoft.com/office/drawing/2014/main" id="{625DCE8C-66BF-7D7C-7174-07F04153BB52}"/>
                </a:ext>
              </a:extLst>
            </p:cNvPr>
            <p:cNvSpPr txBox="1">
              <a:spLocks/>
            </p:cNvSpPr>
            <p:nvPr/>
          </p:nvSpPr>
          <p:spPr>
            <a:xfrm>
              <a:off x="6145151" y="4768536"/>
              <a:ext cx="5840831" cy="1270755"/>
            </a:xfrm>
            <a:prstGeom prst="rect">
              <a:avLst/>
            </a:prstGeom>
          </p:spPr>
          <p:txBody>
            <a:bodyPr/>
            <a:lstStyle>
              <a:lvl1pPr marL="228600" indent="-228600" algn="l" defTabSz="914400" rtl="0" eaLnBrk="1" latinLnBrk="0" hangingPunct="1">
                <a:lnSpc>
                  <a:spcPct val="90000"/>
                </a:lnSpc>
                <a:spcBef>
                  <a:spcPts val="0"/>
                </a:spcBef>
                <a:spcAft>
                  <a:spcPts val="1200"/>
                </a:spcAft>
                <a:buSzPct val="90000"/>
                <a:buFont typeface="Arial" panose="020B0604020202020204" pitchFamily="34" charset="0"/>
                <a:buChar char="•"/>
                <a:defRPr sz="24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51435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0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857250" indent="-228600" algn="l" defTabSz="914400" rtl="0" eaLnBrk="1" latinLnBrk="0" hangingPunct="1">
                <a:lnSpc>
                  <a:spcPct val="90000"/>
                </a:lnSpc>
                <a:spcBef>
                  <a:spcPts val="0"/>
                </a:spcBef>
                <a:spcAft>
                  <a:spcPts val="1200"/>
                </a:spcAft>
                <a:buFont typeface="Amazon Ember" panose="020B0603020204020204" pitchFamily="34" charset="0"/>
                <a:buChar char="–"/>
                <a:defRPr sz="18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085850" indent="-17145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314450" indent="-17145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latin typeface="Amazon Ember" panose="020B0603020204020204" pitchFamily="34" charset="0"/>
                  <a:ea typeface="Amazon Ember" panose="020B0603020204020204" pitchFamily="34" charset="0"/>
                  <a:cs typeface="Amazon Ember" panose="020B0603020204020204" pitchFamily="34" charset="0"/>
                </a:rPr>
                <a:t>Access the AWS Management Console or generate AWS CLI credentials as needed</a:t>
              </a:r>
            </a:p>
            <a:p>
              <a:pPr marL="0" indent="0" algn="ctr">
                <a:buNone/>
              </a:pPr>
              <a:endParaRPr lang="en-US" sz="1400" dirty="0">
                <a:latin typeface="Amazon Ember" panose="020B0603020204020204" pitchFamily="34" charset="0"/>
                <a:ea typeface="Amazon Ember" panose="020B0603020204020204" pitchFamily="34" charset="0"/>
                <a:cs typeface="Amazon Ember" panose="020B0603020204020204" pitchFamily="34" charset="0"/>
              </a:endParaRPr>
            </a:p>
          </p:txBody>
        </p:sp>
      </p:grpSp>
    </p:spTree>
    <p:extLst>
      <p:ext uri="{BB962C8B-B14F-4D97-AF65-F5344CB8AC3E}">
        <p14:creationId xmlns:p14="http://schemas.microsoft.com/office/powerpoint/2010/main" val="229113150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E3C71-4FB3-02C1-84A0-42EF1DA96E6E}"/>
              </a:ext>
            </a:extLst>
          </p:cNvPr>
          <p:cNvSpPr>
            <a:spLocks noGrp="1"/>
          </p:cNvSpPr>
          <p:nvPr>
            <p:ph type="title"/>
          </p:nvPr>
        </p:nvSpPr>
        <p:spPr/>
        <p:txBody>
          <a:bodyPr/>
          <a:lstStyle/>
          <a:p>
            <a:endParaRPr lang="en-US"/>
          </a:p>
        </p:txBody>
      </p:sp>
      <p:sp>
        <p:nvSpPr>
          <p:cNvPr id="4" name="Title 1">
            <a:extLst>
              <a:ext uri="{FF2B5EF4-FFF2-40B4-BE49-F238E27FC236}">
                <a16:creationId xmlns:a16="http://schemas.microsoft.com/office/drawing/2014/main" id="{4F09765F-13E1-BCD7-B900-8C9020C9396B}"/>
              </a:ext>
            </a:extLst>
          </p:cNvPr>
          <p:cNvSpPr txBox="1">
            <a:spLocks/>
          </p:cNvSpPr>
          <p:nvPr/>
        </p:nvSpPr>
        <p:spPr>
          <a:xfrm>
            <a:off x="324853" y="304385"/>
            <a:ext cx="11654333" cy="638175"/>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mazon Ember"/>
              </a:rPr>
              <a:t>Steps to access the Workshop </a:t>
            </a:r>
            <a:r>
              <a:rPr lang="en-US" sz="2000" dirty="0">
                <a:latin typeface="Amazon Ember"/>
              </a:rPr>
              <a:t> </a:t>
            </a:r>
            <a:r>
              <a:rPr lang="en-US" sz="1600" dirty="0">
                <a:latin typeface="Amazon Ember"/>
              </a:rPr>
              <a:t>                            </a:t>
            </a:r>
            <a:r>
              <a:rPr lang="en-US" sz="1600" dirty="0">
                <a:latin typeface="Amazon Ember"/>
                <a:hlinkClick r:id="rId2">
                  <a:extLst>
                    <a:ext uri="{A12FA001-AC4F-418D-AE19-62706E023703}">
                      <ahyp:hlinkClr xmlns:ahyp="http://schemas.microsoft.com/office/drawing/2018/hyperlinkcolor" val="tx"/>
                    </a:ext>
                  </a:extLst>
                </a:hlinkClick>
              </a:rPr>
              <a:t>https://join.workshops.aws</a:t>
            </a:r>
            <a:r>
              <a:rPr lang="en-US" sz="1600" dirty="0">
                <a:latin typeface="Amazon Ember"/>
              </a:rPr>
              <a:t> | Event access code </a:t>
            </a:r>
            <a:r>
              <a:rPr lang="en-US" sz="1600" dirty="0" err="1">
                <a:solidFill>
                  <a:schemeClr val="accent1"/>
                </a:solidFill>
                <a:latin typeface="Amazon Ember"/>
              </a:rPr>
              <a:t>xxxx</a:t>
            </a:r>
            <a:r>
              <a:rPr lang="en-US" sz="1600" dirty="0">
                <a:solidFill>
                  <a:schemeClr val="accent1"/>
                </a:solidFill>
                <a:latin typeface="Amazon Ember"/>
              </a:rPr>
              <a:t>-</a:t>
            </a:r>
            <a:r>
              <a:rPr lang="en-US" sz="1600" dirty="0" err="1">
                <a:solidFill>
                  <a:schemeClr val="accent1"/>
                </a:solidFill>
                <a:latin typeface="Amazon Ember"/>
              </a:rPr>
              <a:t>xxxxxx</a:t>
            </a:r>
            <a:r>
              <a:rPr lang="en-US" sz="1600" dirty="0">
                <a:solidFill>
                  <a:schemeClr val="accent1"/>
                </a:solidFill>
                <a:latin typeface="Amazon Ember"/>
              </a:rPr>
              <a:t>-xx</a:t>
            </a:r>
            <a:endParaRPr lang="en-US" sz="1600" dirty="0">
              <a:solidFill>
                <a:schemeClr val="accent1"/>
              </a:solidFill>
            </a:endParaRPr>
          </a:p>
        </p:txBody>
      </p:sp>
      <p:pic>
        <p:nvPicPr>
          <p:cNvPr id="6" name="Picture 5">
            <a:extLst>
              <a:ext uri="{FF2B5EF4-FFF2-40B4-BE49-F238E27FC236}">
                <a16:creationId xmlns:a16="http://schemas.microsoft.com/office/drawing/2014/main" id="{05D10ECD-4275-38D5-7DD7-1680CA32FCAF}"/>
              </a:ext>
            </a:extLst>
          </p:cNvPr>
          <p:cNvPicPr>
            <a:picLocks noChangeAspect="1"/>
          </p:cNvPicPr>
          <p:nvPr/>
        </p:nvPicPr>
        <p:blipFill>
          <a:blip r:embed="rId3"/>
          <a:stretch>
            <a:fillRect/>
          </a:stretch>
        </p:blipFill>
        <p:spPr>
          <a:xfrm>
            <a:off x="428792" y="1365751"/>
            <a:ext cx="2758574" cy="2061077"/>
          </a:xfrm>
          <a:prstGeom prst="rect">
            <a:avLst/>
          </a:prstGeom>
        </p:spPr>
      </p:pic>
      <p:pic>
        <p:nvPicPr>
          <p:cNvPr id="8" name="Picture 7">
            <a:extLst>
              <a:ext uri="{FF2B5EF4-FFF2-40B4-BE49-F238E27FC236}">
                <a16:creationId xmlns:a16="http://schemas.microsoft.com/office/drawing/2014/main" id="{D2D6B104-4F1A-DF42-5666-35AB5B17CAFC}"/>
              </a:ext>
            </a:extLst>
          </p:cNvPr>
          <p:cNvPicPr>
            <a:picLocks noChangeAspect="1"/>
          </p:cNvPicPr>
          <p:nvPr/>
        </p:nvPicPr>
        <p:blipFill>
          <a:blip r:embed="rId4"/>
          <a:stretch>
            <a:fillRect/>
          </a:stretch>
        </p:blipFill>
        <p:spPr>
          <a:xfrm>
            <a:off x="7378366" y="1374605"/>
            <a:ext cx="877637" cy="292101"/>
          </a:xfrm>
          <a:prstGeom prst="rect">
            <a:avLst/>
          </a:prstGeom>
        </p:spPr>
      </p:pic>
      <p:pic>
        <p:nvPicPr>
          <p:cNvPr id="10" name="Picture 9">
            <a:extLst>
              <a:ext uri="{FF2B5EF4-FFF2-40B4-BE49-F238E27FC236}">
                <a16:creationId xmlns:a16="http://schemas.microsoft.com/office/drawing/2014/main" id="{02887521-7B21-2BFC-FCBB-CBC1B7E95F8C}"/>
              </a:ext>
            </a:extLst>
          </p:cNvPr>
          <p:cNvPicPr>
            <a:picLocks noChangeAspect="1"/>
          </p:cNvPicPr>
          <p:nvPr/>
        </p:nvPicPr>
        <p:blipFill>
          <a:blip r:embed="rId5"/>
          <a:srcRect r="37532" b="54768"/>
          <a:stretch>
            <a:fillRect/>
          </a:stretch>
        </p:blipFill>
        <p:spPr>
          <a:xfrm>
            <a:off x="8602353" y="1376947"/>
            <a:ext cx="2746308" cy="1979973"/>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A14E4EED-5E11-CC09-2487-3A653889B156}"/>
              </a:ext>
            </a:extLst>
          </p:cNvPr>
          <p:cNvPicPr>
            <a:picLocks noChangeAspect="1"/>
          </p:cNvPicPr>
          <p:nvPr/>
        </p:nvPicPr>
        <p:blipFill>
          <a:blip r:embed="rId6"/>
          <a:stretch>
            <a:fillRect/>
          </a:stretch>
        </p:blipFill>
        <p:spPr>
          <a:xfrm>
            <a:off x="431799" y="3853340"/>
            <a:ext cx="3442823" cy="2472454"/>
          </a:xfrm>
          <a:prstGeom prst="rect">
            <a:avLst/>
          </a:prstGeom>
        </p:spPr>
      </p:pic>
      <p:pic>
        <p:nvPicPr>
          <p:cNvPr id="14" name="Picture 13">
            <a:extLst>
              <a:ext uri="{FF2B5EF4-FFF2-40B4-BE49-F238E27FC236}">
                <a16:creationId xmlns:a16="http://schemas.microsoft.com/office/drawing/2014/main" id="{D3DD4534-7880-A718-2931-6FA731BCD78E}"/>
              </a:ext>
            </a:extLst>
          </p:cNvPr>
          <p:cNvPicPr>
            <a:picLocks noChangeAspect="1"/>
          </p:cNvPicPr>
          <p:nvPr/>
        </p:nvPicPr>
        <p:blipFill>
          <a:blip r:embed="rId7"/>
          <a:stretch>
            <a:fillRect/>
          </a:stretch>
        </p:blipFill>
        <p:spPr>
          <a:xfrm>
            <a:off x="5064209" y="4529638"/>
            <a:ext cx="1836321" cy="873461"/>
          </a:xfrm>
          <a:prstGeom prst="rect">
            <a:avLst/>
          </a:prstGeom>
        </p:spPr>
      </p:pic>
      <p:pic>
        <p:nvPicPr>
          <p:cNvPr id="16" name="Picture 15" descr="A screenshot of a web page&#10;&#10;AI-generated content may be incorrect.">
            <a:extLst>
              <a:ext uri="{FF2B5EF4-FFF2-40B4-BE49-F238E27FC236}">
                <a16:creationId xmlns:a16="http://schemas.microsoft.com/office/drawing/2014/main" id="{851BCEE0-419D-8025-A2D3-46DEF65A372E}"/>
              </a:ext>
            </a:extLst>
          </p:cNvPr>
          <p:cNvPicPr>
            <a:picLocks noChangeAspect="1"/>
          </p:cNvPicPr>
          <p:nvPr/>
        </p:nvPicPr>
        <p:blipFill>
          <a:blip r:embed="rId8"/>
          <a:stretch>
            <a:fillRect/>
          </a:stretch>
        </p:blipFill>
        <p:spPr>
          <a:xfrm>
            <a:off x="8087258" y="3855990"/>
            <a:ext cx="3804493" cy="2472547"/>
          </a:xfrm>
          <a:prstGeom prst="rect">
            <a:avLst/>
          </a:prstGeom>
        </p:spPr>
      </p:pic>
      <p:sp>
        <p:nvSpPr>
          <p:cNvPr id="18" name="TextBox 17">
            <a:extLst>
              <a:ext uri="{FF2B5EF4-FFF2-40B4-BE49-F238E27FC236}">
                <a16:creationId xmlns:a16="http://schemas.microsoft.com/office/drawing/2014/main" id="{F98E3697-7D01-D303-4604-CE430F8246B4}"/>
              </a:ext>
            </a:extLst>
          </p:cNvPr>
          <p:cNvSpPr txBox="1"/>
          <p:nvPr/>
        </p:nvSpPr>
        <p:spPr>
          <a:xfrm>
            <a:off x="327526" y="989264"/>
            <a:ext cx="3295315"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mazon Ember"/>
              </a:rPr>
              <a:t>Sign</a:t>
            </a:r>
            <a:r>
              <a:rPr lang="en-US" sz="1400" b="0" i="0" u="none" strike="noStrike" baseline="0">
                <a:latin typeface="Amazon Ember"/>
              </a:rPr>
              <a:t> in using your preferred method</a:t>
            </a:r>
            <a:r>
              <a:rPr sz="1400" b="0" i="0">
                <a:latin typeface="Amazon Ember"/>
                <a:ea typeface="Amazon Ember"/>
                <a:cs typeface="Amazon Ember"/>
              </a:rPr>
              <a:t>​</a:t>
            </a:r>
            <a:endParaRPr lang="en-US" sz="1400"/>
          </a:p>
          <a:p>
            <a:pPr algn="ctr"/>
            <a:endParaRPr lang="en-US" sz="800"/>
          </a:p>
        </p:txBody>
      </p:sp>
      <p:sp>
        <p:nvSpPr>
          <p:cNvPr id="20" name="TextBox 19">
            <a:extLst>
              <a:ext uri="{FF2B5EF4-FFF2-40B4-BE49-F238E27FC236}">
                <a16:creationId xmlns:a16="http://schemas.microsoft.com/office/drawing/2014/main" id="{016B82B2-9DC1-8A1B-7F8C-346F9FDBA920}"/>
              </a:ext>
            </a:extLst>
          </p:cNvPr>
          <p:cNvSpPr txBox="1"/>
          <p:nvPr/>
        </p:nvSpPr>
        <p:spPr>
          <a:xfrm>
            <a:off x="3954745" y="989264"/>
            <a:ext cx="3295315"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mazon Ember"/>
              </a:rPr>
              <a:t>Enter session's access code </a:t>
            </a:r>
          </a:p>
          <a:p>
            <a:pPr algn="ctr"/>
            <a:endParaRPr lang="en-US" sz="800"/>
          </a:p>
        </p:txBody>
      </p:sp>
      <p:sp>
        <p:nvSpPr>
          <p:cNvPr id="22" name="TextBox 21">
            <a:extLst>
              <a:ext uri="{FF2B5EF4-FFF2-40B4-BE49-F238E27FC236}">
                <a16:creationId xmlns:a16="http://schemas.microsoft.com/office/drawing/2014/main" id="{E95F69B7-DA5D-8FD5-16E8-8282E08B079C}"/>
              </a:ext>
            </a:extLst>
          </p:cNvPr>
          <p:cNvSpPr txBox="1"/>
          <p:nvPr/>
        </p:nvSpPr>
        <p:spPr>
          <a:xfrm>
            <a:off x="8514913" y="942533"/>
            <a:ext cx="3295315"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mazon Ember"/>
              </a:rPr>
              <a:t>Review terms and Join the event</a:t>
            </a:r>
            <a:endParaRPr lang="en-US"/>
          </a:p>
          <a:p>
            <a:pPr algn="ctr"/>
            <a:endParaRPr lang="en-US" sz="800"/>
          </a:p>
        </p:txBody>
      </p:sp>
      <p:sp>
        <p:nvSpPr>
          <p:cNvPr id="24" name="TextBox 23">
            <a:extLst>
              <a:ext uri="{FF2B5EF4-FFF2-40B4-BE49-F238E27FC236}">
                <a16:creationId xmlns:a16="http://schemas.microsoft.com/office/drawing/2014/main" id="{17F08B01-4017-0146-BA8C-A7A9D012E9B7}"/>
              </a:ext>
            </a:extLst>
          </p:cNvPr>
          <p:cNvSpPr txBox="1"/>
          <p:nvPr/>
        </p:nvSpPr>
        <p:spPr>
          <a:xfrm>
            <a:off x="326637" y="3502526"/>
            <a:ext cx="3295315"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mazon Ember"/>
              </a:rPr>
              <a:t>Get started with </a:t>
            </a:r>
            <a:r>
              <a:rPr lang="en-US" sz="1400" err="1">
                <a:latin typeface="Amazon Ember"/>
              </a:rPr>
              <a:t>th</a:t>
            </a:r>
            <a:r>
              <a:rPr lang="en-US" sz="1400">
                <a:latin typeface="Amazon Ember"/>
              </a:rPr>
              <a:t>e workshop </a:t>
            </a:r>
            <a:endParaRPr lang="en-US" sz="1400"/>
          </a:p>
          <a:p>
            <a:pPr algn="ctr"/>
            <a:endParaRPr lang="en-US" sz="800"/>
          </a:p>
        </p:txBody>
      </p:sp>
      <p:sp>
        <p:nvSpPr>
          <p:cNvPr id="26" name="TextBox 25">
            <a:extLst>
              <a:ext uri="{FF2B5EF4-FFF2-40B4-BE49-F238E27FC236}">
                <a16:creationId xmlns:a16="http://schemas.microsoft.com/office/drawing/2014/main" id="{7AF469AD-5CC0-456A-D8F3-CDF04B3FAABB}"/>
              </a:ext>
            </a:extLst>
          </p:cNvPr>
          <p:cNvSpPr txBox="1"/>
          <p:nvPr/>
        </p:nvSpPr>
        <p:spPr>
          <a:xfrm>
            <a:off x="4263572" y="3484384"/>
            <a:ext cx="355536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0" i="0" u="none" strike="noStrike" baseline="0">
                <a:latin typeface="Amazon Ember"/>
              </a:rPr>
              <a:t>Access the AWS Management Console or </a:t>
            </a:r>
            <a:endParaRPr lang="en-US" sz="1400">
              <a:latin typeface="Aptos" panose="02110004020202020204"/>
            </a:endParaRPr>
          </a:p>
          <a:p>
            <a:r>
              <a:rPr lang="en-US" sz="1400" b="0" i="0" u="none" strike="noStrike" baseline="0">
                <a:latin typeface="Amazon Ember"/>
              </a:rPr>
              <a:t>generate AWS CLI credentials as needed</a:t>
            </a:r>
            <a:r>
              <a:rPr sz="1400" b="0" i="0">
                <a:latin typeface="Amazon Ember"/>
                <a:ea typeface="Amazon Ember"/>
                <a:cs typeface="Amazon Ember"/>
              </a:rPr>
              <a:t>​</a:t>
            </a:r>
            <a:endParaRPr lang="en-US" sz="1400" dirty="0"/>
          </a:p>
          <a:p>
            <a:pPr algn="ctr"/>
            <a:endParaRPr lang="en-US" sz="1400" dirty="0"/>
          </a:p>
        </p:txBody>
      </p:sp>
      <p:pic>
        <p:nvPicPr>
          <p:cNvPr id="28" name="Picture 27">
            <a:extLst>
              <a:ext uri="{FF2B5EF4-FFF2-40B4-BE49-F238E27FC236}">
                <a16:creationId xmlns:a16="http://schemas.microsoft.com/office/drawing/2014/main" id="{F7F49F55-B5D6-41F7-E7E4-F6A011AC8B86}"/>
              </a:ext>
            </a:extLst>
          </p:cNvPr>
          <p:cNvPicPr>
            <a:picLocks noChangeAspect="1"/>
          </p:cNvPicPr>
          <p:nvPr/>
        </p:nvPicPr>
        <p:blipFill>
          <a:blip r:embed="rId9"/>
          <a:stretch>
            <a:fillRect/>
          </a:stretch>
        </p:blipFill>
        <p:spPr>
          <a:xfrm>
            <a:off x="3950453" y="1287047"/>
            <a:ext cx="4137358" cy="2071435"/>
          </a:xfrm>
          <a:prstGeom prst="rect">
            <a:avLst/>
          </a:prstGeom>
        </p:spPr>
      </p:pic>
      <p:sp>
        <p:nvSpPr>
          <p:cNvPr id="30" name="Arrow: Right 29">
            <a:extLst>
              <a:ext uri="{FF2B5EF4-FFF2-40B4-BE49-F238E27FC236}">
                <a16:creationId xmlns:a16="http://schemas.microsoft.com/office/drawing/2014/main" id="{072B8558-13B5-5221-EA72-563AD50714A6}"/>
              </a:ext>
            </a:extLst>
          </p:cNvPr>
          <p:cNvSpPr/>
          <p:nvPr/>
        </p:nvSpPr>
        <p:spPr>
          <a:xfrm>
            <a:off x="3398655" y="2319716"/>
            <a:ext cx="478777" cy="24276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Arrow: Right 31">
            <a:extLst>
              <a:ext uri="{FF2B5EF4-FFF2-40B4-BE49-F238E27FC236}">
                <a16:creationId xmlns:a16="http://schemas.microsoft.com/office/drawing/2014/main" id="{2D8A63B3-AA91-C676-FD40-D2B60F4E7B1B}"/>
              </a:ext>
            </a:extLst>
          </p:cNvPr>
          <p:cNvSpPr/>
          <p:nvPr/>
        </p:nvSpPr>
        <p:spPr>
          <a:xfrm>
            <a:off x="8085292" y="2359820"/>
            <a:ext cx="411935" cy="202655"/>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Arrow: Right 33">
            <a:extLst>
              <a:ext uri="{FF2B5EF4-FFF2-40B4-BE49-F238E27FC236}">
                <a16:creationId xmlns:a16="http://schemas.microsoft.com/office/drawing/2014/main" id="{C9943E9A-EF3E-25D8-86A2-44694E007024}"/>
              </a:ext>
            </a:extLst>
          </p:cNvPr>
          <p:cNvSpPr/>
          <p:nvPr/>
        </p:nvSpPr>
        <p:spPr>
          <a:xfrm>
            <a:off x="7249114" y="4848475"/>
            <a:ext cx="478777" cy="24276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Arrow: Right 35">
            <a:extLst>
              <a:ext uri="{FF2B5EF4-FFF2-40B4-BE49-F238E27FC236}">
                <a16:creationId xmlns:a16="http://schemas.microsoft.com/office/drawing/2014/main" id="{61989019-E797-A871-CA7D-6FD145B9EDF1}"/>
              </a:ext>
            </a:extLst>
          </p:cNvPr>
          <p:cNvSpPr/>
          <p:nvPr/>
        </p:nvSpPr>
        <p:spPr>
          <a:xfrm>
            <a:off x="4207857" y="4848474"/>
            <a:ext cx="478777" cy="24276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4787024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B204B93-7AE3-87CB-200B-325B603F49E9}"/>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D08166E9-E9DB-EADA-03B6-0E495B607948}"/>
              </a:ext>
            </a:extLst>
          </p:cNvPr>
          <p:cNvSpPr>
            <a:spLocks noGrp="1"/>
          </p:cNvSpPr>
          <p:nvPr>
            <p:ph type="title"/>
          </p:nvPr>
        </p:nvSpPr>
        <p:spPr>
          <a:xfrm>
            <a:off x="774126" y="1700694"/>
            <a:ext cx="4669971" cy="957316"/>
          </a:xfrm>
        </p:spPr>
        <p:txBody>
          <a:bodyPr/>
          <a:lstStyle/>
          <a:p>
            <a:r>
              <a:rPr lang="en-US" dirty="0"/>
              <a:t>Amazon SageMaker new features</a:t>
            </a:r>
          </a:p>
        </p:txBody>
      </p:sp>
      <p:sp>
        <p:nvSpPr>
          <p:cNvPr id="4" name="TextBox 3">
            <a:extLst>
              <a:ext uri="{FF2B5EF4-FFF2-40B4-BE49-F238E27FC236}">
                <a16:creationId xmlns:a16="http://schemas.microsoft.com/office/drawing/2014/main" id="{02701161-112A-8B51-4C61-A0C743B8222D}"/>
              </a:ext>
            </a:extLst>
          </p:cNvPr>
          <p:cNvSpPr txBox="1"/>
          <p:nvPr/>
        </p:nvSpPr>
        <p:spPr>
          <a:xfrm>
            <a:off x="774125" y="3074239"/>
            <a:ext cx="4281716" cy="1015663"/>
          </a:xfrm>
          <a:prstGeom prst="rect">
            <a:avLst/>
          </a:prstGeom>
          <a:noFill/>
        </p:spPr>
        <p:txBody>
          <a:bodyPr wrap="square" lIns="0" rIns="0" rtlCol="0">
            <a:spAutoFit/>
          </a:bodyPr>
          <a:lstStyle/>
          <a:p>
            <a:pPr algn="l"/>
            <a:r>
              <a:rPr lang="en-US" sz="2000" dirty="0"/>
              <a:t>Build, train, and deploy machine learning (ML) models for any use case with fully managed infrastructure</a:t>
            </a:r>
          </a:p>
        </p:txBody>
      </p:sp>
      <p:sp>
        <p:nvSpPr>
          <p:cNvPr id="6" name="Rounded Rectangle 7">
            <a:extLst>
              <a:ext uri="{FF2B5EF4-FFF2-40B4-BE49-F238E27FC236}">
                <a16:creationId xmlns:a16="http://schemas.microsoft.com/office/drawing/2014/main" id="{BDD94C58-3342-F06F-8DB6-0363FA7B4D1D}"/>
              </a:ext>
            </a:extLst>
          </p:cNvPr>
          <p:cNvSpPr/>
          <p:nvPr/>
        </p:nvSpPr>
        <p:spPr>
          <a:xfrm>
            <a:off x="774125" y="4542742"/>
            <a:ext cx="2612572" cy="352437"/>
          </a:xfrm>
          <a:prstGeom prst="roundRect">
            <a:avLst>
              <a:gd name="adj" fmla="val 0"/>
            </a:avLst>
          </a:prstGeom>
          <a:solidFill>
            <a:schemeClr val="tx1"/>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sz="2000" i="0" u="none" strike="noStrike" kern="0" cap="none" normalizeH="0" noProof="0" dirty="0">
                <a:ln>
                  <a:noFill/>
                </a:ln>
                <a:solidFill>
                  <a:schemeClr val="bg1"/>
                </a:solidFill>
                <a:effectLst/>
                <a:uLnTx/>
                <a:uFillTx/>
                <a:latin typeface="+mj-lt"/>
                <a:ea typeface="Ember Modern SemiMono Beta 08" panose="020B0503020204020204" pitchFamily="34" charset="0"/>
                <a:cs typeface="Ember Modern SemiMono Beta 08" panose="020B0503020204020204" pitchFamily="34" charset="0"/>
              </a:rPr>
              <a:t>Available in GA today</a:t>
            </a:r>
          </a:p>
        </p:txBody>
      </p:sp>
      <p:sp>
        <p:nvSpPr>
          <p:cNvPr id="5" name="Rounded Rectangle 7">
            <a:extLst>
              <a:ext uri="{FF2B5EF4-FFF2-40B4-BE49-F238E27FC236}">
                <a16:creationId xmlns:a16="http://schemas.microsoft.com/office/drawing/2014/main" id="{7E555707-D6CE-DAFA-AD09-BCDB2A999FDE}"/>
              </a:ext>
            </a:extLst>
          </p:cNvPr>
          <p:cNvSpPr/>
          <p:nvPr/>
        </p:nvSpPr>
        <p:spPr>
          <a:xfrm>
            <a:off x="774125" y="0"/>
            <a:ext cx="1363373" cy="762000"/>
          </a:xfrm>
          <a:prstGeom prst="roundRect">
            <a:avLst>
              <a:gd name="adj" fmla="val 0"/>
            </a:avLst>
          </a:prstGeom>
          <a:solidFill>
            <a:schemeClr val="accent1"/>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sz="2000" i="0" u="none" strike="noStrike" kern="0" cap="all" spc="4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New</a:t>
            </a:r>
          </a:p>
        </p:txBody>
      </p:sp>
      <p:pic>
        <p:nvPicPr>
          <p:cNvPr id="8" name="Picture 7">
            <a:extLst>
              <a:ext uri="{FF2B5EF4-FFF2-40B4-BE49-F238E27FC236}">
                <a16:creationId xmlns:a16="http://schemas.microsoft.com/office/drawing/2014/main" id="{7770BF33-9BD2-08AE-B214-3AFEE0894C31}"/>
              </a:ext>
            </a:extLst>
          </p:cNvPr>
          <p:cNvPicPr>
            <a:picLocks noChangeAspect="1"/>
          </p:cNvPicPr>
          <p:nvPr/>
        </p:nvPicPr>
        <p:blipFill>
          <a:blip r:embed="rId2"/>
          <a:srcRect b="2483"/>
          <a:stretch>
            <a:fillRect/>
          </a:stretch>
        </p:blipFill>
        <p:spPr>
          <a:xfrm>
            <a:off x="6946900" y="184647"/>
            <a:ext cx="5059745" cy="6489783"/>
          </a:xfrm>
          <a:prstGeom prst="rect">
            <a:avLst/>
          </a:prstGeom>
        </p:spPr>
      </p:pic>
    </p:spTree>
    <p:extLst>
      <p:ext uri="{BB962C8B-B14F-4D97-AF65-F5344CB8AC3E}">
        <p14:creationId xmlns:p14="http://schemas.microsoft.com/office/powerpoint/2010/main" val="2062628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7E50B0-CB1C-A00A-B457-E49DA0A9B3CF}"/>
              </a:ext>
            </a:extLst>
          </p:cNvPr>
          <p:cNvSpPr/>
          <p:nvPr/>
        </p:nvSpPr>
        <p:spPr>
          <a:xfrm>
            <a:off x="0" y="0"/>
            <a:ext cx="12192000" cy="2286000"/>
          </a:xfrm>
          <a:prstGeom prst="rect">
            <a:avLst/>
          </a:prstGeom>
          <a:solidFill>
            <a:srgbClr val="FFFF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1" name="Title 10">
            <a:extLst>
              <a:ext uri="{FF2B5EF4-FFF2-40B4-BE49-F238E27FC236}">
                <a16:creationId xmlns:a16="http://schemas.microsoft.com/office/drawing/2014/main" id="{B9B18D84-C61E-9A37-99C6-5715F272DE1D}"/>
              </a:ext>
            </a:extLst>
          </p:cNvPr>
          <p:cNvSpPr>
            <a:spLocks noGrp="1"/>
          </p:cNvSpPr>
          <p:nvPr>
            <p:ph type="title"/>
          </p:nvPr>
        </p:nvSpPr>
        <p:spPr>
          <a:xfrm>
            <a:off x="1900023" y="729752"/>
            <a:ext cx="8626928" cy="957316"/>
          </a:xfrm>
        </p:spPr>
        <p:txBody>
          <a:bodyPr/>
          <a:lstStyle/>
          <a:p>
            <a:r>
              <a:rPr lang="en-US" sz="6600" dirty="0"/>
              <a:t>Amazon SageMaker</a:t>
            </a:r>
          </a:p>
        </p:txBody>
      </p:sp>
      <p:sp>
        <p:nvSpPr>
          <p:cNvPr id="4" name="TextBox 3">
            <a:extLst>
              <a:ext uri="{FF2B5EF4-FFF2-40B4-BE49-F238E27FC236}">
                <a16:creationId xmlns:a16="http://schemas.microsoft.com/office/drawing/2014/main" id="{F761CB5B-CFA0-C6D1-B2D0-F8C7F749D99F}"/>
              </a:ext>
            </a:extLst>
          </p:cNvPr>
          <p:cNvSpPr txBox="1"/>
          <p:nvPr/>
        </p:nvSpPr>
        <p:spPr>
          <a:xfrm>
            <a:off x="1900022" y="2951946"/>
            <a:ext cx="7545535" cy="830997"/>
          </a:xfrm>
          <a:prstGeom prst="rect">
            <a:avLst/>
          </a:prstGeom>
          <a:noFill/>
        </p:spPr>
        <p:txBody>
          <a:bodyPr wrap="square" lIns="0" rIns="0" rtlCol="0">
            <a:spAutoFit/>
          </a:bodyPr>
          <a:lstStyle/>
          <a:p>
            <a:pPr algn="l"/>
            <a:r>
              <a:rPr lang="en-US" sz="2400" dirty="0"/>
              <a:t>Build, train, and deploy machine learning (ML) models for any use case with fully managed infrastructure</a:t>
            </a:r>
          </a:p>
        </p:txBody>
      </p:sp>
      <p:sp>
        <p:nvSpPr>
          <p:cNvPr id="8" name="TextBox 7">
            <a:extLst>
              <a:ext uri="{FF2B5EF4-FFF2-40B4-BE49-F238E27FC236}">
                <a16:creationId xmlns:a16="http://schemas.microsoft.com/office/drawing/2014/main" id="{5ECB7B39-9770-9A08-71ED-E48DFE46E2FD}"/>
              </a:ext>
            </a:extLst>
          </p:cNvPr>
          <p:cNvSpPr txBox="1"/>
          <p:nvPr/>
        </p:nvSpPr>
        <p:spPr>
          <a:xfrm>
            <a:off x="1900022" y="4469326"/>
            <a:ext cx="1667329" cy="584775"/>
          </a:xfrm>
          <a:prstGeom prst="rect">
            <a:avLst/>
          </a:prstGeom>
          <a:noFill/>
        </p:spPr>
        <p:txBody>
          <a:bodyPr wrap="square" lIns="0" rIns="0" rtlCol="0">
            <a:spAutoFit/>
          </a:bodyPr>
          <a:lstStyle/>
          <a:p>
            <a:pPr algn="l"/>
            <a:r>
              <a:rPr lang="en-US" sz="1600" dirty="0"/>
              <a:t>Feature 1 that’s really cool</a:t>
            </a:r>
          </a:p>
        </p:txBody>
      </p:sp>
      <p:sp>
        <p:nvSpPr>
          <p:cNvPr id="9" name="TextBox 8">
            <a:extLst>
              <a:ext uri="{FF2B5EF4-FFF2-40B4-BE49-F238E27FC236}">
                <a16:creationId xmlns:a16="http://schemas.microsoft.com/office/drawing/2014/main" id="{44A3D875-0EFA-0055-D171-40E5752774B3}"/>
              </a:ext>
            </a:extLst>
          </p:cNvPr>
          <p:cNvSpPr txBox="1"/>
          <p:nvPr/>
        </p:nvSpPr>
        <p:spPr>
          <a:xfrm>
            <a:off x="4902665" y="4469326"/>
            <a:ext cx="1667329" cy="584775"/>
          </a:xfrm>
          <a:prstGeom prst="rect">
            <a:avLst/>
          </a:prstGeom>
          <a:noFill/>
        </p:spPr>
        <p:txBody>
          <a:bodyPr wrap="square" lIns="0" rIns="0" rtlCol="0">
            <a:spAutoFit/>
          </a:bodyPr>
          <a:lstStyle/>
          <a:p>
            <a:pPr algn="l"/>
            <a:r>
              <a:rPr lang="en-US" sz="1600" dirty="0"/>
              <a:t>Feature 2 that’s really cool</a:t>
            </a:r>
          </a:p>
        </p:txBody>
      </p:sp>
      <p:sp>
        <p:nvSpPr>
          <p:cNvPr id="10" name="TextBox 9">
            <a:extLst>
              <a:ext uri="{FF2B5EF4-FFF2-40B4-BE49-F238E27FC236}">
                <a16:creationId xmlns:a16="http://schemas.microsoft.com/office/drawing/2014/main" id="{2CBDB20C-EB4C-AE4A-9E70-102BFEFA43BB}"/>
              </a:ext>
            </a:extLst>
          </p:cNvPr>
          <p:cNvSpPr txBox="1"/>
          <p:nvPr/>
        </p:nvSpPr>
        <p:spPr>
          <a:xfrm>
            <a:off x="7905308" y="4469326"/>
            <a:ext cx="1667329" cy="584775"/>
          </a:xfrm>
          <a:prstGeom prst="rect">
            <a:avLst/>
          </a:prstGeom>
          <a:noFill/>
        </p:spPr>
        <p:txBody>
          <a:bodyPr wrap="square" lIns="0" rIns="0" rtlCol="0">
            <a:spAutoFit/>
          </a:bodyPr>
          <a:lstStyle/>
          <a:p>
            <a:pPr algn="l"/>
            <a:r>
              <a:rPr lang="en-US" sz="1600" dirty="0"/>
              <a:t>Feature 3 that’s really cool</a:t>
            </a:r>
          </a:p>
        </p:txBody>
      </p:sp>
      <p:sp>
        <p:nvSpPr>
          <p:cNvPr id="13" name="Rounded Rectangle 7">
            <a:extLst>
              <a:ext uri="{FF2B5EF4-FFF2-40B4-BE49-F238E27FC236}">
                <a16:creationId xmlns:a16="http://schemas.microsoft.com/office/drawing/2014/main" id="{1C91648B-E351-5DCA-FB7F-30F712C701A6}"/>
              </a:ext>
            </a:extLst>
          </p:cNvPr>
          <p:cNvSpPr/>
          <p:nvPr/>
        </p:nvSpPr>
        <p:spPr>
          <a:xfrm>
            <a:off x="0" y="729752"/>
            <a:ext cx="1363373" cy="707162"/>
          </a:xfrm>
          <a:prstGeom prst="roundRect">
            <a:avLst>
              <a:gd name="adj" fmla="val 0"/>
            </a:avLst>
          </a:prstGeom>
          <a:solidFill>
            <a:schemeClr val="accent1"/>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sz="2000" i="0" u="none" strike="noStrike" kern="0" cap="all" spc="4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New</a:t>
            </a:r>
          </a:p>
        </p:txBody>
      </p:sp>
    </p:spTree>
    <p:extLst>
      <p:ext uri="{BB962C8B-B14F-4D97-AF65-F5344CB8AC3E}">
        <p14:creationId xmlns:p14="http://schemas.microsoft.com/office/powerpoint/2010/main" val="40259426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xmlns:p188="http://schemas.microsoft.com/office/powerpoint/2018/8/main">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A0869B2-FEBE-F3A9-48D1-28029F69138B}"/>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9892BF3-C1C1-EAEF-0B21-FAE5B54B375F}"/>
              </a:ext>
            </a:extLst>
          </p:cNvPr>
          <p:cNvSpPr>
            <a:spLocks noGrp="1"/>
          </p:cNvSpPr>
          <p:nvPr>
            <p:ph type="title"/>
          </p:nvPr>
        </p:nvSpPr>
        <p:spPr>
          <a:xfrm>
            <a:off x="1741889" y="2342425"/>
            <a:ext cx="8708224" cy="957316"/>
          </a:xfrm>
        </p:spPr>
        <p:txBody>
          <a:bodyPr/>
          <a:lstStyle/>
          <a:p>
            <a:pPr algn="ctr"/>
            <a:r>
              <a:rPr lang="en-US" sz="6600" dirty="0"/>
              <a:t>Amazon SageMaker</a:t>
            </a:r>
          </a:p>
        </p:txBody>
      </p:sp>
      <p:sp>
        <p:nvSpPr>
          <p:cNvPr id="3" name="Rounded Rectangle 7">
            <a:extLst>
              <a:ext uri="{FF2B5EF4-FFF2-40B4-BE49-F238E27FC236}">
                <a16:creationId xmlns:a16="http://schemas.microsoft.com/office/drawing/2014/main" id="{996C9081-39B8-0DE6-D7CD-AD21CFB4C33D}"/>
              </a:ext>
            </a:extLst>
          </p:cNvPr>
          <p:cNvSpPr/>
          <p:nvPr/>
        </p:nvSpPr>
        <p:spPr>
          <a:xfrm>
            <a:off x="5334001" y="0"/>
            <a:ext cx="1524000" cy="1527048"/>
          </a:xfrm>
          <a:prstGeom prst="roundRect">
            <a:avLst>
              <a:gd name="adj" fmla="val 0"/>
            </a:avLst>
          </a:prstGeom>
          <a:solidFill>
            <a:schemeClr val="accent1"/>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sz="2400" i="0" u="none" strike="noStrike" kern="0" cap="all" spc="4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New</a:t>
            </a:r>
          </a:p>
        </p:txBody>
      </p:sp>
      <p:sp>
        <p:nvSpPr>
          <p:cNvPr id="4" name="TextBox 3">
            <a:extLst>
              <a:ext uri="{FF2B5EF4-FFF2-40B4-BE49-F238E27FC236}">
                <a16:creationId xmlns:a16="http://schemas.microsoft.com/office/drawing/2014/main" id="{17540C48-CB57-151F-15E7-44003A269A43}"/>
              </a:ext>
            </a:extLst>
          </p:cNvPr>
          <p:cNvSpPr txBox="1"/>
          <p:nvPr/>
        </p:nvSpPr>
        <p:spPr>
          <a:xfrm>
            <a:off x="2108201" y="3917043"/>
            <a:ext cx="7975600" cy="830997"/>
          </a:xfrm>
          <a:prstGeom prst="rect">
            <a:avLst/>
          </a:prstGeom>
          <a:noFill/>
        </p:spPr>
        <p:txBody>
          <a:bodyPr wrap="square" lIns="0" rIns="0" rtlCol="0">
            <a:spAutoFit/>
          </a:bodyPr>
          <a:lstStyle/>
          <a:p>
            <a:pPr algn="ctr"/>
            <a:r>
              <a:rPr lang="en-US" sz="2400" dirty="0"/>
              <a:t>Build, train, and deploy machine learning (ML) models for any use case with fully managed infrastructure</a:t>
            </a:r>
          </a:p>
        </p:txBody>
      </p:sp>
      <p:sp>
        <p:nvSpPr>
          <p:cNvPr id="6" name="Rounded Rectangle 7">
            <a:extLst>
              <a:ext uri="{FF2B5EF4-FFF2-40B4-BE49-F238E27FC236}">
                <a16:creationId xmlns:a16="http://schemas.microsoft.com/office/drawing/2014/main" id="{5AAB60D4-0C51-01B0-16B6-70EF2E819442}"/>
              </a:ext>
            </a:extLst>
          </p:cNvPr>
          <p:cNvSpPr/>
          <p:nvPr/>
        </p:nvSpPr>
        <p:spPr>
          <a:xfrm>
            <a:off x="4789715" y="5025328"/>
            <a:ext cx="2612572" cy="352437"/>
          </a:xfrm>
          <a:prstGeom prst="roundRect">
            <a:avLst>
              <a:gd name="adj" fmla="val 0"/>
            </a:avLst>
          </a:prstGeom>
          <a:solidFill>
            <a:schemeClr val="tx1"/>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sz="2000" i="0" u="none" strike="noStrike" kern="0" cap="none" normalizeH="0" noProof="0" dirty="0">
                <a:ln>
                  <a:noFill/>
                </a:ln>
                <a:solidFill>
                  <a:schemeClr val="bg1"/>
                </a:solidFill>
                <a:effectLst/>
                <a:uLnTx/>
                <a:uFillTx/>
                <a:latin typeface="+mj-lt"/>
                <a:ea typeface="Ember Modern SemiMono Beta 08" panose="020B0503020204020204" pitchFamily="34" charset="0"/>
                <a:cs typeface="Ember Modern SemiMono Beta 08" panose="020B0503020204020204" pitchFamily="34" charset="0"/>
              </a:rPr>
              <a:t>Available in GA today</a:t>
            </a:r>
          </a:p>
        </p:txBody>
      </p:sp>
    </p:spTree>
    <p:extLst>
      <p:ext uri="{BB962C8B-B14F-4D97-AF65-F5344CB8AC3E}">
        <p14:creationId xmlns:p14="http://schemas.microsoft.com/office/powerpoint/2010/main" val="2149092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chemeClr val="accent5"/>
        </a:solidFill>
        <a:effectLst/>
      </p:bgPr>
    </p:bg>
    <p:spTree>
      <p:nvGrpSpPr>
        <p:cNvPr id="1" name="">
          <a:extLst>
            <a:ext uri="{FF2B5EF4-FFF2-40B4-BE49-F238E27FC236}">
              <a16:creationId xmlns:a16="http://schemas.microsoft.com/office/drawing/2014/main" id="{654E55C0-A734-5556-09CE-350F7F5BE5E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61250F4-E440-D608-40BF-5937AB754D4F}"/>
              </a:ext>
            </a:extLst>
          </p:cNvPr>
          <p:cNvSpPr>
            <a:spLocks noGrp="1"/>
          </p:cNvSpPr>
          <p:nvPr>
            <p:ph type="body" sz="quarter" idx="10"/>
          </p:nvPr>
        </p:nvSpPr>
        <p:spPr/>
        <p:txBody>
          <a:bodyPr/>
          <a:lstStyle/>
          <a:p>
            <a:r>
              <a:rPr lang="en-US" dirty="0"/>
              <a:t>New capabilities</a:t>
            </a:r>
          </a:p>
        </p:txBody>
      </p:sp>
      <p:sp>
        <p:nvSpPr>
          <p:cNvPr id="5" name="Text Placeholder 4">
            <a:extLst>
              <a:ext uri="{FF2B5EF4-FFF2-40B4-BE49-F238E27FC236}">
                <a16:creationId xmlns:a16="http://schemas.microsoft.com/office/drawing/2014/main" id="{8531DEC8-0B8C-70A7-EDD5-59B418F20146}"/>
              </a:ext>
            </a:extLst>
          </p:cNvPr>
          <p:cNvSpPr>
            <a:spLocks noGrp="1"/>
          </p:cNvSpPr>
          <p:nvPr>
            <p:ph type="body" sz="quarter" idx="13"/>
          </p:nvPr>
        </p:nvSpPr>
        <p:spPr>
          <a:xfrm>
            <a:off x="496941" y="3876483"/>
            <a:ext cx="3211459" cy="1728220"/>
          </a:xfrm>
        </p:spPr>
        <p:txBody>
          <a:bodyPr/>
          <a:lstStyle/>
          <a:p>
            <a:r>
              <a:rPr lang="en-US" dirty="0"/>
              <a:t>A fully managed service that brings together the most comprehensive set of AI tools and capabilities</a:t>
            </a:r>
          </a:p>
        </p:txBody>
      </p:sp>
      <p:sp>
        <p:nvSpPr>
          <p:cNvPr id="3" name="Title 2">
            <a:extLst>
              <a:ext uri="{FF2B5EF4-FFF2-40B4-BE49-F238E27FC236}">
                <a16:creationId xmlns:a16="http://schemas.microsoft.com/office/drawing/2014/main" id="{7332CD14-9EE2-D8EA-6D0D-C1264FFADF5F}"/>
              </a:ext>
            </a:extLst>
          </p:cNvPr>
          <p:cNvSpPr>
            <a:spLocks noGrp="1"/>
          </p:cNvSpPr>
          <p:nvPr>
            <p:ph type="title"/>
          </p:nvPr>
        </p:nvSpPr>
        <p:spPr/>
        <p:txBody>
          <a:bodyPr/>
          <a:lstStyle/>
          <a:p>
            <a:r>
              <a:rPr lang="en-US" dirty="0"/>
              <a:t>Amazon SageMaker AI</a:t>
            </a:r>
          </a:p>
        </p:txBody>
      </p:sp>
      <p:grpSp>
        <p:nvGrpSpPr>
          <p:cNvPr id="15" name="Group 14">
            <a:extLst>
              <a:ext uri="{FF2B5EF4-FFF2-40B4-BE49-F238E27FC236}">
                <a16:creationId xmlns:a16="http://schemas.microsoft.com/office/drawing/2014/main" id="{FC9B376B-6EEE-50FA-44F3-28DDCB163D64}"/>
              </a:ext>
            </a:extLst>
          </p:cNvPr>
          <p:cNvGrpSpPr/>
          <p:nvPr/>
        </p:nvGrpSpPr>
        <p:grpSpPr>
          <a:xfrm>
            <a:off x="4207593" y="0"/>
            <a:ext cx="7984407" cy="6858000"/>
            <a:chOff x="4207593" y="0"/>
            <a:chExt cx="7984407" cy="6858000"/>
          </a:xfrm>
        </p:grpSpPr>
        <p:sp>
          <p:nvSpPr>
            <p:cNvPr id="10" name="Rectangle 9">
              <a:extLst>
                <a:ext uri="{FF2B5EF4-FFF2-40B4-BE49-F238E27FC236}">
                  <a16:creationId xmlns:a16="http://schemas.microsoft.com/office/drawing/2014/main" id="{9A315304-C7BB-5854-78DC-874E744CAA4C}"/>
                </a:ext>
              </a:extLst>
            </p:cNvPr>
            <p:cNvSpPr/>
            <p:nvPr/>
          </p:nvSpPr>
          <p:spPr>
            <a:xfrm>
              <a:off x="4207593" y="0"/>
              <a:ext cx="7984407" cy="6858000"/>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0" name="TextBox 49">
              <a:extLst>
                <a:ext uri="{FF2B5EF4-FFF2-40B4-BE49-F238E27FC236}">
                  <a16:creationId xmlns:a16="http://schemas.microsoft.com/office/drawing/2014/main" id="{D14A002D-CFC4-FF13-F4C4-3B6D01E452CC}"/>
                </a:ext>
              </a:extLst>
            </p:cNvPr>
            <p:cNvSpPr txBox="1"/>
            <p:nvPr/>
          </p:nvSpPr>
          <p:spPr>
            <a:xfrm>
              <a:off x="4494817" y="2594456"/>
              <a:ext cx="2198385" cy="1323439"/>
            </a:xfrm>
            <a:prstGeom prst="rect">
              <a:avLst/>
            </a:prstGeom>
            <a:noFill/>
          </p:spPr>
          <p:txBody>
            <a:bodyPr wrap="square" lIns="0" rIns="0" rtlCol="0">
              <a:spAutoFit/>
            </a:bodyPr>
            <a:lstStyle/>
            <a:p>
              <a:pPr algn="l">
                <a:spcAft>
                  <a:spcPts val="1200"/>
                </a:spcAft>
              </a:pPr>
              <a:r>
                <a:rPr lang="en-US" sz="1600" dirty="0"/>
                <a:t>Customize popular AI models with serverless reinforcement learning and an AI agent guided workflow</a:t>
              </a:r>
            </a:p>
          </p:txBody>
        </p:sp>
        <p:sp>
          <p:nvSpPr>
            <p:cNvPr id="8" name="Text Placeholder 1">
              <a:extLst>
                <a:ext uri="{FF2B5EF4-FFF2-40B4-BE49-F238E27FC236}">
                  <a16:creationId xmlns:a16="http://schemas.microsoft.com/office/drawing/2014/main" id="{4FE079A8-C2CF-F900-60AE-40806F101D3A}"/>
                </a:ext>
              </a:extLst>
            </p:cNvPr>
            <p:cNvSpPr txBox="1">
              <a:spLocks/>
            </p:cNvSpPr>
            <p:nvPr/>
          </p:nvSpPr>
          <p:spPr>
            <a:xfrm>
              <a:off x="4485948" y="1880514"/>
              <a:ext cx="1083002" cy="235131"/>
            </a:xfrm>
            <a:prstGeom prst="rect">
              <a:avLst/>
            </a:prstGeom>
          </p:spPr>
          <p:txBody>
            <a:bodyPr vert="horz" lIns="0" tIns="45720" rIns="0" bIns="45720" rtlCol="0" anchor="t" anchorCtr="0">
              <a:noAutofit/>
            </a:bodyPr>
            <a:lstStyle>
              <a:lvl1pPr marL="0" indent="0" algn="l" defTabSz="914400" rtl="0" eaLnBrk="1" latinLnBrk="0" hangingPunct="1">
                <a:lnSpc>
                  <a:spcPct val="90000"/>
                </a:lnSpc>
                <a:spcBef>
                  <a:spcPts val="0"/>
                </a:spcBef>
                <a:spcAft>
                  <a:spcPts val="800"/>
                </a:spcAft>
                <a:buSzPct val="85000"/>
                <a:buFont typeface="Wingdings" panose="05000000000000000000" pitchFamily="2" charset="2"/>
                <a:buNone/>
                <a:defRPr kumimoji="0" lang="en-US" sz="1600" b="0" i="0" u="none" strike="noStrike" kern="1200" cap="all" spc="0" normalizeH="0" baseline="0" dirty="0" smtClean="0">
                  <a:ln>
                    <a:noFill/>
                  </a:ln>
                  <a:solidFill>
                    <a:schemeClr val="tx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5715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0"/>
                </a:spcBef>
                <a:spcAft>
                  <a:spcPts val="600"/>
                </a:spcAft>
                <a:buSzPct val="85000"/>
                <a:buFont typeface="Wingdings" panose="05000000000000000000" pitchFamily="2" charset="2"/>
                <a:buChar char="§"/>
                <a:defRPr sz="2000" kern="1200">
                  <a:solidFill>
                    <a:schemeClr val="tx1"/>
                  </a:solidFill>
                  <a:latin typeface="+mn-lt"/>
                  <a:ea typeface="+mn-ea"/>
                  <a:cs typeface="+mn-cs"/>
                </a:defRPr>
              </a:lvl3pPr>
              <a:lvl4pPr marL="120015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4pPr>
              <a:lvl5pPr marL="148590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r>
                <a:rPr lang="en-US" dirty="0"/>
                <a:t>01</a:t>
              </a:r>
            </a:p>
          </p:txBody>
        </p:sp>
      </p:grpSp>
      <p:grpSp>
        <p:nvGrpSpPr>
          <p:cNvPr id="16" name="Group 15">
            <a:extLst>
              <a:ext uri="{FF2B5EF4-FFF2-40B4-BE49-F238E27FC236}">
                <a16:creationId xmlns:a16="http://schemas.microsoft.com/office/drawing/2014/main" id="{FC7F0F41-2C90-B6FB-85EB-FC4D11388176}"/>
              </a:ext>
            </a:extLst>
          </p:cNvPr>
          <p:cNvGrpSpPr/>
          <p:nvPr/>
        </p:nvGrpSpPr>
        <p:grpSpPr>
          <a:xfrm>
            <a:off x="6870700" y="2356"/>
            <a:ext cx="5321300" cy="6855644"/>
            <a:chOff x="6870700" y="2356"/>
            <a:chExt cx="5321300" cy="6855644"/>
          </a:xfrm>
        </p:grpSpPr>
        <p:sp>
          <p:nvSpPr>
            <p:cNvPr id="6" name="Rectangle 5">
              <a:extLst>
                <a:ext uri="{FF2B5EF4-FFF2-40B4-BE49-F238E27FC236}">
                  <a16:creationId xmlns:a16="http://schemas.microsoft.com/office/drawing/2014/main" id="{ED0CC0FB-9791-54E3-A84D-0779DDEC055B}"/>
                </a:ext>
              </a:extLst>
            </p:cNvPr>
            <p:cNvSpPr/>
            <p:nvPr/>
          </p:nvSpPr>
          <p:spPr>
            <a:xfrm>
              <a:off x="6870700" y="2356"/>
              <a:ext cx="5321300" cy="6855644"/>
            </a:xfrm>
            <a:prstGeom prst="rect">
              <a:avLst/>
            </a:prstGeom>
            <a:solidFill>
              <a:srgbClr val="000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1" name="TextBox 50">
              <a:extLst>
                <a:ext uri="{FF2B5EF4-FFF2-40B4-BE49-F238E27FC236}">
                  <a16:creationId xmlns:a16="http://schemas.microsoft.com/office/drawing/2014/main" id="{5E342A40-0B32-2836-B82B-0BC0AEB4ABC5}"/>
                </a:ext>
              </a:extLst>
            </p:cNvPr>
            <p:cNvSpPr txBox="1"/>
            <p:nvPr/>
          </p:nvSpPr>
          <p:spPr>
            <a:xfrm>
              <a:off x="7256766" y="2594456"/>
              <a:ext cx="2068087" cy="1323439"/>
            </a:xfrm>
            <a:prstGeom prst="rect">
              <a:avLst/>
            </a:prstGeom>
            <a:noFill/>
          </p:spPr>
          <p:txBody>
            <a:bodyPr wrap="square" lIns="0" rIns="0" rtlCol="0">
              <a:spAutoFit/>
            </a:bodyPr>
            <a:lstStyle/>
            <a:p>
              <a:pPr algn="l">
                <a:spcAft>
                  <a:spcPts val="1200"/>
                </a:spcAft>
              </a:pPr>
              <a:r>
                <a:rPr lang="en-US" sz="1600" dirty="0" err="1"/>
                <a:t>Checkpointless</a:t>
              </a:r>
              <a:r>
                <a:rPr lang="en-US" sz="1600" dirty="0"/>
                <a:t> training that eliminates the need for a checkpoint-based job level restart</a:t>
              </a:r>
            </a:p>
          </p:txBody>
        </p:sp>
        <p:sp>
          <p:nvSpPr>
            <p:cNvPr id="9" name="Text Placeholder 1">
              <a:extLst>
                <a:ext uri="{FF2B5EF4-FFF2-40B4-BE49-F238E27FC236}">
                  <a16:creationId xmlns:a16="http://schemas.microsoft.com/office/drawing/2014/main" id="{58E0657F-9C89-2CDF-EEF1-7C5D359DF560}"/>
                </a:ext>
              </a:extLst>
            </p:cNvPr>
            <p:cNvSpPr txBox="1">
              <a:spLocks/>
            </p:cNvSpPr>
            <p:nvPr/>
          </p:nvSpPr>
          <p:spPr>
            <a:xfrm>
              <a:off x="7256766" y="1880514"/>
              <a:ext cx="1083002" cy="235131"/>
            </a:xfrm>
            <a:prstGeom prst="rect">
              <a:avLst/>
            </a:prstGeom>
          </p:spPr>
          <p:txBody>
            <a:bodyPr vert="horz" lIns="0" tIns="45720" rIns="0" bIns="45720" rtlCol="0" anchor="t" anchorCtr="0">
              <a:noAutofit/>
            </a:bodyPr>
            <a:lstStyle>
              <a:lvl1pPr marL="0" indent="0" algn="l" defTabSz="914400" rtl="0" eaLnBrk="1" latinLnBrk="0" hangingPunct="1">
                <a:lnSpc>
                  <a:spcPct val="90000"/>
                </a:lnSpc>
                <a:spcBef>
                  <a:spcPts val="0"/>
                </a:spcBef>
                <a:spcAft>
                  <a:spcPts val="800"/>
                </a:spcAft>
                <a:buSzPct val="85000"/>
                <a:buFont typeface="Wingdings" panose="05000000000000000000" pitchFamily="2" charset="2"/>
                <a:buNone/>
                <a:defRPr kumimoji="0" lang="en-US" sz="1600" b="0" i="0" u="none" strike="noStrike" kern="1200" cap="all" spc="0" normalizeH="0" baseline="0" dirty="0" smtClean="0">
                  <a:ln>
                    <a:noFill/>
                  </a:ln>
                  <a:solidFill>
                    <a:schemeClr val="tx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5715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0"/>
                </a:spcBef>
                <a:spcAft>
                  <a:spcPts val="600"/>
                </a:spcAft>
                <a:buSzPct val="85000"/>
                <a:buFont typeface="Wingdings" panose="05000000000000000000" pitchFamily="2" charset="2"/>
                <a:buChar char="§"/>
                <a:defRPr sz="2000" kern="1200">
                  <a:solidFill>
                    <a:schemeClr val="tx1"/>
                  </a:solidFill>
                  <a:latin typeface="+mn-lt"/>
                  <a:ea typeface="+mn-ea"/>
                  <a:cs typeface="+mn-cs"/>
                </a:defRPr>
              </a:lvl3pPr>
              <a:lvl4pPr marL="120015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4pPr>
              <a:lvl5pPr marL="148590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r>
                <a:rPr lang="en-US" dirty="0"/>
                <a:t>02</a:t>
              </a:r>
            </a:p>
          </p:txBody>
        </p:sp>
      </p:grpSp>
      <p:grpSp>
        <p:nvGrpSpPr>
          <p:cNvPr id="17" name="Group 16">
            <a:extLst>
              <a:ext uri="{FF2B5EF4-FFF2-40B4-BE49-F238E27FC236}">
                <a16:creationId xmlns:a16="http://schemas.microsoft.com/office/drawing/2014/main" id="{35BCF1CE-0925-6F38-73ED-947283554AF0}"/>
              </a:ext>
            </a:extLst>
          </p:cNvPr>
          <p:cNvGrpSpPr/>
          <p:nvPr/>
        </p:nvGrpSpPr>
        <p:grpSpPr>
          <a:xfrm>
            <a:off x="9525000" y="2357"/>
            <a:ext cx="2667000" cy="6855643"/>
            <a:chOff x="9525000" y="2357"/>
            <a:chExt cx="2667000" cy="6855643"/>
          </a:xfrm>
        </p:grpSpPr>
        <p:sp>
          <p:nvSpPr>
            <p:cNvPr id="7" name="Rectangle 6">
              <a:extLst>
                <a:ext uri="{FF2B5EF4-FFF2-40B4-BE49-F238E27FC236}">
                  <a16:creationId xmlns:a16="http://schemas.microsoft.com/office/drawing/2014/main" id="{037CC62D-BBE9-FCBE-F907-C2728673C33C}"/>
                </a:ext>
              </a:extLst>
            </p:cNvPr>
            <p:cNvSpPr/>
            <p:nvPr/>
          </p:nvSpPr>
          <p:spPr>
            <a:xfrm>
              <a:off x="9525000" y="2357"/>
              <a:ext cx="2667000" cy="6855643"/>
            </a:xfrm>
            <a:prstGeom prst="rect">
              <a:avLst/>
            </a:prstGeom>
            <a:solidFill>
              <a:schemeClr val="bg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2" name="TextBox 51">
              <a:extLst>
                <a:ext uri="{FF2B5EF4-FFF2-40B4-BE49-F238E27FC236}">
                  <a16:creationId xmlns:a16="http://schemas.microsoft.com/office/drawing/2014/main" id="{B2331D7E-4E71-2F06-A52E-F3BDCEA3D95D}"/>
                </a:ext>
              </a:extLst>
            </p:cNvPr>
            <p:cNvSpPr txBox="1"/>
            <p:nvPr/>
          </p:nvSpPr>
          <p:spPr>
            <a:xfrm>
              <a:off x="9779000" y="2594456"/>
              <a:ext cx="2212853" cy="1077218"/>
            </a:xfrm>
            <a:prstGeom prst="rect">
              <a:avLst/>
            </a:prstGeom>
            <a:noFill/>
          </p:spPr>
          <p:txBody>
            <a:bodyPr wrap="square" lIns="0" rIns="0" rtlCol="0">
              <a:spAutoFit/>
            </a:bodyPr>
            <a:lstStyle/>
            <a:p>
              <a:pPr algn="l">
                <a:spcAft>
                  <a:spcPts val="1200"/>
                </a:spcAft>
              </a:pPr>
              <a:r>
                <a:rPr lang="en-US" sz="1600" dirty="0"/>
                <a:t>Elastic training automatically scales training jobs based on compute availability</a:t>
              </a:r>
            </a:p>
          </p:txBody>
        </p:sp>
        <p:sp>
          <p:nvSpPr>
            <p:cNvPr id="13" name="Text Placeholder 1">
              <a:extLst>
                <a:ext uri="{FF2B5EF4-FFF2-40B4-BE49-F238E27FC236}">
                  <a16:creationId xmlns:a16="http://schemas.microsoft.com/office/drawing/2014/main" id="{1A247444-D11B-5236-412C-D2C62ABB682F}"/>
                </a:ext>
              </a:extLst>
            </p:cNvPr>
            <p:cNvSpPr txBox="1">
              <a:spLocks/>
            </p:cNvSpPr>
            <p:nvPr/>
          </p:nvSpPr>
          <p:spPr>
            <a:xfrm>
              <a:off x="9779000" y="1880514"/>
              <a:ext cx="1083002" cy="235131"/>
            </a:xfrm>
            <a:prstGeom prst="rect">
              <a:avLst/>
            </a:prstGeom>
          </p:spPr>
          <p:txBody>
            <a:bodyPr vert="horz" lIns="0" tIns="45720" rIns="0" bIns="45720" rtlCol="0" anchor="t" anchorCtr="0">
              <a:noAutofit/>
            </a:bodyPr>
            <a:lstStyle>
              <a:lvl1pPr marL="0" indent="0" algn="l" defTabSz="914400" rtl="0" eaLnBrk="1" latinLnBrk="0" hangingPunct="1">
                <a:lnSpc>
                  <a:spcPct val="90000"/>
                </a:lnSpc>
                <a:spcBef>
                  <a:spcPts val="0"/>
                </a:spcBef>
                <a:spcAft>
                  <a:spcPts val="800"/>
                </a:spcAft>
                <a:buSzPct val="85000"/>
                <a:buFont typeface="Wingdings" panose="05000000000000000000" pitchFamily="2" charset="2"/>
                <a:buNone/>
                <a:defRPr kumimoji="0" lang="en-US" sz="1600" b="0" i="0" u="none" strike="noStrike" kern="1200" cap="all" spc="0" normalizeH="0" baseline="0" dirty="0" smtClean="0">
                  <a:ln>
                    <a:noFill/>
                  </a:ln>
                  <a:solidFill>
                    <a:schemeClr val="tx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5715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0"/>
                </a:spcBef>
                <a:spcAft>
                  <a:spcPts val="600"/>
                </a:spcAft>
                <a:buSzPct val="85000"/>
                <a:buFont typeface="Wingdings" panose="05000000000000000000" pitchFamily="2" charset="2"/>
                <a:buChar char="§"/>
                <a:defRPr sz="2000" kern="1200">
                  <a:solidFill>
                    <a:schemeClr val="tx1"/>
                  </a:solidFill>
                  <a:latin typeface="+mn-lt"/>
                  <a:ea typeface="+mn-ea"/>
                  <a:cs typeface="+mn-cs"/>
                </a:defRPr>
              </a:lvl3pPr>
              <a:lvl4pPr marL="120015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4pPr>
              <a:lvl5pPr marL="148590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r>
                <a:rPr lang="en-US" dirty="0"/>
                <a:t>03</a:t>
              </a:r>
            </a:p>
          </p:txBody>
        </p:sp>
      </p:grpSp>
      <p:sp>
        <p:nvSpPr>
          <p:cNvPr id="11" name="Rounded Rectangle 7">
            <a:extLst>
              <a:ext uri="{FF2B5EF4-FFF2-40B4-BE49-F238E27FC236}">
                <a16:creationId xmlns:a16="http://schemas.microsoft.com/office/drawing/2014/main" id="{D9F072D4-6311-7F3C-EAE8-71BCF2CBA2AA}"/>
              </a:ext>
            </a:extLst>
          </p:cNvPr>
          <p:cNvSpPr/>
          <p:nvPr/>
        </p:nvSpPr>
        <p:spPr>
          <a:xfrm>
            <a:off x="471539" y="0"/>
            <a:ext cx="1363373" cy="762000"/>
          </a:xfrm>
          <a:prstGeom prst="roundRect">
            <a:avLst>
              <a:gd name="adj" fmla="val 0"/>
            </a:avLst>
          </a:prstGeom>
          <a:solidFill>
            <a:schemeClr val="tx1"/>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sz="2000" i="0" u="none" strike="noStrike" kern="0" cap="all" spc="4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New</a:t>
            </a:r>
          </a:p>
        </p:txBody>
      </p:sp>
      <p:sp>
        <p:nvSpPr>
          <p:cNvPr id="12" name="TextBox 11">
            <a:extLst>
              <a:ext uri="{FF2B5EF4-FFF2-40B4-BE49-F238E27FC236}">
                <a16:creationId xmlns:a16="http://schemas.microsoft.com/office/drawing/2014/main" id="{F72A25AE-61CB-8E35-D6B3-BE5C620FEF06}"/>
              </a:ext>
            </a:extLst>
          </p:cNvPr>
          <p:cNvSpPr txBox="1"/>
          <p:nvPr/>
        </p:nvSpPr>
        <p:spPr>
          <a:xfrm>
            <a:off x="-1046375" y="207390"/>
            <a:ext cx="857839" cy="830997"/>
          </a:xfrm>
          <a:prstGeom prst="rect">
            <a:avLst/>
          </a:prstGeom>
          <a:noFill/>
        </p:spPr>
        <p:txBody>
          <a:bodyPr wrap="square" lIns="0" rIns="0" rtlCol="0">
            <a:spAutoFit/>
          </a:bodyPr>
          <a:lstStyle/>
          <a:p>
            <a:pPr algn="l"/>
            <a:r>
              <a:rPr lang="en-US" sz="1200" dirty="0"/>
              <a:t>This slide is animated. View in slide show mode.</a:t>
            </a:r>
          </a:p>
        </p:txBody>
      </p:sp>
    </p:spTree>
    <p:extLst>
      <p:ext uri="{BB962C8B-B14F-4D97-AF65-F5344CB8AC3E}">
        <p14:creationId xmlns:p14="http://schemas.microsoft.com/office/powerpoint/2010/main" val="6329322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4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42" presetClass="path" presetSubtype="0" decel="100000" fill="hold" nodeType="withEffect">
                                  <p:stCondLst>
                                    <p:cond delay="400"/>
                                  </p:stCondLst>
                                  <p:childTnLst>
                                    <p:animMotion origin="layout" path="M 0.01666 -0.00046 L 3.75E-6 1.85185E-6 " pathEditMode="relative" rAng="0" ptsTypes="AA">
                                      <p:cBhvr>
                                        <p:cTn id="9" dur="500" fill="hold"/>
                                        <p:tgtEl>
                                          <p:spTgt spid="15"/>
                                        </p:tgtEl>
                                        <p:attrNameLst>
                                          <p:attrName>ppt_x</p:attrName>
                                          <p:attrName>ppt_y</p:attrName>
                                        </p:attrNameLst>
                                      </p:cBhvr>
                                      <p:rCtr x="-833" y="23"/>
                                    </p:animMotion>
                                  </p:childTnLst>
                                </p:cTn>
                              </p:par>
                              <p:par>
                                <p:cTn id="10" presetID="10" presetClass="entr" presetSubtype="0" fill="hold" nodeType="withEffect">
                                  <p:stCondLst>
                                    <p:cond delay="80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childTnLst>
                                </p:cTn>
                              </p:par>
                              <p:par>
                                <p:cTn id="13" presetID="42" presetClass="path" presetSubtype="0" decel="100000" fill="hold" nodeType="withEffect">
                                  <p:stCondLst>
                                    <p:cond delay="800"/>
                                  </p:stCondLst>
                                  <p:childTnLst>
                                    <p:animMotion origin="layout" path="M 0.01666 -0.00046 L 3.75E-6 1.85185E-6 " pathEditMode="relative" rAng="0" ptsTypes="AA">
                                      <p:cBhvr>
                                        <p:cTn id="14" dur="500" fill="hold"/>
                                        <p:tgtEl>
                                          <p:spTgt spid="16"/>
                                        </p:tgtEl>
                                        <p:attrNameLst>
                                          <p:attrName>ppt_x</p:attrName>
                                          <p:attrName>ppt_y</p:attrName>
                                        </p:attrNameLst>
                                      </p:cBhvr>
                                      <p:rCtr x="-833" y="23"/>
                                    </p:animMotion>
                                  </p:childTnLst>
                                </p:cTn>
                              </p:par>
                              <p:par>
                                <p:cTn id="15" presetID="10" presetClass="entr" presetSubtype="0" fill="hold" nodeType="withEffect">
                                  <p:stCondLst>
                                    <p:cond delay="120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250"/>
                                        <p:tgtEl>
                                          <p:spTgt spid="17"/>
                                        </p:tgtEl>
                                      </p:cBhvr>
                                    </p:animEffect>
                                  </p:childTnLst>
                                </p:cTn>
                              </p:par>
                              <p:par>
                                <p:cTn id="18" presetID="42" presetClass="path" presetSubtype="0" decel="100000" fill="hold" nodeType="withEffect">
                                  <p:stCondLst>
                                    <p:cond delay="1200"/>
                                  </p:stCondLst>
                                  <p:childTnLst>
                                    <p:animMotion origin="layout" path="M 0.01666 -0.00046 L 3.75E-6 1.85185E-6 " pathEditMode="relative" rAng="0" ptsTypes="AA">
                                      <p:cBhvr>
                                        <p:cTn id="19" dur="500" fill="hold"/>
                                        <p:tgtEl>
                                          <p:spTgt spid="17"/>
                                        </p:tgtEl>
                                        <p:attrNameLst>
                                          <p:attrName>ppt_x</p:attrName>
                                          <p:attrName>ppt_y</p:attrName>
                                        </p:attrNameLst>
                                      </p:cBhvr>
                                      <p:rCtr x="-833" y="23"/>
                                    </p:animMotion>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50"/>
                                        <p:tgtEl>
                                          <p:spTgt spid="11"/>
                                        </p:tgtEl>
                                      </p:cBhvr>
                                    </p:animEffect>
                                  </p:childTnLst>
                                </p:cTn>
                              </p:par>
                              <p:par>
                                <p:cTn id="23" presetID="42" presetClass="path" presetSubtype="0" decel="100000" fill="hold" grpId="1" nodeType="withEffect">
                                  <p:stCondLst>
                                    <p:cond delay="0"/>
                                  </p:stCondLst>
                                  <p:childTnLst>
                                    <p:animMotion origin="layout" path="M -3.75E-6 -0.03472 L -3.75E-6 1.85185E-6 " pathEditMode="relative" rAng="0" ptsTypes="AA">
                                      <p:cBhvr>
                                        <p:cTn id="24" dur="500" fill="hold"/>
                                        <p:tgtEl>
                                          <p:spTgt spid="11"/>
                                        </p:tgtEl>
                                        <p:attrNameLst>
                                          <p:attrName>ppt_x</p:attrName>
                                          <p:attrName>ppt_y</p:attrName>
                                        </p:attrNameLst>
                                      </p:cBhvr>
                                      <p:rCtr x="0" y="1736"/>
                                    </p:animMotion>
                                  </p:childTnLst>
                                </p:cTn>
                              </p:par>
                              <p:par>
                                <p:cTn id="25" presetID="10"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250"/>
                                        <p:tgtEl>
                                          <p:spTgt spid="2"/>
                                        </p:tgtEl>
                                      </p:cBhvr>
                                    </p:animEffect>
                                  </p:childTnLst>
                                </p:cTn>
                              </p:par>
                              <p:par>
                                <p:cTn id="28" presetID="42" presetClass="path" presetSubtype="0" decel="100000" fill="hold" grpId="1" nodeType="withEffect">
                                  <p:stCondLst>
                                    <p:cond delay="0"/>
                                  </p:stCondLst>
                                  <p:childTnLst>
                                    <p:animMotion origin="layout" path="M 1.25E-6 0.03889 L 1.25E-6 1.85185E-6 " pathEditMode="relative" rAng="0" ptsTypes="AA">
                                      <p:cBhvr>
                                        <p:cTn id="29" dur="500" fill="hold"/>
                                        <p:tgtEl>
                                          <p:spTgt spid="2"/>
                                        </p:tgtEl>
                                        <p:attrNameLst>
                                          <p:attrName>ppt_x</p:attrName>
                                          <p:attrName>ppt_y</p:attrName>
                                        </p:attrNameLst>
                                      </p:cBhvr>
                                      <p:rCtr x="0" y="-1944"/>
                                    </p:animMotion>
                                  </p:childTnLst>
                                </p:cTn>
                              </p:par>
                              <p:par>
                                <p:cTn id="30" presetID="10" presetClass="entr" presetSubtype="0"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250"/>
                                        <p:tgtEl>
                                          <p:spTgt spid="5"/>
                                        </p:tgtEl>
                                      </p:cBhvr>
                                    </p:animEffect>
                                  </p:childTnLst>
                                </p:cTn>
                              </p:par>
                              <p:par>
                                <p:cTn id="33" presetID="42" presetClass="path" presetSubtype="0" decel="100000" fill="hold" grpId="1" nodeType="withEffect">
                                  <p:stCondLst>
                                    <p:cond delay="0"/>
                                  </p:stCondLst>
                                  <p:childTnLst>
                                    <p:animMotion origin="layout" path="M 1.25E-6 0.03889 L 1.25E-6 1.85185E-6 " pathEditMode="relative" rAng="0" ptsTypes="AA">
                                      <p:cBhvr>
                                        <p:cTn id="34" dur="500" fill="hold"/>
                                        <p:tgtEl>
                                          <p:spTgt spid="5"/>
                                        </p:tgtEl>
                                        <p:attrNameLst>
                                          <p:attrName>ppt_x</p:attrName>
                                          <p:attrName>ppt_y</p:attrName>
                                        </p:attrNameLst>
                                      </p:cBhvr>
                                      <p:rCtr x="0" y="-1944"/>
                                    </p:animMotion>
                                  </p:childTnLst>
                                </p:cTn>
                              </p:par>
                              <p:par>
                                <p:cTn id="35" presetID="10" presetClass="entr"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250"/>
                                        <p:tgtEl>
                                          <p:spTgt spid="3"/>
                                        </p:tgtEl>
                                      </p:cBhvr>
                                    </p:animEffect>
                                  </p:childTnLst>
                                </p:cTn>
                              </p:par>
                              <p:par>
                                <p:cTn id="38" presetID="42" presetClass="path" presetSubtype="0" decel="100000" fill="hold" grpId="1" nodeType="withEffect">
                                  <p:stCondLst>
                                    <p:cond delay="0"/>
                                  </p:stCondLst>
                                  <p:childTnLst>
                                    <p:animMotion origin="layout" path="M 1.25E-6 0.03889 L 1.25E-6 1.85185E-6 " pathEditMode="relative" rAng="0" ptsTypes="AA">
                                      <p:cBhvr>
                                        <p:cTn id="39" dur="500" fill="hold"/>
                                        <p:tgtEl>
                                          <p:spTgt spid="3"/>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p:bldP spid="5" grpId="1"/>
      <p:bldP spid="3" grpId="0"/>
      <p:bldP spid="3" grpId="1"/>
      <p:bldP spid="11" grpId="0" animBg="1"/>
      <p:bldP spid="11" grpId="1"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32385C-D731-5268-ABC7-28FAA5EE059B}"/>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B3CB61D-296B-EAFE-B2D3-C77D93189F84}"/>
              </a:ext>
            </a:extLst>
          </p:cNvPr>
          <p:cNvSpPr>
            <a:spLocks noGrp="1"/>
          </p:cNvSpPr>
          <p:nvPr>
            <p:ph type="title"/>
          </p:nvPr>
        </p:nvSpPr>
        <p:spPr>
          <a:xfrm>
            <a:off x="768900" y="1700694"/>
            <a:ext cx="4669971" cy="957316"/>
          </a:xfrm>
        </p:spPr>
        <p:txBody>
          <a:bodyPr/>
          <a:lstStyle/>
          <a:p>
            <a:r>
              <a:rPr lang="en-US" dirty="0"/>
              <a:t>Amazon SageMaker AI new features</a:t>
            </a:r>
          </a:p>
        </p:txBody>
      </p:sp>
      <p:sp>
        <p:nvSpPr>
          <p:cNvPr id="3" name="Rounded Rectangle 7">
            <a:extLst>
              <a:ext uri="{FF2B5EF4-FFF2-40B4-BE49-F238E27FC236}">
                <a16:creationId xmlns:a16="http://schemas.microsoft.com/office/drawing/2014/main" id="{C3AA0854-2890-7E86-A001-CBF70945F68B}"/>
              </a:ext>
            </a:extLst>
          </p:cNvPr>
          <p:cNvSpPr/>
          <p:nvPr/>
        </p:nvSpPr>
        <p:spPr>
          <a:xfrm>
            <a:off x="768900" y="0"/>
            <a:ext cx="1363373" cy="762000"/>
          </a:xfrm>
          <a:prstGeom prst="roundRect">
            <a:avLst>
              <a:gd name="adj" fmla="val 0"/>
            </a:avLst>
          </a:prstGeom>
          <a:solidFill>
            <a:schemeClr val="tx1"/>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sz="2000" i="0" u="none" strike="noStrike" kern="0" cap="all" spc="4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New</a:t>
            </a:r>
          </a:p>
        </p:txBody>
      </p:sp>
      <p:sp>
        <p:nvSpPr>
          <p:cNvPr id="4" name="TextBox 3">
            <a:extLst>
              <a:ext uri="{FF2B5EF4-FFF2-40B4-BE49-F238E27FC236}">
                <a16:creationId xmlns:a16="http://schemas.microsoft.com/office/drawing/2014/main" id="{E030DDED-7480-66FF-D2F6-96CCDD3930F8}"/>
              </a:ext>
            </a:extLst>
          </p:cNvPr>
          <p:cNvSpPr txBox="1"/>
          <p:nvPr/>
        </p:nvSpPr>
        <p:spPr>
          <a:xfrm>
            <a:off x="768900" y="3074239"/>
            <a:ext cx="4281716" cy="1015663"/>
          </a:xfrm>
          <a:prstGeom prst="rect">
            <a:avLst/>
          </a:prstGeom>
          <a:noFill/>
        </p:spPr>
        <p:txBody>
          <a:bodyPr wrap="square" lIns="0" rIns="0" rtlCol="0">
            <a:spAutoFit/>
          </a:bodyPr>
          <a:lstStyle/>
          <a:p>
            <a:pPr algn="l"/>
            <a:r>
              <a:rPr lang="en-US" sz="2000" dirty="0"/>
              <a:t>A fully managed service that brings together the most comprehensive set of AI tools and capabilities</a:t>
            </a:r>
          </a:p>
        </p:txBody>
      </p:sp>
      <p:sp>
        <p:nvSpPr>
          <p:cNvPr id="6" name="Rounded Rectangle 7">
            <a:extLst>
              <a:ext uri="{FF2B5EF4-FFF2-40B4-BE49-F238E27FC236}">
                <a16:creationId xmlns:a16="http://schemas.microsoft.com/office/drawing/2014/main" id="{F0E27C85-8267-76A2-52CE-9B02995B65EC}"/>
              </a:ext>
            </a:extLst>
          </p:cNvPr>
          <p:cNvSpPr/>
          <p:nvPr/>
        </p:nvSpPr>
        <p:spPr>
          <a:xfrm>
            <a:off x="768900" y="4542742"/>
            <a:ext cx="2612572" cy="352437"/>
          </a:xfrm>
          <a:prstGeom prst="roundRect">
            <a:avLst>
              <a:gd name="adj" fmla="val 0"/>
            </a:avLst>
          </a:prstGeom>
          <a:solidFill>
            <a:schemeClr val="tx1"/>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sz="2000" i="0" u="none" strike="noStrike" kern="0" cap="none" normalizeH="0" noProof="0" dirty="0">
                <a:ln>
                  <a:noFill/>
                </a:ln>
                <a:solidFill>
                  <a:schemeClr val="bg1"/>
                </a:solidFill>
                <a:effectLst/>
                <a:uLnTx/>
                <a:uFillTx/>
                <a:latin typeface="+mj-lt"/>
                <a:ea typeface="Ember Modern SemiMono Beta 08" panose="020B0503020204020204" pitchFamily="34" charset="0"/>
                <a:cs typeface="Ember Modern SemiMono Beta 08" panose="020B0503020204020204" pitchFamily="34" charset="0"/>
              </a:rPr>
              <a:t>Available in GA today</a:t>
            </a:r>
          </a:p>
        </p:txBody>
      </p:sp>
      <p:grpSp>
        <p:nvGrpSpPr>
          <p:cNvPr id="2" name="Group 1">
            <a:extLst>
              <a:ext uri="{FF2B5EF4-FFF2-40B4-BE49-F238E27FC236}">
                <a16:creationId xmlns:a16="http://schemas.microsoft.com/office/drawing/2014/main" id="{7A41A603-081D-B4ED-9558-231BFB3786B7}"/>
              </a:ext>
            </a:extLst>
          </p:cNvPr>
          <p:cNvGrpSpPr/>
          <p:nvPr/>
        </p:nvGrpSpPr>
        <p:grpSpPr>
          <a:xfrm>
            <a:off x="6042501" y="0"/>
            <a:ext cx="3065417" cy="3429000"/>
            <a:chOff x="6042501" y="0"/>
            <a:chExt cx="3065417" cy="3429000"/>
          </a:xfrm>
        </p:grpSpPr>
        <p:sp>
          <p:nvSpPr>
            <p:cNvPr id="10" name="Rectangle 9">
              <a:extLst>
                <a:ext uri="{FF2B5EF4-FFF2-40B4-BE49-F238E27FC236}">
                  <a16:creationId xmlns:a16="http://schemas.microsoft.com/office/drawing/2014/main" id="{C5FEAFDB-DDEF-0053-68B0-1C3115BE283C}"/>
                </a:ext>
              </a:extLst>
            </p:cNvPr>
            <p:cNvSpPr/>
            <p:nvPr/>
          </p:nvSpPr>
          <p:spPr>
            <a:xfrm>
              <a:off x="6042501" y="0"/>
              <a:ext cx="3065417" cy="3429000"/>
            </a:xfrm>
            <a:prstGeom prst="rect">
              <a:avLst/>
            </a:prstGeom>
            <a:solidFill>
              <a:srgbClr val="2310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1" name="TextBox 20">
              <a:extLst>
                <a:ext uri="{FF2B5EF4-FFF2-40B4-BE49-F238E27FC236}">
                  <a16:creationId xmlns:a16="http://schemas.microsoft.com/office/drawing/2014/main" id="{46CEDBBE-687D-05E4-8607-ACF2D116C616}"/>
                </a:ext>
              </a:extLst>
            </p:cNvPr>
            <p:cNvSpPr txBox="1"/>
            <p:nvPr/>
          </p:nvSpPr>
          <p:spPr>
            <a:xfrm>
              <a:off x="6510395" y="1542155"/>
              <a:ext cx="2083961" cy="1077218"/>
            </a:xfrm>
            <a:prstGeom prst="rect">
              <a:avLst/>
            </a:prstGeom>
            <a:noFill/>
          </p:spPr>
          <p:txBody>
            <a:bodyPr wrap="square" lIns="0" rIns="0" rtlCol="0">
              <a:spAutoFit/>
            </a:bodyPr>
            <a:lstStyle/>
            <a:p>
              <a:pPr algn="l"/>
              <a:r>
                <a:rPr lang="en-US" sz="1600" dirty="0"/>
                <a:t>Supervised Fine-Tuning adapts a model using labeled prompt-response pairs</a:t>
              </a:r>
            </a:p>
          </p:txBody>
        </p:sp>
        <p:sp>
          <p:nvSpPr>
            <p:cNvPr id="36" name="Text Placeholder 1">
              <a:extLst>
                <a:ext uri="{FF2B5EF4-FFF2-40B4-BE49-F238E27FC236}">
                  <a16:creationId xmlns:a16="http://schemas.microsoft.com/office/drawing/2014/main" id="{A216CCCB-676D-17F1-03B1-7828172EE04D}"/>
                </a:ext>
              </a:extLst>
            </p:cNvPr>
            <p:cNvSpPr txBox="1">
              <a:spLocks/>
            </p:cNvSpPr>
            <p:nvPr/>
          </p:nvSpPr>
          <p:spPr>
            <a:xfrm>
              <a:off x="6510396" y="1145686"/>
              <a:ext cx="1083002" cy="235131"/>
            </a:xfrm>
            <a:prstGeom prst="rect">
              <a:avLst/>
            </a:prstGeom>
          </p:spPr>
          <p:txBody>
            <a:bodyPr vert="horz" lIns="0" tIns="45720" rIns="0" bIns="45720" rtlCol="0" anchor="t" anchorCtr="0">
              <a:noAutofit/>
            </a:bodyPr>
            <a:lstStyle>
              <a:lvl1pPr marL="0" indent="0" algn="l" defTabSz="914400" rtl="0" eaLnBrk="1" latinLnBrk="0" hangingPunct="1">
                <a:lnSpc>
                  <a:spcPct val="90000"/>
                </a:lnSpc>
                <a:spcBef>
                  <a:spcPts val="0"/>
                </a:spcBef>
                <a:spcAft>
                  <a:spcPts val="800"/>
                </a:spcAft>
                <a:buSzPct val="85000"/>
                <a:buFont typeface="Wingdings" panose="05000000000000000000" pitchFamily="2" charset="2"/>
                <a:buNone/>
                <a:defRPr kumimoji="0" lang="en-US" sz="1600" b="0" i="0" u="none" strike="noStrike" kern="1200" cap="all" spc="0" normalizeH="0" baseline="0" dirty="0" smtClean="0">
                  <a:ln>
                    <a:noFill/>
                  </a:ln>
                  <a:solidFill>
                    <a:schemeClr val="tx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5715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0"/>
                </a:spcBef>
                <a:spcAft>
                  <a:spcPts val="600"/>
                </a:spcAft>
                <a:buSzPct val="85000"/>
                <a:buFont typeface="Wingdings" panose="05000000000000000000" pitchFamily="2" charset="2"/>
                <a:buChar char="§"/>
                <a:defRPr sz="2000" kern="1200">
                  <a:solidFill>
                    <a:schemeClr val="tx1"/>
                  </a:solidFill>
                  <a:latin typeface="+mn-lt"/>
                  <a:ea typeface="+mn-ea"/>
                  <a:cs typeface="+mn-cs"/>
                </a:defRPr>
              </a:lvl3pPr>
              <a:lvl4pPr marL="120015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4pPr>
              <a:lvl5pPr marL="148590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r>
                <a:rPr lang="en-US" dirty="0"/>
                <a:t>01</a:t>
              </a:r>
            </a:p>
          </p:txBody>
        </p:sp>
      </p:grpSp>
      <p:grpSp>
        <p:nvGrpSpPr>
          <p:cNvPr id="5" name="Group 4">
            <a:extLst>
              <a:ext uri="{FF2B5EF4-FFF2-40B4-BE49-F238E27FC236}">
                <a16:creationId xmlns:a16="http://schemas.microsoft.com/office/drawing/2014/main" id="{8C66B9FA-96A6-7BA8-C126-DB084D0429A3}"/>
              </a:ext>
            </a:extLst>
          </p:cNvPr>
          <p:cNvGrpSpPr/>
          <p:nvPr/>
        </p:nvGrpSpPr>
        <p:grpSpPr>
          <a:xfrm>
            <a:off x="9107918" y="0"/>
            <a:ext cx="3065417" cy="3429000"/>
            <a:chOff x="9107918" y="0"/>
            <a:chExt cx="3065417" cy="3429000"/>
          </a:xfrm>
        </p:grpSpPr>
        <p:sp>
          <p:nvSpPr>
            <p:cNvPr id="13" name="Rectangle 12">
              <a:extLst>
                <a:ext uri="{FF2B5EF4-FFF2-40B4-BE49-F238E27FC236}">
                  <a16:creationId xmlns:a16="http://schemas.microsoft.com/office/drawing/2014/main" id="{44F5B700-B3BD-FD56-B50D-C0AAA8304211}"/>
                </a:ext>
              </a:extLst>
            </p:cNvPr>
            <p:cNvSpPr/>
            <p:nvPr/>
          </p:nvSpPr>
          <p:spPr>
            <a:xfrm>
              <a:off x="9107918" y="0"/>
              <a:ext cx="3065417" cy="3429000"/>
            </a:xfrm>
            <a:prstGeom prst="rect">
              <a:avLst/>
            </a:prstGeom>
            <a:solidFill>
              <a:srgbClr val="3519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5" name="TextBox 24">
              <a:extLst>
                <a:ext uri="{FF2B5EF4-FFF2-40B4-BE49-F238E27FC236}">
                  <a16:creationId xmlns:a16="http://schemas.microsoft.com/office/drawing/2014/main" id="{6C763E28-E7CF-DFE4-BAE4-49B4ED12181E}"/>
                </a:ext>
              </a:extLst>
            </p:cNvPr>
            <p:cNvSpPr txBox="1"/>
            <p:nvPr/>
          </p:nvSpPr>
          <p:spPr>
            <a:xfrm>
              <a:off x="9625922" y="1542155"/>
              <a:ext cx="1897695" cy="1077218"/>
            </a:xfrm>
            <a:prstGeom prst="rect">
              <a:avLst/>
            </a:prstGeom>
            <a:noFill/>
          </p:spPr>
          <p:txBody>
            <a:bodyPr wrap="square" lIns="0" rIns="0" rtlCol="0">
              <a:spAutoFit/>
            </a:bodyPr>
            <a:lstStyle/>
            <a:p>
              <a:pPr algn="l"/>
              <a:r>
                <a:rPr lang="en-US" sz="1600" dirty="0"/>
                <a:t>Direct Preference Optimization trains models on ranked response pairs</a:t>
              </a:r>
            </a:p>
          </p:txBody>
        </p:sp>
        <p:sp>
          <p:nvSpPr>
            <p:cNvPr id="37" name="Text Placeholder 1">
              <a:extLst>
                <a:ext uri="{FF2B5EF4-FFF2-40B4-BE49-F238E27FC236}">
                  <a16:creationId xmlns:a16="http://schemas.microsoft.com/office/drawing/2014/main" id="{3DB27CFE-C389-0098-44B8-2B3B5021F156}"/>
                </a:ext>
              </a:extLst>
            </p:cNvPr>
            <p:cNvSpPr txBox="1">
              <a:spLocks/>
            </p:cNvSpPr>
            <p:nvPr/>
          </p:nvSpPr>
          <p:spPr>
            <a:xfrm>
              <a:off x="9630554" y="1145686"/>
              <a:ext cx="1083002" cy="235131"/>
            </a:xfrm>
            <a:prstGeom prst="rect">
              <a:avLst/>
            </a:prstGeom>
          </p:spPr>
          <p:txBody>
            <a:bodyPr vert="horz" lIns="0" tIns="45720" rIns="0" bIns="45720" rtlCol="0" anchor="t" anchorCtr="0">
              <a:noAutofit/>
            </a:bodyPr>
            <a:lstStyle>
              <a:lvl1pPr marL="0" indent="0" algn="l" defTabSz="914400" rtl="0" eaLnBrk="1" latinLnBrk="0" hangingPunct="1">
                <a:lnSpc>
                  <a:spcPct val="90000"/>
                </a:lnSpc>
                <a:spcBef>
                  <a:spcPts val="0"/>
                </a:spcBef>
                <a:spcAft>
                  <a:spcPts val="800"/>
                </a:spcAft>
                <a:buSzPct val="85000"/>
                <a:buFont typeface="Wingdings" panose="05000000000000000000" pitchFamily="2" charset="2"/>
                <a:buNone/>
                <a:defRPr kumimoji="0" lang="en-US" sz="1600" b="0" i="0" u="none" strike="noStrike" kern="1200" cap="all" spc="0" normalizeH="0" baseline="0" dirty="0" smtClean="0">
                  <a:ln>
                    <a:noFill/>
                  </a:ln>
                  <a:solidFill>
                    <a:schemeClr val="tx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5715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0"/>
                </a:spcBef>
                <a:spcAft>
                  <a:spcPts val="600"/>
                </a:spcAft>
                <a:buSzPct val="85000"/>
                <a:buFont typeface="Wingdings" panose="05000000000000000000" pitchFamily="2" charset="2"/>
                <a:buChar char="§"/>
                <a:defRPr sz="2000" kern="1200">
                  <a:solidFill>
                    <a:schemeClr val="tx1"/>
                  </a:solidFill>
                  <a:latin typeface="+mn-lt"/>
                  <a:ea typeface="+mn-ea"/>
                  <a:cs typeface="+mn-cs"/>
                </a:defRPr>
              </a:lvl3pPr>
              <a:lvl4pPr marL="120015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4pPr>
              <a:lvl5pPr marL="148590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r>
                <a:rPr lang="en-US" dirty="0"/>
                <a:t>02</a:t>
              </a:r>
            </a:p>
          </p:txBody>
        </p:sp>
      </p:grpSp>
      <p:grpSp>
        <p:nvGrpSpPr>
          <p:cNvPr id="7" name="Group 6">
            <a:extLst>
              <a:ext uri="{FF2B5EF4-FFF2-40B4-BE49-F238E27FC236}">
                <a16:creationId xmlns:a16="http://schemas.microsoft.com/office/drawing/2014/main" id="{A342C96A-9972-5C7B-C095-F229D4ACB2C7}"/>
              </a:ext>
            </a:extLst>
          </p:cNvPr>
          <p:cNvGrpSpPr/>
          <p:nvPr/>
        </p:nvGrpSpPr>
        <p:grpSpPr>
          <a:xfrm>
            <a:off x="6042501" y="3429000"/>
            <a:ext cx="3065417" cy="3429000"/>
            <a:chOff x="6042501" y="3429000"/>
            <a:chExt cx="3065417" cy="3429000"/>
          </a:xfrm>
        </p:grpSpPr>
        <p:sp>
          <p:nvSpPr>
            <p:cNvPr id="15" name="Rectangle 14">
              <a:extLst>
                <a:ext uri="{FF2B5EF4-FFF2-40B4-BE49-F238E27FC236}">
                  <a16:creationId xmlns:a16="http://schemas.microsoft.com/office/drawing/2014/main" id="{CF8FCD1D-FB7F-4E3A-6D9F-3D128CD7701F}"/>
                </a:ext>
              </a:extLst>
            </p:cNvPr>
            <p:cNvSpPr/>
            <p:nvPr/>
          </p:nvSpPr>
          <p:spPr>
            <a:xfrm>
              <a:off x="6042501" y="3429000"/>
              <a:ext cx="3065417" cy="3429000"/>
            </a:xfrm>
            <a:prstGeom prst="rect">
              <a:avLst/>
            </a:prstGeom>
            <a:solidFill>
              <a:srgbClr val="4621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9" name="TextBox 28">
              <a:extLst>
                <a:ext uri="{FF2B5EF4-FFF2-40B4-BE49-F238E27FC236}">
                  <a16:creationId xmlns:a16="http://schemas.microsoft.com/office/drawing/2014/main" id="{7B2646F2-ECDC-D2F3-80CB-228C68C2DA7C}"/>
                </a:ext>
              </a:extLst>
            </p:cNvPr>
            <p:cNvSpPr txBox="1"/>
            <p:nvPr/>
          </p:nvSpPr>
          <p:spPr>
            <a:xfrm>
              <a:off x="6510396" y="4856084"/>
              <a:ext cx="1947804" cy="1323439"/>
            </a:xfrm>
            <a:prstGeom prst="rect">
              <a:avLst/>
            </a:prstGeom>
            <a:noFill/>
          </p:spPr>
          <p:txBody>
            <a:bodyPr wrap="square" lIns="0" rIns="0" rtlCol="0">
              <a:spAutoFit/>
            </a:bodyPr>
            <a:lstStyle/>
            <a:p>
              <a:pPr algn="l"/>
              <a:r>
                <a:rPr lang="en-US" sz="1600" dirty="0"/>
                <a:t>Reinforcement Learning with Verifiable Rewards optimizes model behavior</a:t>
              </a:r>
            </a:p>
          </p:txBody>
        </p:sp>
        <p:sp>
          <p:nvSpPr>
            <p:cNvPr id="38" name="Text Placeholder 1">
              <a:extLst>
                <a:ext uri="{FF2B5EF4-FFF2-40B4-BE49-F238E27FC236}">
                  <a16:creationId xmlns:a16="http://schemas.microsoft.com/office/drawing/2014/main" id="{2B1AE876-1807-AFE2-666A-DB1D8204FEF6}"/>
                </a:ext>
              </a:extLst>
            </p:cNvPr>
            <p:cNvSpPr txBox="1">
              <a:spLocks/>
            </p:cNvSpPr>
            <p:nvPr/>
          </p:nvSpPr>
          <p:spPr>
            <a:xfrm>
              <a:off x="6510396" y="4484848"/>
              <a:ext cx="1083002" cy="235131"/>
            </a:xfrm>
            <a:prstGeom prst="rect">
              <a:avLst/>
            </a:prstGeom>
          </p:spPr>
          <p:txBody>
            <a:bodyPr vert="horz" lIns="0" tIns="45720" rIns="0" bIns="45720" rtlCol="0" anchor="t" anchorCtr="0">
              <a:noAutofit/>
            </a:bodyPr>
            <a:lstStyle>
              <a:lvl1pPr marL="0" indent="0" algn="l" defTabSz="914400" rtl="0" eaLnBrk="1" latinLnBrk="0" hangingPunct="1">
                <a:lnSpc>
                  <a:spcPct val="90000"/>
                </a:lnSpc>
                <a:spcBef>
                  <a:spcPts val="0"/>
                </a:spcBef>
                <a:spcAft>
                  <a:spcPts val="800"/>
                </a:spcAft>
                <a:buSzPct val="85000"/>
                <a:buFont typeface="Wingdings" panose="05000000000000000000" pitchFamily="2" charset="2"/>
                <a:buNone/>
                <a:defRPr kumimoji="0" lang="en-US" sz="1600" b="0" i="0" u="none" strike="noStrike" kern="1200" cap="all" spc="0" normalizeH="0" baseline="0" dirty="0" smtClean="0">
                  <a:ln>
                    <a:noFill/>
                  </a:ln>
                  <a:solidFill>
                    <a:schemeClr val="tx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5715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0"/>
                </a:spcBef>
                <a:spcAft>
                  <a:spcPts val="600"/>
                </a:spcAft>
                <a:buSzPct val="85000"/>
                <a:buFont typeface="Wingdings" panose="05000000000000000000" pitchFamily="2" charset="2"/>
                <a:buChar char="§"/>
                <a:defRPr sz="2000" kern="1200">
                  <a:solidFill>
                    <a:schemeClr val="tx1"/>
                  </a:solidFill>
                  <a:latin typeface="+mn-lt"/>
                  <a:ea typeface="+mn-ea"/>
                  <a:cs typeface="+mn-cs"/>
                </a:defRPr>
              </a:lvl3pPr>
              <a:lvl4pPr marL="120015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4pPr>
              <a:lvl5pPr marL="148590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r>
                <a:rPr lang="en-US" dirty="0"/>
                <a:t>03</a:t>
              </a:r>
            </a:p>
          </p:txBody>
        </p:sp>
      </p:grpSp>
      <p:grpSp>
        <p:nvGrpSpPr>
          <p:cNvPr id="8" name="Group 7">
            <a:extLst>
              <a:ext uri="{FF2B5EF4-FFF2-40B4-BE49-F238E27FC236}">
                <a16:creationId xmlns:a16="http://schemas.microsoft.com/office/drawing/2014/main" id="{4C3E476F-DE6B-7656-E6DC-D51B1CD4208D}"/>
              </a:ext>
            </a:extLst>
          </p:cNvPr>
          <p:cNvGrpSpPr/>
          <p:nvPr/>
        </p:nvGrpSpPr>
        <p:grpSpPr>
          <a:xfrm>
            <a:off x="9107918" y="3429000"/>
            <a:ext cx="3065417" cy="3429000"/>
            <a:chOff x="9107918" y="3429000"/>
            <a:chExt cx="3065417" cy="3429000"/>
          </a:xfrm>
        </p:grpSpPr>
        <p:sp>
          <p:nvSpPr>
            <p:cNvPr id="17" name="Rectangle 16">
              <a:extLst>
                <a:ext uri="{FF2B5EF4-FFF2-40B4-BE49-F238E27FC236}">
                  <a16:creationId xmlns:a16="http://schemas.microsoft.com/office/drawing/2014/main" id="{6C4CC068-FB53-789E-7F49-F2979860F235}"/>
                </a:ext>
              </a:extLst>
            </p:cNvPr>
            <p:cNvSpPr/>
            <p:nvPr/>
          </p:nvSpPr>
          <p:spPr>
            <a:xfrm>
              <a:off x="9107918" y="3429000"/>
              <a:ext cx="3065417" cy="3429000"/>
            </a:xfrm>
            <a:prstGeom prst="rect">
              <a:avLst/>
            </a:prstGeom>
            <a:solidFill>
              <a:srgbClr val="5829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33" name="TextBox 32">
              <a:extLst>
                <a:ext uri="{FF2B5EF4-FFF2-40B4-BE49-F238E27FC236}">
                  <a16:creationId xmlns:a16="http://schemas.microsoft.com/office/drawing/2014/main" id="{68764769-9E03-0DF6-CC83-1359C6891260}"/>
                </a:ext>
              </a:extLst>
            </p:cNvPr>
            <p:cNvSpPr txBox="1"/>
            <p:nvPr/>
          </p:nvSpPr>
          <p:spPr>
            <a:xfrm>
              <a:off x="9630554" y="4861808"/>
              <a:ext cx="2048325" cy="1077218"/>
            </a:xfrm>
            <a:prstGeom prst="rect">
              <a:avLst/>
            </a:prstGeom>
            <a:noFill/>
          </p:spPr>
          <p:txBody>
            <a:bodyPr wrap="square" lIns="0" rIns="0" rtlCol="0">
              <a:spAutoFit/>
            </a:bodyPr>
            <a:lstStyle/>
            <a:p>
              <a:pPr algn="l"/>
              <a:r>
                <a:rPr lang="en-US" sz="1600" dirty="0"/>
                <a:t>Multi-Turn Reinforcement learning optimizes model behavior</a:t>
              </a:r>
            </a:p>
          </p:txBody>
        </p:sp>
        <p:sp>
          <p:nvSpPr>
            <p:cNvPr id="39" name="Text Placeholder 1">
              <a:extLst>
                <a:ext uri="{FF2B5EF4-FFF2-40B4-BE49-F238E27FC236}">
                  <a16:creationId xmlns:a16="http://schemas.microsoft.com/office/drawing/2014/main" id="{388F1CDD-CFF7-135E-4CCA-3A62DB66B584}"/>
                </a:ext>
              </a:extLst>
            </p:cNvPr>
            <p:cNvSpPr txBox="1">
              <a:spLocks/>
            </p:cNvSpPr>
            <p:nvPr/>
          </p:nvSpPr>
          <p:spPr>
            <a:xfrm>
              <a:off x="9630554" y="4484848"/>
              <a:ext cx="1083002" cy="235131"/>
            </a:xfrm>
            <a:prstGeom prst="rect">
              <a:avLst/>
            </a:prstGeom>
          </p:spPr>
          <p:txBody>
            <a:bodyPr vert="horz" lIns="0" tIns="45720" rIns="0" bIns="45720" rtlCol="0" anchor="t" anchorCtr="0">
              <a:noAutofit/>
            </a:bodyPr>
            <a:lstStyle>
              <a:lvl1pPr marL="0" indent="0" algn="l" defTabSz="914400" rtl="0" eaLnBrk="1" latinLnBrk="0" hangingPunct="1">
                <a:lnSpc>
                  <a:spcPct val="90000"/>
                </a:lnSpc>
                <a:spcBef>
                  <a:spcPts val="0"/>
                </a:spcBef>
                <a:spcAft>
                  <a:spcPts val="800"/>
                </a:spcAft>
                <a:buSzPct val="85000"/>
                <a:buFont typeface="Wingdings" panose="05000000000000000000" pitchFamily="2" charset="2"/>
                <a:buNone/>
                <a:defRPr kumimoji="0" lang="en-US" sz="1600" b="0" i="0" u="none" strike="noStrike" kern="1200" cap="all" spc="0" normalizeH="0" baseline="0" dirty="0" smtClean="0">
                  <a:ln>
                    <a:noFill/>
                  </a:ln>
                  <a:solidFill>
                    <a:schemeClr val="tx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5715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0"/>
                </a:spcBef>
                <a:spcAft>
                  <a:spcPts val="600"/>
                </a:spcAft>
                <a:buSzPct val="85000"/>
                <a:buFont typeface="Wingdings" panose="05000000000000000000" pitchFamily="2" charset="2"/>
                <a:buChar char="§"/>
                <a:defRPr sz="2000" kern="1200">
                  <a:solidFill>
                    <a:schemeClr val="tx1"/>
                  </a:solidFill>
                  <a:latin typeface="+mn-lt"/>
                  <a:ea typeface="+mn-ea"/>
                  <a:cs typeface="+mn-cs"/>
                </a:defRPr>
              </a:lvl3pPr>
              <a:lvl4pPr marL="120015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4pPr>
              <a:lvl5pPr marL="148590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r>
                <a:rPr lang="en-US" dirty="0"/>
                <a:t>04</a:t>
              </a:r>
            </a:p>
          </p:txBody>
        </p:sp>
      </p:grpSp>
      <p:sp>
        <p:nvSpPr>
          <p:cNvPr id="12" name="TextBox 11">
            <a:extLst>
              <a:ext uri="{FF2B5EF4-FFF2-40B4-BE49-F238E27FC236}">
                <a16:creationId xmlns:a16="http://schemas.microsoft.com/office/drawing/2014/main" id="{74D69C42-2064-DE3C-5072-B98B0C7B8EED}"/>
              </a:ext>
            </a:extLst>
          </p:cNvPr>
          <p:cNvSpPr txBox="1"/>
          <p:nvPr/>
        </p:nvSpPr>
        <p:spPr>
          <a:xfrm>
            <a:off x="-1046375" y="207390"/>
            <a:ext cx="857839" cy="830997"/>
          </a:xfrm>
          <a:prstGeom prst="rect">
            <a:avLst/>
          </a:prstGeom>
          <a:noFill/>
        </p:spPr>
        <p:txBody>
          <a:bodyPr wrap="square" lIns="0" rIns="0" rtlCol="0">
            <a:spAutoFit/>
          </a:bodyPr>
          <a:lstStyle/>
          <a:p>
            <a:pPr algn="l"/>
            <a:r>
              <a:rPr lang="en-US" sz="1200" dirty="0"/>
              <a:t>This slide is animated. View in slide show mode.</a:t>
            </a:r>
          </a:p>
        </p:txBody>
      </p:sp>
    </p:spTree>
    <p:extLst>
      <p:ext uri="{BB962C8B-B14F-4D97-AF65-F5344CB8AC3E}">
        <p14:creationId xmlns:p14="http://schemas.microsoft.com/office/powerpoint/2010/main" val="12101219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par>
                                <p:cTn id="8" presetID="42" presetClass="path" presetSubtype="0" decel="100000" fill="hold" nodeType="withEffect">
                                  <p:stCondLst>
                                    <p:cond delay="200"/>
                                  </p:stCondLst>
                                  <p:childTnLst>
                                    <p:animMotion origin="layout" path="M -3.75E-6 -0.03472 L -3.75E-6 1.85185E-6 " pathEditMode="relative" rAng="0" ptsTypes="AA">
                                      <p:cBhvr>
                                        <p:cTn id="9" dur="500" fill="hold"/>
                                        <p:tgtEl>
                                          <p:spTgt spid="2"/>
                                        </p:tgtEl>
                                        <p:attrNameLst>
                                          <p:attrName>ppt_x</p:attrName>
                                          <p:attrName>ppt_y</p:attrName>
                                        </p:attrNameLst>
                                      </p:cBhvr>
                                      <p:rCtr x="0" y="1736"/>
                                    </p:animMotion>
                                  </p:childTnLst>
                                </p:cTn>
                              </p:par>
                              <p:par>
                                <p:cTn id="10" presetID="10" presetClass="entr" presetSubtype="0" fill="hold" nodeType="withEffect">
                                  <p:stCondLst>
                                    <p:cond delay="4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50"/>
                                        <p:tgtEl>
                                          <p:spTgt spid="5"/>
                                        </p:tgtEl>
                                      </p:cBhvr>
                                    </p:animEffect>
                                  </p:childTnLst>
                                </p:cTn>
                              </p:par>
                              <p:par>
                                <p:cTn id="13" presetID="42" presetClass="path" presetSubtype="0" decel="100000" fill="hold" nodeType="withEffect">
                                  <p:stCondLst>
                                    <p:cond delay="400"/>
                                  </p:stCondLst>
                                  <p:childTnLst>
                                    <p:animMotion origin="layout" path="M -3.75E-6 -0.03472 L -3.75E-6 1.85185E-6 " pathEditMode="relative" rAng="0" ptsTypes="AA">
                                      <p:cBhvr>
                                        <p:cTn id="14" dur="500" fill="hold"/>
                                        <p:tgtEl>
                                          <p:spTgt spid="5"/>
                                        </p:tgtEl>
                                        <p:attrNameLst>
                                          <p:attrName>ppt_x</p:attrName>
                                          <p:attrName>ppt_y</p:attrName>
                                        </p:attrNameLst>
                                      </p:cBhvr>
                                      <p:rCtr x="0" y="1736"/>
                                    </p:animMotion>
                                  </p:childTnLst>
                                </p:cTn>
                              </p:par>
                              <p:par>
                                <p:cTn id="15" presetID="10" presetClass="entr" presetSubtype="0" fill="hold" nodeType="withEffect">
                                  <p:stCondLst>
                                    <p:cond delay="6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50"/>
                                        <p:tgtEl>
                                          <p:spTgt spid="7"/>
                                        </p:tgtEl>
                                      </p:cBhvr>
                                    </p:animEffect>
                                  </p:childTnLst>
                                </p:cTn>
                              </p:par>
                              <p:par>
                                <p:cTn id="18" presetID="42" presetClass="path" presetSubtype="0" decel="100000" fill="hold" nodeType="withEffect">
                                  <p:stCondLst>
                                    <p:cond delay="600"/>
                                  </p:stCondLst>
                                  <p:childTnLst>
                                    <p:animMotion origin="layout" path="M 1.25E-6 0.03889 L 1.25E-6 1.85185E-6 " pathEditMode="relative" rAng="0" ptsTypes="AA">
                                      <p:cBhvr>
                                        <p:cTn id="19" dur="500" fill="hold"/>
                                        <p:tgtEl>
                                          <p:spTgt spid="7"/>
                                        </p:tgtEl>
                                        <p:attrNameLst>
                                          <p:attrName>ppt_x</p:attrName>
                                          <p:attrName>ppt_y</p:attrName>
                                        </p:attrNameLst>
                                      </p:cBhvr>
                                      <p:rCtr x="0" y="-1944"/>
                                    </p:animMotion>
                                  </p:childTnLst>
                                </p:cTn>
                              </p:par>
                              <p:par>
                                <p:cTn id="20" presetID="10" presetClass="entr" presetSubtype="0" fill="hold" nodeType="withEffect">
                                  <p:stCondLst>
                                    <p:cond delay="8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50"/>
                                        <p:tgtEl>
                                          <p:spTgt spid="8"/>
                                        </p:tgtEl>
                                      </p:cBhvr>
                                    </p:animEffect>
                                  </p:childTnLst>
                                </p:cTn>
                              </p:par>
                              <p:par>
                                <p:cTn id="23" presetID="42" presetClass="path" presetSubtype="0" decel="100000" fill="hold" nodeType="withEffect">
                                  <p:stCondLst>
                                    <p:cond delay="800"/>
                                  </p:stCondLst>
                                  <p:childTnLst>
                                    <p:animMotion origin="layout" path="M 1.25E-6 0.03889 L 1.25E-6 1.85185E-6 " pathEditMode="relative" rAng="0" ptsTypes="AA">
                                      <p:cBhvr>
                                        <p:cTn id="24" dur="500" fill="hold"/>
                                        <p:tgtEl>
                                          <p:spTgt spid="8"/>
                                        </p:tgtEl>
                                        <p:attrNameLst>
                                          <p:attrName>ppt_x</p:attrName>
                                          <p:attrName>ppt_y</p:attrName>
                                        </p:attrNameLst>
                                      </p:cBhvr>
                                      <p:rCtr x="0" y="-1944"/>
                                    </p:animMotion>
                                  </p:childTnLst>
                                </p:cTn>
                              </p:par>
                              <p:par>
                                <p:cTn id="25" presetID="10"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250"/>
                                        <p:tgtEl>
                                          <p:spTgt spid="3"/>
                                        </p:tgtEl>
                                      </p:cBhvr>
                                    </p:animEffect>
                                  </p:childTnLst>
                                </p:cTn>
                              </p:par>
                              <p:par>
                                <p:cTn id="28" presetID="42" presetClass="path" presetSubtype="0" decel="100000" fill="hold" grpId="1" nodeType="withEffect">
                                  <p:stCondLst>
                                    <p:cond delay="0"/>
                                  </p:stCondLst>
                                  <p:childTnLst>
                                    <p:animMotion origin="layout" path="M -3.75E-6 -0.03472 L -3.75E-6 1.85185E-6 " pathEditMode="relative" rAng="0" ptsTypes="AA">
                                      <p:cBhvr>
                                        <p:cTn id="29" dur="500" fill="hold"/>
                                        <p:tgtEl>
                                          <p:spTgt spid="3"/>
                                        </p:tgtEl>
                                        <p:attrNameLst>
                                          <p:attrName>ppt_x</p:attrName>
                                          <p:attrName>ppt_y</p:attrName>
                                        </p:attrNameLst>
                                      </p:cBhvr>
                                      <p:rCtr x="0" y="1736"/>
                                    </p:animMotion>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250"/>
                                        <p:tgtEl>
                                          <p:spTgt spid="11"/>
                                        </p:tgtEl>
                                      </p:cBhvr>
                                    </p:animEffect>
                                  </p:childTnLst>
                                </p:cTn>
                              </p:par>
                              <p:par>
                                <p:cTn id="33" presetID="42" presetClass="path" presetSubtype="0" decel="100000" fill="hold" grpId="1" nodeType="withEffect">
                                  <p:stCondLst>
                                    <p:cond delay="0"/>
                                  </p:stCondLst>
                                  <p:childTnLst>
                                    <p:animMotion origin="layout" path="M 1.25E-6 0.03889 L 1.25E-6 1.85185E-6 " pathEditMode="relative" rAng="0" ptsTypes="AA">
                                      <p:cBhvr>
                                        <p:cTn id="34" dur="500" fill="hold"/>
                                        <p:tgtEl>
                                          <p:spTgt spid="11"/>
                                        </p:tgtEl>
                                        <p:attrNameLst>
                                          <p:attrName>ppt_x</p:attrName>
                                          <p:attrName>ppt_y</p:attrName>
                                        </p:attrNameLst>
                                      </p:cBhvr>
                                      <p:rCtr x="0" y="-1944"/>
                                    </p:animMotion>
                                  </p:childTnLst>
                                </p:cTn>
                              </p:par>
                              <p:par>
                                <p:cTn id="35" presetID="10" presetClass="entr"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250"/>
                                        <p:tgtEl>
                                          <p:spTgt spid="4"/>
                                        </p:tgtEl>
                                      </p:cBhvr>
                                    </p:animEffect>
                                  </p:childTnLst>
                                </p:cTn>
                              </p:par>
                              <p:par>
                                <p:cTn id="38" presetID="42" presetClass="path" presetSubtype="0" decel="100000" fill="hold" grpId="1" nodeType="withEffect">
                                  <p:stCondLst>
                                    <p:cond delay="0"/>
                                  </p:stCondLst>
                                  <p:childTnLst>
                                    <p:animMotion origin="layout" path="M 1.25E-6 0.03889 L 1.25E-6 1.85185E-6 " pathEditMode="relative" rAng="0" ptsTypes="AA">
                                      <p:cBhvr>
                                        <p:cTn id="39" dur="500" fill="hold"/>
                                        <p:tgtEl>
                                          <p:spTgt spid="4"/>
                                        </p:tgtEl>
                                        <p:attrNameLst>
                                          <p:attrName>ppt_x</p:attrName>
                                          <p:attrName>ppt_y</p:attrName>
                                        </p:attrNameLst>
                                      </p:cBhvr>
                                      <p:rCtr x="0" y="-1944"/>
                                    </p:animMotion>
                                  </p:childTnLst>
                                </p:cTn>
                              </p:par>
                              <p:par>
                                <p:cTn id="40" presetID="10"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250"/>
                                        <p:tgtEl>
                                          <p:spTgt spid="6"/>
                                        </p:tgtEl>
                                      </p:cBhvr>
                                    </p:animEffect>
                                  </p:childTnLst>
                                </p:cTn>
                              </p:par>
                              <p:par>
                                <p:cTn id="43" presetID="42" presetClass="path" presetSubtype="0" decel="100000" fill="hold" grpId="1" nodeType="withEffect">
                                  <p:stCondLst>
                                    <p:cond delay="0"/>
                                  </p:stCondLst>
                                  <p:childTnLst>
                                    <p:animMotion origin="layout" path="M 1.25E-6 0.03889 L 1.25E-6 1.85185E-6 " pathEditMode="relative" rAng="0" ptsTypes="AA">
                                      <p:cBhvr>
                                        <p:cTn id="44" dur="500" fill="hold"/>
                                        <p:tgtEl>
                                          <p:spTgt spid="6"/>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3" grpId="0" animBg="1"/>
      <p:bldP spid="3" grpId="1" animBg="1"/>
      <p:bldP spid="4" grpId="0"/>
      <p:bldP spid="4" grpId="1"/>
      <p:bldP spid="6" grpId="0" animBg="1"/>
      <p:bldP spid="6" grpId="1"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9D5A64-CFAF-37EA-F0EE-3134C7A8A3B1}"/>
              </a:ext>
            </a:extLst>
          </p:cNvPr>
          <p:cNvSpPr>
            <a:spLocks noGrp="1"/>
          </p:cNvSpPr>
          <p:nvPr>
            <p:ph type="ctrTitle"/>
          </p:nvPr>
        </p:nvSpPr>
        <p:spPr>
          <a:xfrm>
            <a:off x="1320800" y="2286000"/>
            <a:ext cx="7785100" cy="1625600"/>
          </a:xfrm>
        </p:spPr>
        <p:txBody>
          <a:bodyPr/>
          <a:lstStyle/>
          <a:p>
            <a:r>
              <a:rPr lang="en-US" dirty="0"/>
              <a:t>Presentation slide examples and best practices</a:t>
            </a:r>
          </a:p>
        </p:txBody>
      </p:sp>
      <p:sp>
        <p:nvSpPr>
          <p:cNvPr id="4" name="Subtitle 3">
            <a:extLst>
              <a:ext uri="{FF2B5EF4-FFF2-40B4-BE49-F238E27FC236}">
                <a16:creationId xmlns:a16="http://schemas.microsoft.com/office/drawing/2014/main" id="{24AC0F2F-EEA6-B4B8-A5B4-E599966B92C4}"/>
              </a:ext>
            </a:extLst>
          </p:cNvPr>
          <p:cNvSpPr>
            <a:spLocks noGrp="1"/>
          </p:cNvSpPr>
          <p:nvPr>
            <p:ph type="subTitle" idx="1"/>
          </p:nvPr>
        </p:nvSpPr>
        <p:spPr>
          <a:xfrm>
            <a:off x="1314449" y="1936749"/>
            <a:ext cx="9614288" cy="284162"/>
          </a:xfrm>
        </p:spPr>
        <p:txBody>
          <a:bodyPr/>
          <a:lstStyle/>
          <a:p>
            <a:r>
              <a:rPr lang="en-US" dirty="0"/>
              <a:t>Sponsored by </a:t>
            </a:r>
            <a:r>
              <a:rPr lang="en-US" dirty="0" err="1"/>
              <a:t>anycompany</a:t>
            </a:r>
            <a:endParaRPr lang="en-US" dirty="0"/>
          </a:p>
        </p:txBody>
      </p:sp>
      <p:sp>
        <p:nvSpPr>
          <p:cNvPr id="5" name="Text Placeholder 4">
            <a:extLst>
              <a:ext uri="{FF2B5EF4-FFF2-40B4-BE49-F238E27FC236}">
                <a16:creationId xmlns:a16="http://schemas.microsoft.com/office/drawing/2014/main" id="{275D301C-F1A2-A958-8742-311A6D9E2C56}"/>
              </a:ext>
            </a:extLst>
          </p:cNvPr>
          <p:cNvSpPr>
            <a:spLocks noGrp="1"/>
          </p:cNvSpPr>
          <p:nvPr>
            <p:ph type="body" sz="quarter" idx="10"/>
          </p:nvPr>
        </p:nvSpPr>
        <p:spPr>
          <a:xfrm>
            <a:off x="1320413" y="4254500"/>
            <a:ext cx="2895603" cy="449262"/>
          </a:xfrm>
        </p:spPr>
        <p:txBody>
          <a:bodyPr/>
          <a:lstStyle/>
          <a:p>
            <a:r>
              <a:rPr lang="en-US" dirty="0"/>
              <a:t>Ana Carolina Silva</a:t>
            </a:r>
          </a:p>
        </p:txBody>
      </p:sp>
      <p:sp>
        <p:nvSpPr>
          <p:cNvPr id="6" name="Text Placeholder 5">
            <a:extLst>
              <a:ext uri="{FF2B5EF4-FFF2-40B4-BE49-F238E27FC236}">
                <a16:creationId xmlns:a16="http://schemas.microsoft.com/office/drawing/2014/main" id="{2E2840D8-3809-65A4-F25B-B4AA71A530D7}"/>
              </a:ext>
            </a:extLst>
          </p:cNvPr>
          <p:cNvSpPr>
            <a:spLocks noGrp="1"/>
          </p:cNvSpPr>
          <p:nvPr>
            <p:ph type="body" sz="quarter" idx="11"/>
          </p:nvPr>
        </p:nvSpPr>
        <p:spPr>
          <a:xfrm>
            <a:off x="1314449" y="1350935"/>
            <a:ext cx="9614289" cy="284162"/>
          </a:xfrm>
        </p:spPr>
        <p:txBody>
          <a:bodyPr/>
          <a:lstStyle/>
          <a:p>
            <a:r>
              <a:rPr lang="en-US" dirty="0"/>
              <a:t>ABD229-S</a:t>
            </a:r>
          </a:p>
        </p:txBody>
      </p:sp>
      <p:sp>
        <p:nvSpPr>
          <p:cNvPr id="7" name="Text Placeholder 6">
            <a:extLst>
              <a:ext uri="{FF2B5EF4-FFF2-40B4-BE49-F238E27FC236}">
                <a16:creationId xmlns:a16="http://schemas.microsoft.com/office/drawing/2014/main" id="{BD5A3A41-06BF-511E-EC7E-38EDDA02AE84}"/>
              </a:ext>
            </a:extLst>
          </p:cNvPr>
          <p:cNvSpPr>
            <a:spLocks noGrp="1"/>
          </p:cNvSpPr>
          <p:nvPr>
            <p:ph type="body" sz="quarter" idx="12"/>
          </p:nvPr>
        </p:nvSpPr>
        <p:spPr>
          <a:xfrm>
            <a:off x="1314450" y="4714875"/>
            <a:ext cx="2895603" cy="971550"/>
          </a:xfrm>
        </p:spPr>
        <p:txBody>
          <a:bodyPr/>
          <a:lstStyle/>
          <a:p>
            <a:r>
              <a:rPr lang="en-US" dirty="0"/>
              <a:t>(she/her)</a:t>
            </a:r>
          </a:p>
          <a:p>
            <a:r>
              <a:rPr lang="en-US" dirty="0"/>
              <a:t>Senior Solutions Architect</a:t>
            </a:r>
          </a:p>
          <a:p>
            <a:r>
              <a:rPr lang="en-US" dirty="0" err="1"/>
              <a:t>AnyCompany</a:t>
            </a:r>
            <a:endParaRPr lang="en-US" dirty="0"/>
          </a:p>
          <a:p>
            <a:endParaRPr lang="en-US" dirty="0"/>
          </a:p>
        </p:txBody>
      </p:sp>
      <p:sp>
        <p:nvSpPr>
          <p:cNvPr id="2" name="Text Placeholder 1">
            <a:extLst>
              <a:ext uri="{FF2B5EF4-FFF2-40B4-BE49-F238E27FC236}">
                <a16:creationId xmlns:a16="http://schemas.microsoft.com/office/drawing/2014/main" id="{523CF96D-5E1D-74B6-8957-515EDE87BEB2}"/>
              </a:ext>
            </a:extLst>
          </p:cNvPr>
          <p:cNvSpPr>
            <a:spLocks noGrp="1"/>
          </p:cNvSpPr>
          <p:nvPr>
            <p:ph type="body" sz="quarter" idx="13"/>
          </p:nvPr>
        </p:nvSpPr>
        <p:spPr>
          <a:xfrm>
            <a:off x="4660899" y="4254500"/>
            <a:ext cx="2895603" cy="449262"/>
          </a:xfrm>
        </p:spPr>
        <p:txBody>
          <a:bodyPr/>
          <a:lstStyle/>
          <a:p>
            <a:r>
              <a:rPr lang="en-US" dirty="0"/>
              <a:t>Speaker name </a:t>
            </a:r>
          </a:p>
        </p:txBody>
      </p:sp>
      <p:sp>
        <p:nvSpPr>
          <p:cNvPr id="8" name="Text Placeholder 7">
            <a:extLst>
              <a:ext uri="{FF2B5EF4-FFF2-40B4-BE49-F238E27FC236}">
                <a16:creationId xmlns:a16="http://schemas.microsoft.com/office/drawing/2014/main" id="{52FC6E8A-3971-2799-28E6-EFEF4F7DFB44}"/>
              </a:ext>
            </a:extLst>
          </p:cNvPr>
          <p:cNvSpPr>
            <a:spLocks noGrp="1"/>
          </p:cNvSpPr>
          <p:nvPr>
            <p:ph type="body" sz="quarter" idx="14"/>
          </p:nvPr>
        </p:nvSpPr>
        <p:spPr>
          <a:xfrm>
            <a:off x="4660899" y="4714875"/>
            <a:ext cx="2895603" cy="971550"/>
          </a:xfrm>
        </p:spPr>
        <p:txBody>
          <a:bodyPr/>
          <a:lstStyle/>
          <a:p>
            <a:r>
              <a:rPr lang="en-US" dirty="0"/>
              <a:t>(pronouns)</a:t>
            </a:r>
          </a:p>
          <a:p>
            <a:r>
              <a:rPr lang="en-US" dirty="0"/>
              <a:t>Job title</a:t>
            </a:r>
          </a:p>
          <a:p>
            <a:r>
              <a:rPr lang="en-US" dirty="0" err="1"/>
              <a:t>AnyCompany</a:t>
            </a:r>
            <a:endParaRPr lang="en-US" dirty="0"/>
          </a:p>
        </p:txBody>
      </p:sp>
      <p:sp>
        <p:nvSpPr>
          <p:cNvPr id="9" name="Text Placeholder 8">
            <a:extLst>
              <a:ext uri="{FF2B5EF4-FFF2-40B4-BE49-F238E27FC236}">
                <a16:creationId xmlns:a16="http://schemas.microsoft.com/office/drawing/2014/main" id="{308C8E61-5725-F89B-D52F-BBE1D3AA08C2}"/>
              </a:ext>
            </a:extLst>
          </p:cNvPr>
          <p:cNvSpPr>
            <a:spLocks noGrp="1"/>
          </p:cNvSpPr>
          <p:nvPr>
            <p:ph type="body" sz="quarter" idx="15"/>
          </p:nvPr>
        </p:nvSpPr>
        <p:spPr>
          <a:xfrm>
            <a:off x="8001384" y="4254500"/>
            <a:ext cx="2895603" cy="449262"/>
          </a:xfrm>
        </p:spPr>
        <p:txBody>
          <a:bodyPr/>
          <a:lstStyle/>
          <a:p>
            <a:r>
              <a:rPr lang="en-US" dirty="0"/>
              <a:t>Speaker name</a:t>
            </a:r>
          </a:p>
        </p:txBody>
      </p:sp>
      <p:sp>
        <p:nvSpPr>
          <p:cNvPr id="10" name="Text Placeholder 9">
            <a:extLst>
              <a:ext uri="{FF2B5EF4-FFF2-40B4-BE49-F238E27FC236}">
                <a16:creationId xmlns:a16="http://schemas.microsoft.com/office/drawing/2014/main" id="{F1D6D8E2-E5D4-7B83-BC83-C93C9A5FA1D4}"/>
              </a:ext>
            </a:extLst>
          </p:cNvPr>
          <p:cNvSpPr>
            <a:spLocks noGrp="1"/>
          </p:cNvSpPr>
          <p:nvPr>
            <p:ph type="body" sz="quarter" idx="16"/>
          </p:nvPr>
        </p:nvSpPr>
        <p:spPr>
          <a:xfrm>
            <a:off x="8001384" y="4714875"/>
            <a:ext cx="2895603" cy="971550"/>
          </a:xfrm>
        </p:spPr>
        <p:txBody>
          <a:bodyPr/>
          <a:lstStyle/>
          <a:p>
            <a:r>
              <a:rPr lang="en-US" dirty="0"/>
              <a:t>(pronouns)</a:t>
            </a:r>
          </a:p>
          <a:p>
            <a:r>
              <a:rPr lang="en-US" dirty="0"/>
              <a:t>Job title</a:t>
            </a:r>
          </a:p>
          <a:p>
            <a:r>
              <a:rPr lang="en-US" dirty="0" err="1"/>
              <a:t>AnyCompany</a:t>
            </a:r>
            <a:endParaRPr lang="en-US" dirty="0"/>
          </a:p>
        </p:txBody>
      </p:sp>
    </p:spTree>
    <p:extLst>
      <p:ext uri="{BB962C8B-B14F-4D97-AF65-F5344CB8AC3E}">
        <p14:creationId xmlns:p14="http://schemas.microsoft.com/office/powerpoint/2010/main" val="30839125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2F2BB3A-A04A-5A16-F861-51DA2428CAA7}"/>
              </a:ext>
            </a:extLst>
          </p:cNvPr>
          <p:cNvSpPr>
            <a:spLocks noGrp="1"/>
          </p:cNvSpPr>
          <p:nvPr>
            <p:ph type="title"/>
          </p:nvPr>
        </p:nvSpPr>
        <p:spPr/>
        <p:txBody>
          <a:bodyPr/>
          <a:lstStyle/>
          <a:p>
            <a:r>
              <a:rPr lang="en-US" dirty="0"/>
              <a:t>Agenda</a:t>
            </a:r>
          </a:p>
        </p:txBody>
      </p:sp>
      <p:graphicFrame>
        <p:nvGraphicFramePr>
          <p:cNvPr id="4" name="Table 3">
            <a:extLst>
              <a:ext uri="{FF2B5EF4-FFF2-40B4-BE49-F238E27FC236}">
                <a16:creationId xmlns:a16="http://schemas.microsoft.com/office/drawing/2014/main" id="{F31290DB-68EE-F696-4D41-77753895F742}"/>
              </a:ext>
            </a:extLst>
          </p:cNvPr>
          <p:cNvGraphicFramePr>
            <a:graphicFrameLocks noGrp="1"/>
          </p:cNvGraphicFramePr>
          <p:nvPr>
            <p:extLst>
              <p:ext uri="{D42A27DB-BD31-4B8C-83A1-F6EECF244321}">
                <p14:modId xmlns:p14="http://schemas.microsoft.com/office/powerpoint/2010/main" val="547043078"/>
              </p:ext>
            </p:extLst>
          </p:nvPr>
        </p:nvGraphicFramePr>
        <p:xfrm>
          <a:off x="3556000" y="2316480"/>
          <a:ext cx="8128000" cy="3607665"/>
        </p:xfrm>
        <a:graphic>
          <a:graphicData uri="http://schemas.openxmlformats.org/drawingml/2006/table">
            <a:tbl>
              <a:tblPr firstRow="1" bandRow="1">
                <a:tableStyleId>{2D5ABB26-0587-4C30-8999-92F81FD0307C}</a:tableStyleId>
              </a:tblPr>
              <a:tblGrid>
                <a:gridCol w="927100">
                  <a:extLst>
                    <a:ext uri="{9D8B030D-6E8A-4147-A177-3AD203B41FA5}">
                      <a16:colId xmlns:a16="http://schemas.microsoft.com/office/drawing/2014/main" val="3208994188"/>
                    </a:ext>
                  </a:extLst>
                </a:gridCol>
                <a:gridCol w="7200900">
                  <a:extLst>
                    <a:ext uri="{9D8B030D-6E8A-4147-A177-3AD203B41FA5}">
                      <a16:colId xmlns:a16="http://schemas.microsoft.com/office/drawing/2014/main" val="829400994"/>
                    </a:ext>
                  </a:extLst>
                </a:gridCol>
              </a:tblGrid>
              <a:tr h="721533">
                <a:tc>
                  <a:txBody>
                    <a:bodyPr/>
                    <a:lstStyle/>
                    <a:p>
                      <a:pPr algn="r"/>
                      <a:r>
                        <a:rPr lang="en-US" sz="2400" spc="300" baseline="0" dirty="0">
                          <a:solidFill>
                            <a:schemeClr val="accent1"/>
                          </a:solidFill>
                          <a:latin typeface="Ember Modern SemiMono Beta 08" panose="020B0503020204020204" pitchFamily="34" charset="0"/>
                        </a:rPr>
                        <a:t>01</a:t>
                      </a:r>
                    </a:p>
                  </a:txBody>
                  <a:tcPr/>
                </a:tc>
                <a:tc>
                  <a:txBody>
                    <a:bodyPr/>
                    <a:lstStyle/>
                    <a:p>
                      <a:r>
                        <a:rPr lang="en-US" sz="2400" dirty="0"/>
                        <a:t>Where we were</a:t>
                      </a:r>
                    </a:p>
                  </a:txBody>
                  <a:tcPr marL="548640"/>
                </a:tc>
                <a:extLst>
                  <a:ext uri="{0D108BD9-81ED-4DB2-BD59-A6C34878D82A}">
                    <a16:rowId xmlns:a16="http://schemas.microsoft.com/office/drawing/2014/main" val="4041908521"/>
                  </a:ext>
                </a:extLst>
              </a:tr>
              <a:tr h="721533">
                <a:tc>
                  <a:txBody>
                    <a:bodyPr/>
                    <a:lstStyle/>
                    <a:p>
                      <a:pPr algn="r"/>
                      <a:r>
                        <a:rPr lang="en-US" sz="2400" spc="300" baseline="0" dirty="0">
                          <a:solidFill>
                            <a:schemeClr val="accent1"/>
                          </a:solidFill>
                          <a:latin typeface="Ember Modern SemiMono Beta 08" panose="020B0503020204020204" pitchFamily="34" charset="0"/>
                        </a:rPr>
                        <a:t>02</a:t>
                      </a:r>
                    </a:p>
                  </a:txBody>
                  <a:tcPr/>
                </a:tc>
                <a:tc>
                  <a:txBody>
                    <a:bodyPr/>
                    <a:lstStyle/>
                    <a:p>
                      <a:r>
                        <a:rPr lang="en-US" sz="2400" dirty="0"/>
                        <a:t>Our proposed solution</a:t>
                      </a:r>
                    </a:p>
                  </a:txBody>
                  <a:tcPr marL="548640"/>
                </a:tc>
                <a:extLst>
                  <a:ext uri="{0D108BD9-81ED-4DB2-BD59-A6C34878D82A}">
                    <a16:rowId xmlns:a16="http://schemas.microsoft.com/office/drawing/2014/main" val="2253660064"/>
                  </a:ext>
                </a:extLst>
              </a:tr>
              <a:tr h="721533">
                <a:tc>
                  <a:txBody>
                    <a:bodyPr/>
                    <a:lstStyle/>
                    <a:p>
                      <a:pPr algn="r"/>
                      <a:r>
                        <a:rPr lang="en-US" sz="2400" spc="300" baseline="0" dirty="0">
                          <a:solidFill>
                            <a:schemeClr val="accent1"/>
                          </a:solidFill>
                          <a:latin typeface="Ember Modern SemiMono Beta 08" panose="020B0503020204020204" pitchFamily="34" charset="0"/>
                        </a:rPr>
                        <a:t>03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Our roadmap to the solution </a:t>
                      </a:r>
                    </a:p>
                  </a:txBody>
                  <a:tcPr marL="548640"/>
                </a:tc>
                <a:extLst>
                  <a:ext uri="{0D108BD9-81ED-4DB2-BD59-A6C34878D82A}">
                    <a16:rowId xmlns:a16="http://schemas.microsoft.com/office/drawing/2014/main" val="163729450"/>
                  </a:ext>
                </a:extLst>
              </a:tr>
              <a:tr h="721533">
                <a:tc>
                  <a:txBody>
                    <a:bodyPr/>
                    <a:lstStyle/>
                    <a:p>
                      <a:pPr algn="r"/>
                      <a:r>
                        <a:rPr lang="en-US" sz="2400" spc="300" baseline="0" dirty="0">
                          <a:solidFill>
                            <a:schemeClr val="accent1"/>
                          </a:solidFill>
                          <a:latin typeface="Ember Modern SemiMono Beta 08" panose="020B0503020204020204" pitchFamily="34" charset="0"/>
                        </a:rPr>
                        <a:t>04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Key steps we took and decisions we made</a:t>
                      </a:r>
                    </a:p>
                  </a:txBody>
                  <a:tcPr marL="548640"/>
                </a:tc>
                <a:extLst>
                  <a:ext uri="{0D108BD9-81ED-4DB2-BD59-A6C34878D82A}">
                    <a16:rowId xmlns:a16="http://schemas.microsoft.com/office/drawing/2014/main" val="1925035808"/>
                  </a:ext>
                </a:extLst>
              </a:tr>
              <a:tr h="721533">
                <a:tc>
                  <a:txBody>
                    <a:bodyPr/>
                    <a:lstStyle/>
                    <a:p>
                      <a:pPr algn="r"/>
                      <a:endParaRPr lang="en-US" sz="2400" spc="300" baseline="0" dirty="0">
                        <a:latin typeface="Ember Modern SemiMono Beta 08" panose="020B05030202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marL="548640"/>
                </a:tc>
                <a:extLst>
                  <a:ext uri="{0D108BD9-81ED-4DB2-BD59-A6C34878D82A}">
                    <a16:rowId xmlns:a16="http://schemas.microsoft.com/office/drawing/2014/main" val="2037145013"/>
                  </a:ext>
                </a:extLst>
              </a:tr>
            </a:tbl>
          </a:graphicData>
        </a:graphic>
      </p:graphicFrame>
    </p:spTree>
    <p:extLst>
      <p:ext uri="{BB962C8B-B14F-4D97-AF65-F5344CB8AC3E}">
        <p14:creationId xmlns:p14="http://schemas.microsoft.com/office/powerpoint/2010/main" val="21731933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38A7AF5-A2D2-D3ED-573C-B841D5F3DE4C}"/>
              </a:ext>
            </a:extLst>
          </p:cNvPr>
          <p:cNvSpPr/>
          <p:nvPr/>
        </p:nvSpPr>
        <p:spPr>
          <a:xfrm>
            <a:off x="1287054" y="3860665"/>
            <a:ext cx="2473234" cy="1822585"/>
          </a:xfrm>
          <a:prstGeom prst="rect">
            <a:avLst/>
          </a:prstGeom>
          <a:solidFill>
            <a:schemeClr val="bg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34" name="Rectangle 33">
            <a:extLst>
              <a:ext uri="{FF2B5EF4-FFF2-40B4-BE49-F238E27FC236}">
                <a16:creationId xmlns:a16="http://schemas.microsoft.com/office/drawing/2014/main" id="{495395E0-1476-8579-91EE-0AA6EE85B52A}"/>
              </a:ext>
            </a:extLst>
          </p:cNvPr>
          <p:cNvSpPr/>
          <p:nvPr/>
        </p:nvSpPr>
        <p:spPr>
          <a:xfrm>
            <a:off x="4859383" y="3860665"/>
            <a:ext cx="2473234" cy="1822585"/>
          </a:xfrm>
          <a:prstGeom prst="rect">
            <a:avLst/>
          </a:prstGeom>
          <a:solidFill>
            <a:schemeClr val="bg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35" name="Rectangle 34">
            <a:extLst>
              <a:ext uri="{FF2B5EF4-FFF2-40B4-BE49-F238E27FC236}">
                <a16:creationId xmlns:a16="http://schemas.microsoft.com/office/drawing/2014/main" id="{AC044E56-33DE-979F-D03F-A9FE967CF991}"/>
              </a:ext>
            </a:extLst>
          </p:cNvPr>
          <p:cNvSpPr/>
          <p:nvPr/>
        </p:nvSpPr>
        <p:spPr>
          <a:xfrm>
            <a:off x="8431712" y="3860665"/>
            <a:ext cx="2473234" cy="1822585"/>
          </a:xfrm>
          <a:prstGeom prst="rect">
            <a:avLst/>
          </a:prstGeom>
          <a:solidFill>
            <a:schemeClr val="bg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4" name="Title 3">
            <a:extLst>
              <a:ext uri="{FF2B5EF4-FFF2-40B4-BE49-F238E27FC236}">
                <a16:creationId xmlns:a16="http://schemas.microsoft.com/office/drawing/2014/main" id="{980EF8E7-B56C-287B-2D1D-ACA0F306CB3D}"/>
              </a:ext>
            </a:extLst>
          </p:cNvPr>
          <p:cNvSpPr>
            <a:spLocks noGrp="1"/>
          </p:cNvSpPr>
          <p:nvPr>
            <p:ph type="title"/>
          </p:nvPr>
        </p:nvSpPr>
        <p:spPr>
          <a:xfrm>
            <a:off x="342900" y="-734936"/>
            <a:ext cx="11506200" cy="557135"/>
          </a:xfrm>
        </p:spPr>
        <p:txBody>
          <a:bodyPr/>
          <a:lstStyle/>
          <a:p>
            <a:r>
              <a:rPr lang="en-US" dirty="0">
                <a:solidFill>
                  <a:schemeClr val="bg2"/>
                </a:solidFill>
              </a:rPr>
              <a:t>Meet the speakers</a:t>
            </a:r>
          </a:p>
        </p:txBody>
      </p:sp>
      <p:pic>
        <p:nvPicPr>
          <p:cNvPr id="5" name="Picture 4">
            <a:extLst>
              <a:ext uri="{FF2B5EF4-FFF2-40B4-BE49-F238E27FC236}">
                <a16:creationId xmlns:a16="http://schemas.microsoft.com/office/drawing/2014/main" id="{917A4C75-7063-FAB3-E25C-0524705CC48D}"/>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1287054" y="1437640"/>
            <a:ext cx="2473234" cy="2473231"/>
          </a:xfrm>
          <a:prstGeom prst="rect">
            <a:avLst/>
          </a:prstGeom>
          <a:noFill/>
          <a:ln w="12700">
            <a:noFill/>
          </a:ln>
        </p:spPr>
      </p:pic>
      <p:pic>
        <p:nvPicPr>
          <p:cNvPr id="6" name="Picture 5">
            <a:extLst>
              <a:ext uri="{FF2B5EF4-FFF2-40B4-BE49-F238E27FC236}">
                <a16:creationId xmlns:a16="http://schemas.microsoft.com/office/drawing/2014/main" id="{36E15B22-191D-A9A1-6639-5DF8AE5C54E4}"/>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859383" y="1437640"/>
            <a:ext cx="2473234" cy="2473231"/>
          </a:xfrm>
          <a:prstGeom prst="rect">
            <a:avLst/>
          </a:prstGeom>
          <a:noFill/>
          <a:ln w="12700">
            <a:noFill/>
          </a:ln>
        </p:spPr>
      </p:pic>
      <p:pic>
        <p:nvPicPr>
          <p:cNvPr id="7" name="Picture 6">
            <a:extLst>
              <a:ext uri="{FF2B5EF4-FFF2-40B4-BE49-F238E27FC236}">
                <a16:creationId xmlns:a16="http://schemas.microsoft.com/office/drawing/2014/main" id="{65709227-7762-6229-4537-E3B4DA4A134A}"/>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l="8155" t="3618" r="4589" b="9126"/>
          <a:stretch>
            <a:fillRect/>
          </a:stretch>
        </p:blipFill>
        <p:spPr>
          <a:xfrm>
            <a:off x="8431712" y="1437640"/>
            <a:ext cx="2473234" cy="2473231"/>
          </a:xfrm>
          <a:prstGeom prst="rect">
            <a:avLst/>
          </a:prstGeom>
          <a:noFill/>
          <a:ln w="12700">
            <a:noFill/>
          </a:ln>
        </p:spPr>
      </p:pic>
      <p:grpSp>
        <p:nvGrpSpPr>
          <p:cNvPr id="8" name="Graphic 22">
            <a:extLst>
              <a:ext uri="{FF2B5EF4-FFF2-40B4-BE49-F238E27FC236}">
                <a16:creationId xmlns:a16="http://schemas.microsoft.com/office/drawing/2014/main" id="{C957569C-B7AA-107C-A69A-1C68149FD59C}"/>
              </a:ext>
            </a:extLst>
          </p:cNvPr>
          <p:cNvGrpSpPr/>
          <p:nvPr/>
        </p:nvGrpSpPr>
        <p:grpSpPr>
          <a:xfrm>
            <a:off x="4402183" y="973436"/>
            <a:ext cx="457200" cy="457200"/>
            <a:chOff x="10660799" y="3176034"/>
            <a:chExt cx="510400" cy="510400"/>
          </a:xfrm>
        </p:grpSpPr>
        <p:sp>
          <p:nvSpPr>
            <p:cNvPr id="9" name="Rectangle 8">
              <a:extLst>
                <a:ext uri="{FF2B5EF4-FFF2-40B4-BE49-F238E27FC236}">
                  <a16:creationId xmlns:a16="http://schemas.microsoft.com/office/drawing/2014/main" id="{5B9E6F49-D3F4-67F3-5255-4D3B07B02B21}"/>
                </a:ext>
              </a:extLst>
            </p:cNvPr>
            <p:cNvSpPr/>
            <p:nvPr/>
          </p:nvSpPr>
          <p:spPr>
            <a:xfrm>
              <a:off x="10660799" y="3176034"/>
              <a:ext cx="510400" cy="510400"/>
            </a:xfrm>
            <a:prstGeom prst="rect">
              <a:avLst/>
            </a:prstGeom>
            <a:noFill/>
            <a:ln w="842" cap="flat">
              <a:noFill/>
              <a:prstDash val="solid"/>
              <a:round/>
            </a:ln>
          </p:spPr>
          <p:txBody>
            <a:bodyPr/>
            <a:lstStyle/>
            <a:p>
              <a:endParaRPr lang="en-US"/>
            </a:p>
          </p:txBody>
        </p:sp>
        <p:sp>
          <p:nvSpPr>
            <p:cNvPr id="11" name="Rectangle 10">
              <a:extLst>
                <a:ext uri="{FF2B5EF4-FFF2-40B4-BE49-F238E27FC236}">
                  <a16:creationId xmlns:a16="http://schemas.microsoft.com/office/drawing/2014/main" id="{A6873FCF-F14C-6BA5-5575-2247A224AB1F}"/>
                </a:ext>
              </a:extLst>
            </p:cNvPr>
            <p:cNvSpPr/>
            <p:nvPr/>
          </p:nvSpPr>
          <p:spPr>
            <a:xfrm>
              <a:off x="10660799" y="3176034"/>
              <a:ext cx="510400" cy="510400"/>
            </a:xfrm>
            <a:prstGeom prst="rect">
              <a:avLst/>
            </a:prstGeom>
            <a:solidFill>
              <a:srgbClr val="FF5200"/>
            </a:solidFill>
            <a:ln w="842" cap="flat">
              <a:noFill/>
              <a:prstDash val="solid"/>
              <a:round/>
            </a:ln>
          </p:spPr>
          <p:txBody>
            <a:bodyPr/>
            <a:lstStyle/>
            <a:p>
              <a:endParaRPr lang="en-US"/>
            </a:p>
          </p:txBody>
        </p:sp>
      </p:grpSp>
      <p:grpSp>
        <p:nvGrpSpPr>
          <p:cNvPr id="14" name="Graphic 20">
            <a:extLst>
              <a:ext uri="{FF2B5EF4-FFF2-40B4-BE49-F238E27FC236}">
                <a16:creationId xmlns:a16="http://schemas.microsoft.com/office/drawing/2014/main" id="{B5DA9344-9C2C-1A70-B088-524904C76EA1}"/>
              </a:ext>
            </a:extLst>
          </p:cNvPr>
          <p:cNvGrpSpPr/>
          <p:nvPr/>
        </p:nvGrpSpPr>
        <p:grpSpPr>
          <a:xfrm>
            <a:off x="829854" y="973436"/>
            <a:ext cx="457200" cy="457200"/>
            <a:chOff x="10579100" y="3198168"/>
            <a:chExt cx="510400" cy="510400"/>
          </a:xfrm>
        </p:grpSpPr>
        <p:sp>
          <p:nvSpPr>
            <p:cNvPr id="15" name="Rectangle 14">
              <a:extLst>
                <a:ext uri="{FF2B5EF4-FFF2-40B4-BE49-F238E27FC236}">
                  <a16:creationId xmlns:a16="http://schemas.microsoft.com/office/drawing/2014/main" id="{9A0529B7-EB9B-EF23-630B-A0ACAD7FE0DA}"/>
                </a:ext>
              </a:extLst>
            </p:cNvPr>
            <p:cNvSpPr/>
            <p:nvPr/>
          </p:nvSpPr>
          <p:spPr>
            <a:xfrm>
              <a:off x="10579100" y="3198168"/>
              <a:ext cx="510400" cy="510400"/>
            </a:xfrm>
            <a:prstGeom prst="rect">
              <a:avLst/>
            </a:prstGeom>
            <a:noFill/>
            <a:ln w="842" cap="flat">
              <a:noFill/>
              <a:prstDash val="solid"/>
              <a:round/>
            </a:ln>
          </p:spPr>
          <p:txBody>
            <a:bodyPr/>
            <a:lstStyle/>
            <a:p>
              <a:endParaRPr lang="en-US"/>
            </a:p>
          </p:txBody>
        </p:sp>
        <p:sp>
          <p:nvSpPr>
            <p:cNvPr id="17" name="Rectangle 16">
              <a:extLst>
                <a:ext uri="{FF2B5EF4-FFF2-40B4-BE49-F238E27FC236}">
                  <a16:creationId xmlns:a16="http://schemas.microsoft.com/office/drawing/2014/main" id="{EDC5D582-5AA3-8503-E95C-773D0A722624}"/>
                </a:ext>
              </a:extLst>
            </p:cNvPr>
            <p:cNvSpPr/>
            <p:nvPr/>
          </p:nvSpPr>
          <p:spPr>
            <a:xfrm>
              <a:off x="10579100" y="3198168"/>
              <a:ext cx="510400" cy="510400"/>
            </a:xfrm>
            <a:prstGeom prst="rect">
              <a:avLst/>
            </a:prstGeom>
            <a:solidFill>
              <a:srgbClr val="86C348"/>
            </a:solidFill>
            <a:ln w="842" cap="flat">
              <a:noFill/>
              <a:prstDash val="solid"/>
              <a:round/>
            </a:ln>
          </p:spPr>
          <p:txBody>
            <a:bodyPr/>
            <a:lstStyle/>
            <a:p>
              <a:endParaRPr lang="en-US"/>
            </a:p>
          </p:txBody>
        </p:sp>
      </p:grpSp>
      <p:grpSp>
        <p:nvGrpSpPr>
          <p:cNvPr id="27" name="Graphic 47">
            <a:extLst>
              <a:ext uri="{FF2B5EF4-FFF2-40B4-BE49-F238E27FC236}">
                <a16:creationId xmlns:a16="http://schemas.microsoft.com/office/drawing/2014/main" id="{A79E4C6D-2622-DCF6-420A-52DC451BD9D5}"/>
              </a:ext>
            </a:extLst>
          </p:cNvPr>
          <p:cNvGrpSpPr/>
          <p:nvPr/>
        </p:nvGrpSpPr>
        <p:grpSpPr>
          <a:xfrm>
            <a:off x="7974512" y="973436"/>
            <a:ext cx="457200" cy="457200"/>
            <a:chOff x="6381751" y="4991556"/>
            <a:chExt cx="957316" cy="957316"/>
          </a:xfrm>
        </p:grpSpPr>
        <p:sp>
          <p:nvSpPr>
            <p:cNvPr id="28" name="Rectangle 27">
              <a:extLst>
                <a:ext uri="{FF2B5EF4-FFF2-40B4-BE49-F238E27FC236}">
                  <a16:creationId xmlns:a16="http://schemas.microsoft.com/office/drawing/2014/main" id="{D57D54AB-B368-99D1-FCEC-97A5C7849C95}"/>
                </a:ext>
              </a:extLst>
            </p:cNvPr>
            <p:cNvSpPr/>
            <p:nvPr/>
          </p:nvSpPr>
          <p:spPr>
            <a:xfrm>
              <a:off x="6381751" y="4991556"/>
              <a:ext cx="957316" cy="957316"/>
            </a:xfrm>
            <a:prstGeom prst="rect">
              <a:avLst/>
            </a:prstGeom>
            <a:noFill/>
            <a:ln w="1588" cap="flat">
              <a:noFill/>
              <a:prstDash val="solid"/>
              <a:round/>
            </a:ln>
          </p:spPr>
          <p:txBody>
            <a:bodyPr/>
            <a:lstStyle/>
            <a:p>
              <a:endParaRPr lang="en-US"/>
            </a:p>
          </p:txBody>
        </p:sp>
        <p:sp>
          <p:nvSpPr>
            <p:cNvPr id="30" name="Rectangle 29">
              <a:extLst>
                <a:ext uri="{FF2B5EF4-FFF2-40B4-BE49-F238E27FC236}">
                  <a16:creationId xmlns:a16="http://schemas.microsoft.com/office/drawing/2014/main" id="{5340996A-84AE-9D2D-E4C3-C8DD9F7FFDD2}"/>
                </a:ext>
              </a:extLst>
            </p:cNvPr>
            <p:cNvSpPr/>
            <p:nvPr/>
          </p:nvSpPr>
          <p:spPr>
            <a:xfrm>
              <a:off x="6381751" y="4991556"/>
              <a:ext cx="957316" cy="957316"/>
            </a:xfrm>
            <a:prstGeom prst="rect">
              <a:avLst/>
            </a:prstGeom>
            <a:solidFill>
              <a:srgbClr val="5F95F0"/>
            </a:solidFill>
            <a:ln w="1588" cap="flat">
              <a:noFill/>
              <a:prstDash val="solid"/>
              <a:round/>
            </a:ln>
          </p:spPr>
          <p:txBody>
            <a:bodyPr/>
            <a:lstStyle/>
            <a:p>
              <a:endParaRPr lang="en-US"/>
            </a:p>
          </p:txBody>
        </p:sp>
      </p:grpSp>
      <p:sp>
        <p:nvSpPr>
          <p:cNvPr id="36" name="TextBox 35">
            <a:extLst>
              <a:ext uri="{FF2B5EF4-FFF2-40B4-BE49-F238E27FC236}">
                <a16:creationId xmlns:a16="http://schemas.microsoft.com/office/drawing/2014/main" id="{86285B42-FF41-6FB3-C190-C7066FC87E89}"/>
              </a:ext>
            </a:extLst>
          </p:cNvPr>
          <p:cNvSpPr txBox="1"/>
          <p:nvPr/>
        </p:nvSpPr>
        <p:spPr>
          <a:xfrm>
            <a:off x="1477862" y="4177878"/>
            <a:ext cx="2167582" cy="369332"/>
          </a:xfrm>
          <a:prstGeom prst="rect">
            <a:avLst/>
          </a:prstGeom>
          <a:noFill/>
        </p:spPr>
        <p:txBody>
          <a:bodyPr wrap="square" lIns="0" rIns="0" rtlCol="0">
            <a:spAutoFit/>
          </a:bodyPr>
          <a:lstStyle/>
          <a:p>
            <a:pPr algn="l"/>
            <a:r>
              <a:rPr lang="en-US" dirty="0">
                <a:latin typeface="+mj-lt"/>
              </a:rPr>
              <a:t>Ana Carolina Silva</a:t>
            </a:r>
          </a:p>
        </p:txBody>
      </p:sp>
      <p:sp>
        <p:nvSpPr>
          <p:cNvPr id="38" name="TextBox 37">
            <a:extLst>
              <a:ext uri="{FF2B5EF4-FFF2-40B4-BE49-F238E27FC236}">
                <a16:creationId xmlns:a16="http://schemas.microsoft.com/office/drawing/2014/main" id="{A90946F8-7C43-7A4F-F44B-79FEB2D29499}"/>
              </a:ext>
            </a:extLst>
          </p:cNvPr>
          <p:cNvSpPr txBox="1"/>
          <p:nvPr/>
        </p:nvSpPr>
        <p:spPr>
          <a:xfrm>
            <a:off x="1481155" y="4547210"/>
            <a:ext cx="2275532" cy="907941"/>
          </a:xfrm>
          <a:prstGeom prst="rect">
            <a:avLst/>
          </a:prstGeom>
          <a:noFill/>
        </p:spPr>
        <p:txBody>
          <a:bodyPr wrap="square" lIns="0" rIns="0">
            <a:spAutoFit/>
          </a:bodyPr>
          <a:lstStyle/>
          <a:p>
            <a:pPr>
              <a:spcAft>
                <a:spcPts val="600"/>
              </a:spcAft>
            </a:pPr>
            <a:r>
              <a:rPr lang="en-US" sz="1600" dirty="0"/>
              <a:t>Senior Solutions Architect</a:t>
            </a:r>
          </a:p>
          <a:p>
            <a:pPr>
              <a:spcAft>
                <a:spcPts val="600"/>
              </a:spcAft>
            </a:pPr>
            <a:r>
              <a:rPr lang="en-US" sz="1600" dirty="0" err="1"/>
              <a:t>AnyCompany</a:t>
            </a:r>
            <a:endParaRPr lang="en-US" sz="1600" dirty="0"/>
          </a:p>
        </p:txBody>
      </p:sp>
      <p:sp>
        <p:nvSpPr>
          <p:cNvPr id="39" name="TextBox 38">
            <a:extLst>
              <a:ext uri="{FF2B5EF4-FFF2-40B4-BE49-F238E27FC236}">
                <a16:creationId xmlns:a16="http://schemas.microsoft.com/office/drawing/2014/main" id="{A6CF75CB-BF30-D949-D3F9-C953304AE3F5}"/>
              </a:ext>
            </a:extLst>
          </p:cNvPr>
          <p:cNvSpPr txBox="1"/>
          <p:nvPr/>
        </p:nvSpPr>
        <p:spPr>
          <a:xfrm>
            <a:off x="5030458" y="4177878"/>
            <a:ext cx="2167582" cy="369332"/>
          </a:xfrm>
          <a:prstGeom prst="rect">
            <a:avLst/>
          </a:prstGeom>
          <a:noFill/>
        </p:spPr>
        <p:txBody>
          <a:bodyPr wrap="square" lIns="0" rIns="0" rtlCol="0">
            <a:spAutoFit/>
          </a:bodyPr>
          <a:lstStyle/>
          <a:p>
            <a:pPr algn="l"/>
            <a:r>
              <a:rPr lang="en-US" dirty="0">
                <a:latin typeface="+mj-lt"/>
              </a:rPr>
              <a:t>Speaker name</a:t>
            </a:r>
          </a:p>
        </p:txBody>
      </p:sp>
      <p:sp>
        <p:nvSpPr>
          <p:cNvPr id="40" name="TextBox 39">
            <a:extLst>
              <a:ext uri="{FF2B5EF4-FFF2-40B4-BE49-F238E27FC236}">
                <a16:creationId xmlns:a16="http://schemas.microsoft.com/office/drawing/2014/main" id="{A9FA648B-DB27-4F5E-57AF-30D3C7DDE344}"/>
              </a:ext>
            </a:extLst>
          </p:cNvPr>
          <p:cNvSpPr txBox="1"/>
          <p:nvPr/>
        </p:nvSpPr>
        <p:spPr>
          <a:xfrm>
            <a:off x="5033751" y="4547210"/>
            <a:ext cx="2275532" cy="661720"/>
          </a:xfrm>
          <a:prstGeom prst="rect">
            <a:avLst/>
          </a:prstGeom>
          <a:noFill/>
        </p:spPr>
        <p:txBody>
          <a:bodyPr wrap="square" lIns="0" rIns="0">
            <a:spAutoFit/>
          </a:bodyPr>
          <a:lstStyle/>
          <a:p>
            <a:pPr>
              <a:spcAft>
                <a:spcPts val="600"/>
              </a:spcAft>
            </a:pPr>
            <a:r>
              <a:rPr lang="en-US" sz="1600" dirty="0"/>
              <a:t>Speaker job title</a:t>
            </a:r>
          </a:p>
          <a:p>
            <a:pPr>
              <a:spcAft>
                <a:spcPts val="600"/>
              </a:spcAft>
            </a:pPr>
            <a:r>
              <a:rPr lang="en-US" sz="1600" dirty="0"/>
              <a:t>Speaker company</a:t>
            </a:r>
          </a:p>
        </p:txBody>
      </p:sp>
      <p:sp>
        <p:nvSpPr>
          <p:cNvPr id="41" name="TextBox 40">
            <a:extLst>
              <a:ext uri="{FF2B5EF4-FFF2-40B4-BE49-F238E27FC236}">
                <a16:creationId xmlns:a16="http://schemas.microsoft.com/office/drawing/2014/main" id="{7CE036E8-CDA7-F140-E4BC-671198A8BDD1}"/>
              </a:ext>
            </a:extLst>
          </p:cNvPr>
          <p:cNvSpPr txBox="1"/>
          <p:nvPr/>
        </p:nvSpPr>
        <p:spPr>
          <a:xfrm>
            <a:off x="8622520" y="4177878"/>
            <a:ext cx="2167582" cy="369332"/>
          </a:xfrm>
          <a:prstGeom prst="rect">
            <a:avLst/>
          </a:prstGeom>
          <a:noFill/>
        </p:spPr>
        <p:txBody>
          <a:bodyPr wrap="square" lIns="0" rIns="0" rtlCol="0">
            <a:spAutoFit/>
          </a:bodyPr>
          <a:lstStyle/>
          <a:p>
            <a:pPr algn="l"/>
            <a:r>
              <a:rPr lang="en-US" dirty="0">
                <a:latin typeface="+mj-lt"/>
              </a:rPr>
              <a:t>Speaker name</a:t>
            </a:r>
          </a:p>
        </p:txBody>
      </p:sp>
      <p:sp>
        <p:nvSpPr>
          <p:cNvPr id="42" name="TextBox 41">
            <a:extLst>
              <a:ext uri="{FF2B5EF4-FFF2-40B4-BE49-F238E27FC236}">
                <a16:creationId xmlns:a16="http://schemas.microsoft.com/office/drawing/2014/main" id="{DEF03C6F-28AA-2D28-9D21-9364EF4144AC}"/>
              </a:ext>
            </a:extLst>
          </p:cNvPr>
          <p:cNvSpPr txBox="1"/>
          <p:nvPr/>
        </p:nvSpPr>
        <p:spPr>
          <a:xfrm>
            <a:off x="8625813" y="4547210"/>
            <a:ext cx="2275532" cy="661720"/>
          </a:xfrm>
          <a:prstGeom prst="rect">
            <a:avLst/>
          </a:prstGeom>
          <a:noFill/>
        </p:spPr>
        <p:txBody>
          <a:bodyPr wrap="square" lIns="0" rIns="0">
            <a:spAutoFit/>
          </a:bodyPr>
          <a:lstStyle/>
          <a:p>
            <a:pPr>
              <a:spcAft>
                <a:spcPts val="600"/>
              </a:spcAft>
            </a:pPr>
            <a:r>
              <a:rPr lang="en-US" sz="1600" dirty="0"/>
              <a:t>Speaker job title</a:t>
            </a:r>
          </a:p>
          <a:p>
            <a:pPr>
              <a:spcAft>
                <a:spcPts val="600"/>
              </a:spcAft>
            </a:pPr>
            <a:r>
              <a:rPr lang="en-US" sz="1600" dirty="0"/>
              <a:t>Speaker company</a:t>
            </a:r>
          </a:p>
        </p:txBody>
      </p:sp>
    </p:spTree>
    <p:extLst>
      <p:ext uri="{BB962C8B-B14F-4D97-AF65-F5344CB8AC3E}">
        <p14:creationId xmlns:p14="http://schemas.microsoft.com/office/powerpoint/2010/main" val="4351691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4A860B-C95E-1809-E2A4-2F1FC6FCE54C}"/>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75E425DD-26D9-9C63-4EB8-815E31AD8E5C}"/>
              </a:ext>
            </a:extLst>
          </p:cNvPr>
          <p:cNvSpPr/>
          <p:nvPr/>
        </p:nvSpPr>
        <p:spPr>
          <a:xfrm>
            <a:off x="8225363" y="2221168"/>
            <a:ext cx="3623737" cy="46368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 name="Title 1">
            <a:extLst>
              <a:ext uri="{FF2B5EF4-FFF2-40B4-BE49-F238E27FC236}">
                <a16:creationId xmlns:a16="http://schemas.microsoft.com/office/drawing/2014/main" id="{50C3BA6B-2D9F-002B-B1EA-B37BAC2BF268}"/>
              </a:ext>
            </a:extLst>
          </p:cNvPr>
          <p:cNvSpPr>
            <a:spLocks noGrp="1"/>
          </p:cNvSpPr>
          <p:nvPr>
            <p:ph type="title"/>
          </p:nvPr>
        </p:nvSpPr>
        <p:spPr/>
        <p:txBody>
          <a:bodyPr/>
          <a:lstStyle/>
          <a:p>
            <a:r>
              <a:rPr lang="en-US" dirty="0"/>
              <a:t>Engage your audience</a:t>
            </a:r>
          </a:p>
        </p:txBody>
      </p:sp>
      <p:sp>
        <p:nvSpPr>
          <p:cNvPr id="35" name="TextBox 34">
            <a:extLst>
              <a:ext uri="{FF2B5EF4-FFF2-40B4-BE49-F238E27FC236}">
                <a16:creationId xmlns:a16="http://schemas.microsoft.com/office/drawing/2014/main" id="{78672B84-BD15-AC0F-7CA0-53AAE6067DB0}"/>
              </a:ext>
            </a:extLst>
          </p:cNvPr>
          <p:cNvSpPr txBox="1"/>
          <p:nvPr/>
        </p:nvSpPr>
        <p:spPr>
          <a:xfrm>
            <a:off x="8477052" y="3068935"/>
            <a:ext cx="3105348" cy="447495"/>
          </a:xfrm>
          <a:prstGeom prst="rect">
            <a:avLst/>
          </a:prstGeom>
          <a:noFill/>
        </p:spPr>
        <p:txBody>
          <a:bodyPr wrap="square" lIns="0" rIns="0" rtlCol="0">
            <a:spAutoFit/>
          </a:bodyPr>
          <a:lstStyle/>
          <a:p>
            <a:pPr algn="l">
              <a:lnSpc>
                <a:spcPct val="80000"/>
              </a:lnSpc>
            </a:pPr>
            <a:r>
              <a:rPr lang="en-US" sz="2800" dirty="0">
                <a:latin typeface="+mj-lt"/>
              </a:rPr>
              <a:t>Valuable content</a:t>
            </a:r>
          </a:p>
        </p:txBody>
      </p:sp>
      <p:sp>
        <p:nvSpPr>
          <p:cNvPr id="36" name="TextBox 35">
            <a:extLst>
              <a:ext uri="{FF2B5EF4-FFF2-40B4-BE49-F238E27FC236}">
                <a16:creationId xmlns:a16="http://schemas.microsoft.com/office/drawing/2014/main" id="{5071C2F9-07E0-6983-49AB-E92B8FA623C1}"/>
              </a:ext>
            </a:extLst>
          </p:cNvPr>
          <p:cNvSpPr txBox="1"/>
          <p:nvPr/>
        </p:nvSpPr>
        <p:spPr>
          <a:xfrm>
            <a:off x="8477051" y="3578304"/>
            <a:ext cx="2965649" cy="923330"/>
          </a:xfrm>
          <a:prstGeom prst="rect">
            <a:avLst/>
          </a:prstGeom>
          <a:noFill/>
        </p:spPr>
        <p:txBody>
          <a:bodyPr wrap="square" lIns="0" rIns="0" rtlCol="0">
            <a:spAutoFit/>
          </a:bodyPr>
          <a:lstStyle/>
          <a:p>
            <a:pPr algn="l"/>
            <a:r>
              <a:rPr lang="en-US" dirty="0"/>
              <a:t>Stay true to the abstract and provide clear takeaways</a:t>
            </a:r>
          </a:p>
        </p:txBody>
      </p:sp>
      <p:sp>
        <p:nvSpPr>
          <p:cNvPr id="39" name="Rectangle 38">
            <a:extLst>
              <a:ext uri="{FF2B5EF4-FFF2-40B4-BE49-F238E27FC236}">
                <a16:creationId xmlns:a16="http://schemas.microsoft.com/office/drawing/2014/main" id="{69A303D4-033B-E91B-3C72-E2B80AF76027}"/>
              </a:ext>
            </a:extLst>
          </p:cNvPr>
          <p:cNvSpPr/>
          <p:nvPr/>
        </p:nvSpPr>
        <p:spPr>
          <a:xfrm>
            <a:off x="8477052" y="2221168"/>
            <a:ext cx="807169" cy="42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18872"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01</a:t>
            </a:r>
          </a:p>
        </p:txBody>
      </p:sp>
    </p:spTree>
    <p:extLst>
      <p:ext uri="{BB962C8B-B14F-4D97-AF65-F5344CB8AC3E}">
        <p14:creationId xmlns:p14="http://schemas.microsoft.com/office/powerpoint/2010/main" val="7995471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3D492FE-B891-25A5-A9AF-3BF040F26D82}"/>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6B03CB08-7108-4B4F-0664-8C3A0324504B}"/>
              </a:ext>
            </a:extLst>
          </p:cNvPr>
          <p:cNvSpPr/>
          <p:nvPr/>
        </p:nvSpPr>
        <p:spPr>
          <a:xfrm>
            <a:off x="4294143" y="2221168"/>
            <a:ext cx="3623737" cy="46368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42" name="Rectangle 41">
            <a:extLst>
              <a:ext uri="{FF2B5EF4-FFF2-40B4-BE49-F238E27FC236}">
                <a16:creationId xmlns:a16="http://schemas.microsoft.com/office/drawing/2014/main" id="{504B64C9-E760-81EF-745B-DEA994A99B64}"/>
              </a:ext>
            </a:extLst>
          </p:cNvPr>
          <p:cNvSpPr/>
          <p:nvPr/>
        </p:nvSpPr>
        <p:spPr>
          <a:xfrm>
            <a:off x="8225363" y="2221168"/>
            <a:ext cx="3623737" cy="46368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 name="Title 1">
            <a:extLst>
              <a:ext uri="{FF2B5EF4-FFF2-40B4-BE49-F238E27FC236}">
                <a16:creationId xmlns:a16="http://schemas.microsoft.com/office/drawing/2014/main" id="{1B40C85E-45D4-3FA0-F6F6-A7B783FB12D7}"/>
              </a:ext>
            </a:extLst>
          </p:cNvPr>
          <p:cNvSpPr>
            <a:spLocks noGrp="1"/>
          </p:cNvSpPr>
          <p:nvPr>
            <p:ph type="title"/>
          </p:nvPr>
        </p:nvSpPr>
        <p:spPr/>
        <p:txBody>
          <a:bodyPr/>
          <a:lstStyle/>
          <a:p>
            <a:r>
              <a:rPr lang="en-US" dirty="0"/>
              <a:t>Engage your audience</a:t>
            </a:r>
          </a:p>
        </p:txBody>
      </p:sp>
      <p:sp>
        <p:nvSpPr>
          <p:cNvPr id="26" name="TextBox 25">
            <a:extLst>
              <a:ext uri="{FF2B5EF4-FFF2-40B4-BE49-F238E27FC236}">
                <a16:creationId xmlns:a16="http://schemas.microsoft.com/office/drawing/2014/main" id="{33CC29FF-464F-3EBF-FD19-504A97C89097}"/>
              </a:ext>
            </a:extLst>
          </p:cNvPr>
          <p:cNvSpPr txBox="1"/>
          <p:nvPr/>
        </p:nvSpPr>
        <p:spPr>
          <a:xfrm>
            <a:off x="4543146" y="3075041"/>
            <a:ext cx="3084035" cy="447495"/>
          </a:xfrm>
          <a:prstGeom prst="rect">
            <a:avLst/>
          </a:prstGeom>
          <a:noFill/>
        </p:spPr>
        <p:txBody>
          <a:bodyPr wrap="square" lIns="0" rIns="0" rtlCol="0">
            <a:spAutoFit/>
          </a:bodyPr>
          <a:lstStyle/>
          <a:p>
            <a:pPr algn="l">
              <a:lnSpc>
                <a:spcPct val="80000"/>
              </a:lnSpc>
            </a:pPr>
            <a:r>
              <a:rPr lang="en-US" sz="2800" dirty="0">
                <a:latin typeface="+mj-lt"/>
              </a:rPr>
              <a:t>Valuable content</a:t>
            </a:r>
          </a:p>
        </p:txBody>
      </p:sp>
      <p:sp>
        <p:nvSpPr>
          <p:cNvPr id="34" name="TextBox 33">
            <a:extLst>
              <a:ext uri="{FF2B5EF4-FFF2-40B4-BE49-F238E27FC236}">
                <a16:creationId xmlns:a16="http://schemas.microsoft.com/office/drawing/2014/main" id="{39835B59-11D3-2005-2CEA-D3D6608671A6}"/>
              </a:ext>
            </a:extLst>
          </p:cNvPr>
          <p:cNvSpPr txBox="1"/>
          <p:nvPr/>
        </p:nvSpPr>
        <p:spPr>
          <a:xfrm>
            <a:off x="4543146" y="3578304"/>
            <a:ext cx="3298640" cy="646331"/>
          </a:xfrm>
          <a:prstGeom prst="rect">
            <a:avLst/>
          </a:prstGeom>
          <a:noFill/>
        </p:spPr>
        <p:txBody>
          <a:bodyPr wrap="square" lIns="0" rIns="0" rtlCol="0">
            <a:spAutoFit/>
          </a:bodyPr>
          <a:lstStyle/>
          <a:p>
            <a:pPr algn="l"/>
            <a:r>
              <a:rPr lang="en-US" dirty="0"/>
              <a:t>Stay true to the abstract and provide clear takeaways</a:t>
            </a:r>
          </a:p>
        </p:txBody>
      </p:sp>
      <p:sp>
        <p:nvSpPr>
          <p:cNvPr id="35" name="TextBox 34">
            <a:extLst>
              <a:ext uri="{FF2B5EF4-FFF2-40B4-BE49-F238E27FC236}">
                <a16:creationId xmlns:a16="http://schemas.microsoft.com/office/drawing/2014/main" id="{10039955-6145-1EA8-80F2-902C9344CCE1}"/>
              </a:ext>
            </a:extLst>
          </p:cNvPr>
          <p:cNvSpPr txBox="1"/>
          <p:nvPr/>
        </p:nvSpPr>
        <p:spPr>
          <a:xfrm>
            <a:off x="8477052" y="3068935"/>
            <a:ext cx="3105348" cy="447495"/>
          </a:xfrm>
          <a:prstGeom prst="rect">
            <a:avLst/>
          </a:prstGeom>
          <a:noFill/>
        </p:spPr>
        <p:txBody>
          <a:bodyPr wrap="square" lIns="0" rIns="0" rtlCol="0">
            <a:spAutoFit/>
          </a:bodyPr>
          <a:lstStyle/>
          <a:p>
            <a:pPr algn="l">
              <a:lnSpc>
                <a:spcPct val="80000"/>
              </a:lnSpc>
            </a:pPr>
            <a:r>
              <a:rPr lang="en-US" sz="2800" dirty="0">
                <a:latin typeface="+mj-lt"/>
              </a:rPr>
              <a:t>Stories that connect</a:t>
            </a:r>
          </a:p>
        </p:txBody>
      </p:sp>
      <p:sp>
        <p:nvSpPr>
          <p:cNvPr id="36" name="TextBox 35">
            <a:extLst>
              <a:ext uri="{FF2B5EF4-FFF2-40B4-BE49-F238E27FC236}">
                <a16:creationId xmlns:a16="http://schemas.microsoft.com/office/drawing/2014/main" id="{F66A2E6C-BC42-6BA5-0199-BF1F2D97DED6}"/>
              </a:ext>
            </a:extLst>
          </p:cNvPr>
          <p:cNvSpPr txBox="1"/>
          <p:nvPr/>
        </p:nvSpPr>
        <p:spPr>
          <a:xfrm>
            <a:off x="8477051" y="3578304"/>
            <a:ext cx="2965649" cy="923330"/>
          </a:xfrm>
          <a:prstGeom prst="rect">
            <a:avLst/>
          </a:prstGeom>
          <a:noFill/>
        </p:spPr>
        <p:txBody>
          <a:bodyPr wrap="square" lIns="0" rIns="0" rtlCol="0">
            <a:spAutoFit/>
          </a:bodyPr>
          <a:lstStyle/>
          <a:p>
            <a:pPr algn="l"/>
            <a:r>
              <a:rPr lang="en-US" dirty="0"/>
              <a:t>Tell a relatable, customer-focused story</a:t>
            </a:r>
          </a:p>
        </p:txBody>
      </p:sp>
      <p:sp>
        <p:nvSpPr>
          <p:cNvPr id="38" name="Rectangle 37">
            <a:extLst>
              <a:ext uri="{FF2B5EF4-FFF2-40B4-BE49-F238E27FC236}">
                <a16:creationId xmlns:a16="http://schemas.microsoft.com/office/drawing/2014/main" id="{19CF2CEF-4804-430F-6917-FCC81D184C9F}"/>
              </a:ext>
            </a:extLst>
          </p:cNvPr>
          <p:cNvSpPr/>
          <p:nvPr/>
        </p:nvSpPr>
        <p:spPr>
          <a:xfrm>
            <a:off x="4543146" y="2221168"/>
            <a:ext cx="807169" cy="42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18872"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01</a:t>
            </a:r>
          </a:p>
        </p:txBody>
      </p:sp>
      <p:sp>
        <p:nvSpPr>
          <p:cNvPr id="39" name="Rectangle 38">
            <a:extLst>
              <a:ext uri="{FF2B5EF4-FFF2-40B4-BE49-F238E27FC236}">
                <a16:creationId xmlns:a16="http://schemas.microsoft.com/office/drawing/2014/main" id="{840E3B86-6299-0FE7-EA1A-F711B2F1C9C4}"/>
              </a:ext>
            </a:extLst>
          </p:cNvPr>
          <p:cNvSpPr/>
          <p:nvPr/>
        </p:nvSpPr>
        <p:spPr>
          <a:xfrm>
            <a:off x="8477052" y="2221168"/>
            <a:ext cx="807169" cy="42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18872"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02</a:t>
            </a:r>
          </a:p>
        </p:txBody>
      </p:sp>
    </p:spTree>
    <p:extLst>
      <p:ext uri="{BB962C8B-B14F-4D97-AF65-F5344CB8AC3E}">
        <p14:creationId xmlns:p14="http://schemas.microsoft.com/office/powerpoint/2010/main" val="16791578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7C757C1-2710-14F0-F58B-28EB8E7699D9}"/>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E94D298F-3C4E-B61D-D188-61775284FC83}"/>
              </a:ext>
            </a:extLst>
          </p:cNvPr>
          <p:cNvSpPr/>
          <p:nvPr/>
        </p:nvSpPr>
        <p:spPr>
          <a:xfrm>
            <a:off x="4294143" y="2221168"/>
            <a:ext cx="3623736" cy="38494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42" name="Rectangle 41">
            <a:extLst>
              <a:ext uri="{FF2B5EF4-FFF2-40B4-BE49-F238E27FC236}">
                <a16:creationId xmlns:a16="http://schemas.microsoft.com/office/drawing/2014/main" id="{14BBEC9D-A5A1-8068-3B6E-5004A3941BF7}"/>
              </a:ext>
            </a:extLst>
          </p:cNvPr>
          <p:cNvSpPr/>
          <p:nvPr/>
        </p:nvSpPr>
        <p:spPr>
          <a:xfrm>
            <a:off x="8225364" y="2221168"/>
            <a:ext cx="3623736" cy="38494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 name="Title 1">
            <a:extLst>
              <a:ext uri="{FF2B5EF4-FFF2-40B4-BE49-F238E27FC236}">
                <a16:creationId xmlns:a16="http://schemas.microsoft.com/office/drawing/2014/main" id="{560FF3E6-B2C9-5145-7935-2C37276F1902}"/>
              </a:ext>
            </a:extLst>
          </p:cNvPr>
          <p:cNvSpPr>
            <a:spLocks noGrp="1"/>
          </p:cNvSpPr>
          <p:nvPr>
            <p:ph type="title"/>
          </p:nvPr>
        </p:nvSpPr>
        <p:spPr>
          <a:xfrm>
            <a:off x="342900" y="357134"/>
            <a:ext cx="11506200" cy="957316"/>
          </a:xfrm>
        </p:spPr>
        <p:txBody>
          <a:bodyPr/>
          <a:lstStyle/>
          <a:p>
            <a:r>
              <a:rPr lang="en-US" dirty="0"/>
              <a:t>Engage your audience</a:t>
            </a:r>
          </a:p>
        </p:txBody>
      </p:sp>
      <p:sp>
        <p:nvSpPr>
          <p:cNvPr id="26" name="TextBox 25">
            <a:extLst>
              <a:ext uri="{FF2B5EF4-FFF2-40B4-BE49-F238E27FC236}">
                <a16:creationId xmlns:a16="http://schemas.microsoft.com/office/drawing/2014/main" id="{A3E8699C-388D-D268-3DD3-4B9337434416}"/>
              </a:ext>
            </a:extLst>
          </p:cNvPr>
          <p:cNvSpPr txBox="1"/>
          <p:nvPr/>
        </p:nvSpPr>
        <p:spPr>
          <a:xfrm>
            <a:off x="4543145" y="3075041"/>
            <a:ext cx="3084035" cy="447495"/>
          </a:xfrm>
          <a:prstGeom prst="rect">
            <a:avLst/>
          </a:prstGeom>
          <a:noFill/>
        </p:spPr>
        <p:txBody>
          <a:bodyPr wrap="square" lIns="0" rIns="0" rtlCol="0">
            <a:spAutoFit/>
          </a:bodyPr>
          <a:lstStyle/>
          <a:p>
            <a:pPr algn="l">
              <a:lnSpc>
                <a:spcPct val="80000"/>
              </a:lnSpc>
            </a:pPr>
            <a:r>
              <a:rPr lang="en-US" sz="2800" dirty="0">
                <a:latin typeface="+mj-lt"/>
              </a:rPr>
              <a:t>Stories that connect</a:t>
            </a:r>
          </a:p>
        </p:txBody>
      </p:sp>
      <p:sp>
        <p:nvSpPr>
          <p:cNvPr id="34" name="TextBox 33">
            <a:extLst>
              <a:ext uri="{FF2B5EF4-FFF2-40B4-BE49-F238E27FC236}">
                <a16:creationId xmlns:a16="http://schemas.microsoft.com/office/drawing/2014/main" id="{FBE7A8DD-FAB2-D228-934E-9F74D1D15830}"/>
              </a:ext>
            </a:extLst>
          </p:cNvPr>
          <p:cNvSpPr txBox="1"/>
          <p:nvPr/>
        </p:nvSpPr>
        <p:spPr>
          <a:xfrm>
            <a:off x="4543146" y="3578304"/>
            <a:ext cx="3298640" cy="646331"/>
          </a:xfrm>
          <a:prstGeom prst="rect">
            <a:avLst/>
          </a:prstGeom>
          <a:noFill/>
        </p:spPr>
        <p:txBody>
          <a:bodyPr wrap="square" lIns="0" rIns="0" rtlCol="0">
            <a:spAutoFit/>
          </a:bodyPr>
          <a:lstStyle/>
          <a:p>
            <a:pPr algn="l"/>
            <a:r>
              <a:rPr lang="en-US" dirty="0"/>
              <a:t>Tell a relatable, customer-focused story</a:t>
            </a:r>
          </a:p>
        </p:txBody>
      </p:sp>
      <p:sp>
        <p:nvSpPr>
          <p:cNvPr id="35" name="TextBox 34">
            <a:extLst>
              <a:ext uri="{FF2B5EF4-FFF2-40B4-BE49-F238E27FC236}">
                <a16:creationId xmlns:a16="http://schemas.microsoft.com/office/drawing/2014/main" id="{FC55F9F6-E972-8E5B-54A0-C8FC603B72F1}"/>
              </a:ext>
            </a:extLst>
          </p:cNvPr>
          <p:cNvSpPr txBox="1"/>
          <p:nvPr/>
        </p:nvSpPr>
        <p:spPr>
          <a:xfrm>
            <a:off x="8477052" y="3068935"/>
            <a:ext cx="2496778" cy="447495"/>
          </a:xfrm>
          <a:prstGeom prst="rect">
            <a:avLst/>
          </a:prstGeom>
          <a:noFill/>
        </p:spPr>
        <p:txBody>
          <a:bodyPr wrap="square" lIns="0" rIns="0" rtlCol="0">
            <a:spAutoFit/>
          </a:bodyPr>
          <a:lstStyle/>
          <a:p>
            <a:pPr algn="l">
              <a:lnSpc>
                <a:spcPct val="80000"/>
              </a:lnSpc>
            </a:pPr>
            <a:r>
              <a:rPr lang="en-US" sz="2800" dirty="0">
                <a:latin typeface="+mj-lt"/>
              </a:rPr>
              <a:t>Leveling up</a:t>
            </a:r>
          </a:p>
        </p:txBody>
      </p:sp>
      <p:sp>
        <p:nvSpPr>
          <p:cNvPr id="36" name="TextBox 35">
            <a:extLst>
              <a:ext uri="{FF2B5EF4-FFF2-40B4-BE49-F238E27FC236}">
                <a16:creationId xmlns:a16="http://schemas.microsoft.com/office/drawing/2014/main" id="{7A865A9D-D399-507C-FDA0-96B681C4C9DE}"/>
              </a:ext>
            </a:extLst>
          </p:cNvPr>
          <p:cNvSpPr txBox="1"/>
          <p:nvPr/>
        </p:nvSpPr>
        <p:spPr>
          <a:xfrm>
            <a:off x="8477051" y="3578304"/>
            <a:ext cx="2965649" cy="923330"/>
          </a:xfrm>
          <a:prstGeom prst="rect">
            <a:avLst/>
          </a:prstGeom>
          <a:noFill/>
        </p:spPr>
        <p:txBody>
          <a:bodyPr wrap="square" lIns="0" rIns="0" rtlCol="0">
            <a:spAutoFit/>
          </a:bodyPr>
          <a:lstStyle/>
          <a:p>
            <a:pPr algn="l"/>
            <a:r>
              <a:rPr lang="en-US" dirty="0"/>
              <a:t>On a stage, dial up your voice and presence to keep attention on you</a:t>
            </a:r>
          </a:p>
        </p:txBody>
      </p:sp>
      <p:sp>
        <p:nvSpPr>
          <p:cNvPr id="38" name="Rectangle 37">
            <a:extLst>
              <a:ext uri="{FF2B5EF4-FFF2-40B4-BE49-F238E27FC236}">
                <a16:creationId xmlns:a16="http://schemas.microsoft.com/office/drawing/2014/main" id="{DF8B23EF-CDC7-EB74-668E-3398D6501815}"/>
              </a:ext>
            </a:extLst>
          </p:cNvPr>
          <p:cNvSpPr/>
          <p:nvPr/>
        </p:nvSpPr>
        <p:spPr>
          <a:xfrm>
            <a:off x="4543146" y="2221168"/>
            <a:ext cx="807169" cy="42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18872"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02</a:t>
            </a:r>
          </a:p>
        </p:txBody>
      </p:sp>
      <p:sp>
        <p:nvSpPr>
          <p:cNvPr id="39" name="Rectangle 38">
            <a:extLst>
              <a:ext uri="{FF2B5EF4-FFF2-40B4-BE49-F238E27FC236}">
                <a16:creationId xmlns:a16="http://schemas.microsoft.com/office/drawing/2014/main" id="{94240B86-50AA-3B44-9ACB-2CFCB2C9C2F7}"/>
              </a:ext>
            </a:extLst>
          </p:cNvPr>
          <p:cNvSpPr/>
          <p:nvPr/>
        </p:nvSpPr>
        <p:spPr>
          <a:xfrm>
            <a:off x="8477052" y="2221168"/>
            <a:ext cx="807169" cy="42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18872"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03</a:t>
            </a:r>
          </a:p>
        </p:txBody>
      </p:sp>
      <p:sp>
        <p:nvSpPr>
          <p:cNvPr id="4" name="Rectangle 3">
            <a:extLst>
              <a:ext uri="{FF2B5EF4-FFF2-40B4-BE49-F238E27FC236}">
                <a16:creationId xmlns:a16="http://schemas.microsoft.com/office/drawing/2014/main" id="{A3952CB4-155A-3C2E-45C1-50498729F0A4}"/>
              </a:ext>
            </a:extLst>
          </p:cNvPr>
          <p:cNvSpPr/>
          <p:nvPr/>
        </p:nvSpPr>
        <p:spPr>
          <a:xfrm>
            <a:off x="362923" y="2221168"/>
            <a:ext cx="3623736" cy="38494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 name="TextBox 4">
            <a:extLst>
              <a:ext uri="{FF2B5EF4-FFF2-40B4-BE49-F238E27FC236}">
                <a16:creationId xmlns:a16="http://schemas.microsoft.com/office/drawing/2014/main" id="{8D948B66-E530-21F9-9B35-D70A467444DE}"/>
              </a:ext>
            </a:extLst>
          </p:cNvPr>
          <p:cNvSpPr txBox="1"/>
          <p:nvPr/>
        </p:nvSpPr>
        <p:spPr>
          <a:xfrm>
            <a:off x="616189" y="3075041"/>
            <a:ext cx="2496778" cy="447495"/>
          </a:xfrm>
          <a:prstGeom prst="rect">
            <a:avLst/>
          </a:prstGeom>
          <a:noFill/>
        </p:spPr>
        <p:txBody>
          <a:bodyPr wrap="square" lIns="0" rIns="0" rtlCol="0">
            <a:spAutoFit/>
          </a:bodyPr>
          <a:lstStyle/>
          <a:p>
            <a:pPr algn="l">
              <a:lnSpc>
                <a:spcPct val="80000"/>
              </a:lnSpc>
            </a:pPr>
            <a:r>
              <a:rPr lang="en-US" sz="2800" dirty="0">
                <a:latin typeface="+mj-lt"/>
              </a:rPr>
              <a:t>Valuable content</a:t>
            </a:r>
          </a:p>
        </p:txBody>
      </p:sp>
      <p:sp>
        <p:nvSpPr>
          <p:cNvPr id="6" name="TextBox 5">
            <a:extLst>
              <a:ext uri="{FF2B5EF4-FFF2-40B4-BE49-F238E27FC236}">
                <a16:creationId xmlns:a16="http://schemas.microsoft.com/office/drawing/2014/main" id="{28A5D3D6-64E4-815A-21A2-1A0DAAAF11E5}"/>
              </a:ext>
            </a:extLst>
          </p:cNvPr>
          <p:cNvSpPr txBox="1"/>
          <p:nvPr/>
        </p:nvSpPr>
        <p:spPr>
          <a:xfrm>
            <a:off x="616189" y="3578304"/>
            <a:ext cx="3298640" cy="646331"/>
          </a:xfrm>
          <a:prstGeom prst="rect">
            <a:avLst/>
          </a:prstGeom>
          <a:noFill/>
        </p:spPr>
        <p:txBody>
          <a:bodyPr wrap="square" lIns="0" rIns="0" rtlCol="0">
            <a:spAutoFit/>
          </a:bodyPr>
          <a:lstStyle/>
          <a:p>
            <a:pPr algn="l"/>
            <a:r>
              <a:rPr lang="en-US" dirty="0"/>
              <a:t>Stay true to the abstract and provide clear takeaways</a:t>
            </a:r>
          </a:p>
        </p:txBody>
      </p:sp>
      <p:sp>
        <p:nvSpPr>
          <p:cNvPr id="7" name="Rectangle 6">
            <a:extLst>
              <a:ext uri="{FF2B5EF4-FFF2-40B4-BE49-F238E27FC236}">
                <a16:creationId xmlns:a16="http://schemas.microsoft.com/office/drawing/2014/main" id="{EAAF9917-B58B-AE2B-79D9-39A4CC653EC4}"/>
              </a:ext>
            </a:extLst>
          </p:cNvPr>
          <p:cNvSpPr/>
          <p:nvPr/>
        </p:nvSpPr>
        <p:spPr>
          <a:xfrm>
            <a:off x="616189" y="2221168"/>
            <a:ext cx="807169" cy="42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18872"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01</a:t>
            </a:r>
          </a:p>
        </p:txBody>
      </p:sp>
    </p:spTree>
    <p:extLst>
      <p:ext uri="{BB962C8B-B14F-4D97-AF65-F5344CB8AC3E}">
        <p14:creationId xmlns:p14="http://schemas.microsoft.com/office/powerpoint/2010/main" val="29461828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9EB6E8C-8A1B-E9E2-0B5A-FF5F7A82A331}"/>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8BDFFC19-B643-CA07-CF78-37865CA13A94}"/>
              </a:ext>
            </a:extLst>
          </p:cNvPr>
          <p:cNvSpPr/>
          <p:nvPr/>
        </p:nvSpPr>
        <p:spPr>
          <a:xfrm>
            <a:off x="2314722" y="2221167"/>
            <a:ext cx="1779617" cy="38494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42" name="Rectangle 41">
            <a:extLst>
              <a:ext uri="{FF2B5EF4-FFF2-40B4-BE49-F238E27FC236}">
                <a16:creationId xmlns:a16="http://schemas.microsoft.com/office/drawing/2014/main" id="{685F19C3-66DB-7625-7EA6-BB2B26D027CA}"/>
              </a:ext>
            </a:extLst>
          </p:cNvPr>
          <p:cNvSpPr/>
          <p:nvPr/>
        </p:nvSpPr>
        <p:spPr>
          <a:xfrm>
            <a:off x="8170119" y="2221168"/>
            <a:ext cx="1779617" cy="38494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3" name="Rectangle 2">
            <a:extLst>
              <a:ext uri="{FF2B5EF4-FFF2-40B4-BE49-F238E27FC236}">
                <a16:creationId xmlns:a16="http://schemas.microsoft.com/office/drawing/2014/main" id="{A1660E91-A966-2A89-DCDA-88AE97354F94}"/>
              </a:ext>
            </a:extLst>
          </p:cNvPr>
          <p:cNvSpPr/>
          <p:nvPr/>
        </p:nvSpPr>
        <p:spPr>
          <a:xfrm>
            <a:off x="4266521" y="2221167"/>
            <a:ext cx="1779617" cy="38494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8" name="Rectangle 7">
            <a:extLst>
              <a:ext uri="{FF2B5EF4-FFF2-40B4-BE49-F238E27FC236}">
                <a16:creationId xmlns:a16="http://schemas.microsoft.com/office/drawing/2014/main" id="{FED27D35-4702-9148-81C5-D75C4C5AC32E}"/>
              </a:ext>
            </a:extLst>
          </p:cNvPr>
          <p:cNvSpPr/>
          <p:nvPr/>
        </p:nvSpPr>
        <p:spPr>
          <a:xfrm>
            <a:off x="6218320" y="2221167"/>
            <a:ext cx="1779617" cy="38494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9" name="Rectangle 8">
            <a:extLst>
              <a:ext uri="{FF2B5EF4-FFF2-40B4-BE49-F238E27FC236}">
                <a16:creationId xmlns:a16="http://schemas.microsoft.com/office/drawing/2014/main" id="{B6AE8084-4101-CC08-3766-00EDE2A2B42B}"/>
              </a:ext>
            </a:extLst>
          </p:cNvPr>
          <p:cNvSpPr/>
          <p:nvPr/>
        </p:nvSpPr>
        <p:spPr>
          <a:xfrm>
            <a:off x="10121916" y="2221168"/>
            <a:ext cx="1779617" cy="38494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 name="Title 1">
            <a:extLst>
              <a:ext uri="{FF2B5EF4-FFF2-40B4-BE49-F238E27FC236}">
                <a16:creationId xmlns:a16="http://schemas.microsoft.com/office/drawing/2014/main" id="{A1F9BE07-E79B-12BA-2BFD-C01E5B6724F9}"/>
              </a:ext>
            </a:extLst>
          </p:cNvPr>
          <p:cNvSpPr>
            <a:spLocks noGrp="1"/>
          </p:cNvSpPr>
          <p:nvPr>
            <p:ph type="title"/>
          </p:nvPr>
        </p:nvSpPr>
        <p:spPr>
          <a:xfrm>
            <a:off x="342900" y="357134"/>
            <a:ext cx="11506200" cy="957316"/>
          </a:xfrm>
        </p:spPr>
        <p:txBody>
          <a:bodyPr/>
          <a:lstStyle/>
          <a:p>
            <a:r>
              <a:rPr lang="en-US" dirty="0"/>
              <a:t>Engage your audience</a:t>
            </a:r>
          </a:p>
        </p:txBody>
      </p:sp>
      <p:sp>
        <p:nvSpPr>
          <p:cNvPr id="38" name="Rectangle 37">
            <a:extLst>
              <a:ext uri="{FF2B5EF4-FFF2-40B4-BE49-F238E27FC236}">
                <a16:creationId xmlns:a16="http://schemas.microsoft.com/office/drawing/2014/main" id="{638F8098-36E5-F5F1-217A-1EFE2D7089CC}"/>
              </a:ext>
            </a:extLst>
          </p:cNvPr>
          <p:cNvSpPr/>
          <p:nvPr/>
        </p:nvSpPr>
        <p:spPr>
          <a:xfrm>
            <a:off x="2314720" y="2221168"/>
            <a:ext cx="335917" cy="33832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02</a:t>
            </a:r>
          </a:p>
        </p:txBody>
      </p:sp>
      <p:sp>
        <p:nvSpPr>
          <p:cNvPr id="39" name="Rectangle 38">
            <a:extLst>
              <a:ext uri="{FF2B5EF4-FFF2-40B4-BE49-F238E27FC236}">
                <a16:creationId xmlns:a16="http://schemas.microsoft.com/office/drawing/2014/main" id="{1DE07457-4813-C22D-9058-24AFFA372025}"/>
              </a:ext>
            </a:extLst>
          </p:cNvPr>
          <p:cNvSpPr/>
          <p:nvPr/>
        </p:nvSpPr>
        <p:spPr>
          <a:xfrm>
            <a:off x="4266519" y="2221168"/>
            <a:ext cx="335917" cy="33832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03</a:t>
            </a:r>
          </a:p>
        </p:txBody>
      </p:sp>
      <p:sp>
        <p:nvSpPr>
          <p:cNvPr id="4" name="Rectangle 3">
            <a:extLst>
              <a:ext uri="{FF2B5EF4-FFF2-40B4-BE49-F238E27FC236}">
                <a16:creationId xmlns:a16="http://schemas.microsoft.com/office/drawing/2014/main" id="{060F4D73-5E51-E7D3-B2C9-D1FFDFEBDDB5}"/>
              </a:ext>
            </a:extLst>
          </p:cNvPr>
          <p:cNvSpPr/>
          <p:nvPr/>
        </p:nvSpPr>
        <p:spPr>
          <a:xfrm>
            <a:off x="362923" y="2221168"/>
            <a:ext cx="1779617" cy="38494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 name="TextBox 4">
            <a:extLst>
              <a:ext uri="{FF2B5EF4-FFF2-40B4-BE49-F238E27FC236}">
                <a16:creationId xmlns:a16="http://schemas.microsoft.com/office/drawing/2014/main" id="{DF77C849-0C26-BFE7-1E49-5CF9FAFD3702}"/>
              </a:ext>
            </a:extLst>
          </p:cNvPr>
          <p:cNvSpPr txBox="1"/>
          <p:nvPr/>
        </p:nvSpPr>
        <p:spPr>
          <a:xfrm>
            <a:off x="554146" y="2832201"/>
            <a:ext cx="1265227" cy="592213"/>
          </a:xfrm>
          <a:prstGeom prst="rect">
            <a:avLst/>
          </a:prstGeom>
          <a:noFill/>
        </p:spPr>
        <p:txBody>
          <a:bodyPr wrap="square" lIns="0" rIns="0" rtlCol="0">
            <a:spAutoFit/>
          </a:bodyPr>
          <a:lstStyle/>
          <a:p>
            <a:pPr algn="l">
              <a:lnSpc>
                <a:spcPct val="80000"/>
              </a:lnSpc>
            </a:pPr>
            <a:r>
              <a:rPr lang="en-US" sz="2000" dirty="0">
                <a:latin typeface="+mj-lt"/>
              </a:rPr>
              <a:t>Deliver on promises</a:t>
            </a:r>
          </a:p>
        </p:txBody>
      </p:sp>
      <p:sp>
        <p:nvSpPr>
          <p:cNvPr id="6" name="TextBox 5">
            <a:extLst>
              <a:ext uri="{FF2B5EF4-FFF2-40B4-BE49-F238E27FC236}">
                <a16:creationId xmlns:a16="http://schemas.microsoft.com/office/drawing/2014/main" id="{0AFEB3F3-6860-9427-F92B-4FAE16941453}"/>
              </a:ext>
            </a:extLst>
          </p:cNvPr>
          <p:cNvSpPr txBox="1"/>
          <p:nvPr/>
        </p:nvSpPr>
        <p:spPr>
          <a:xfrm>
            <a:off x="554146" y="3578304"/>
            <a:ext cx="1344586" cy="954107"/>
          </a:xfrm>
          <a:prstGeom prst="rect">
            <a:avLst/>
          </a:prstGeom>
          <a:noFill/>
        </p:spPr>
        <p:txBody>
          <a:bodyPr wrap="square" lIns="0" rIns="0" rtlCol="0">
            <a:spAutoFit/>
          </a:bodyPr>
          <a:lstStyle/>
          <a:p>
            <a:pPr algn="l"/>
            <a:r>
              <a:rPr lang="en-US" sz="1400" dirty="0"/>
              <a:t>Stay true to the abstract and provide clear takeaways</a:t>
            </a:r>
          </a:p>
        </p:txBody>
      </p:sp>
      <p:sp>
        <p:nvSpPr>
          <p:cNvPr id="7" name="Rectangle 6">
            <a:extLst>
              <a:ext uri="{FF2B5EF4-FFF2-40B4-BE49-F238E27FC236}">
                <a16:creationId xmlns:a16="http://schemas.microsoft.com/office/drawing/2014/main" id="{800CD405-EA21-BC02-2173-243B12587070}"/>
              </a:ext>
            </a:extLst>
          </p:cNvPr>
          <p:cNvSpPr/>
          <p:nvPr/>
        </p:nvSpPr>
        <p:spPr>
          <a:xfrm>
            <a:off x="362923" y="2221167"/>
            <a:ext cx="335917" cy="33832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01</a:t>
            </a:r>
          </a:p>
        </p:txBody>
      </p:sp>
      <p:sp>
        <p:nvSpPr>
          <p:cNvPr id="10" name="Rectangle 9">
            <a:extLst>
              <a:ext uri="{FF2B5EF4-FFF2-40B4-BE49-F238E27FC236}">
                <a16:creationId xmlns:a16="http://schemas.microsoft.com/office/drawing/2014/main" id="{D0787DEB-C94C-D964-F4BB-29C471EBB98B}"/>
              </a:ext>
            </a:extLst>
          </p:cNvPr>
          <p:cNvSpPr/>
          <p:nvPr/>
        </p:nvSpPr>
        <p:spPr>
          <a:xfrm>
            <a:off x="6218318" y="2221168"/>
            <a:ext cx="335917" cy="33832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04</a:t>
            </a:r>
          </a:p>
        </p:txBody>
      </p:sp>
      <p:sp>
        <p:nvSpPr>
          <p:cNvPr id="11" name="Rectangle 10">
            <a:extLst>
              <a:ext uri="{FF2B5EF4-FFF2-40B4-BE49-F238E27FC236}">
                <a16:creationId xmlns:a16="http://schemas.microsoft.com/office/drawing/2014/main" id="{2DCBDB21-1607-1CD6-2EEF-2D646D581A4D}"/>
              </a:ext>
            </a:extLst>
          </p:cNvPr>
          <p:cNvSpPr/>
          <p:nvPr/>
        </p:nvSpPr>
        <p:spPr>
          <a:xfrm>
            <a:off x="8174447" y="2221168"/>
            <a:ext cx="335917" cy="33832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05</a:t>
            </a:r>
          </a:p>
        </p:txBody>
      </p:sp>
      <p:sp>
        <p:nvSpPr>
          <p:cNvPr id="12" name="Rectangle 11">
            <a:extLst>
              <a:ext uri="{FF2B5EF4-FFF2-40B4-BE49-F238E27FC236}">
                <a16:creationId xmlns:a16="http://schemas.microsoft.com/office/drawing/2014/main" id="{9A479E3D-77AA-E864-6858-D30FD826C5A2}"/>
              </a:ext>
            </a:extLst>
          </p:cNvPr>
          <p:cNvSpPr/>
          <p:nvPr/>
        </p:nvSpPr>
        <p:spPr>
          <a:xfrm>
            <a:off x="10121916" y="2221168"/>
            <a:ext cx="335917" cy="33832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06</a:t>
            </a:r>
          </a:p>
        </p:txBody>
      </p:sp>
      <p:sp>
        <p:nvSpPr>
          <p:cNvPr id="13" name="TextBox 12">
            <a:extLst>
              <a:ext uri="{FF2B5EF4-FFF2-40B4-BE49-F238E27FC236}">
                <a16:creationId xmlns:a16="http://schemas.microsoft.com/office/drawing/2014/main" id="{F4D5B9B3-1976-3388-DC73-8EE67DD2C0D5}"/>
              </a:ext>
            </a:extLst>
          </p:cNvPr>
          <p:cNvSpPr txBox="1"/>
          <p:nvPr/>
        </p:nvSpPr>
        <p:spPr>
          <a:xfrm>
            <a:off x="2532236" y="2832201"/>
            <a:ext cx="1265227" cy="592213"/>
          </a:xfrm>
          <a:prstGeom prst="rect">
            <a:avLst/>
          </a:prstGeom>
          <a:noFill/>
        </p:spPr>
        <p:txBody>
          <a:bodyPr wrap="square" lIns="0" rIns="0" rtlCol="0">
            <a:spAutoFit/>
          </a:bodyPr>
          <a:lstStyle/>
          <a:p>
            <a:pPr algn="l">
              <a:lnSpc>
                <a:spcPct val="80000"/>
              </a:lnSpc>
            </a:pPr>
            <a:r>
              <a:rPr lang="en-US" sz="2000" dirty="0">
                <a:latin typeface="+mj-lt"/>
              </a:rPr>
              <a:t>Tell stories to connect</a:t>
            </a:r>
          </a:p>
        </p:txBody>
      </p:sp>
      <p:sp>
        <p:nvSpPr>
          <p:cNvPr id="14" name="TextBox 13">
            <a:extLst>
              <a:ext uri="{FF2B5EF4-FFF2-40B4-BE49-F238E27FC236}">
                <a16:creationId xmlns:a16="http://schemas.microsoft.com/office/drawing/2014/main" id="{B34FBB0A-DE2C-62E4-3108-0200E484338F}"/>
              </a:ext>
            </a:extLst>
          </p:cNvPr>
          <p:cNvSpPr txBox="1"/>
          <p:nvPr/>
        </p:nvSpPr>
        <p:spPr>
          <a:xfrm>
            <a:off x="2532236" y="3578304"/>
            <a:ext cx="1344586" cy="738664"/>
          </a:xfrm>
          <a:prstGeom prst="rect">
            <a:avLst/>
          </a:prstGeom>
          <a:noFill/>
        </p:spPr>
        <p:txBody>
          <a:bodyPr wrap="square" lIns="0" rIns="0" rtlCol="0">
            <a:spAutoFit/>
          </a:bodyPr>
          <a:lstStyle/>
          <a:p>
            <a:r>
              <a:rPr lang="en-US" sz="1400" dirty="0"/>
              <a:t>Tell a relatable, customer-focused story</a:t>
            </a:r>
          </a:p>
        </p:txBody>
      </p:sp>
      <p:sp>
        <p:nvSpPr>
          <p:cNvPr id="15" name="TextBox 14">
            <a:extLst>
              <a:ext uri="{FF2B5EF4-FFF2-40B4-BE49-F238E27FC236}">
                <a16:creationId xmlns:a16="http://schemas.microsoft.com/office/drawing/2014/main" id="{75A8C429-48F6-D2E6-4ACB-7B6395AF8B5C}"/>
              </a:ext>
            </a:extLst>
          </p:cNvPr>
          <p:cNvSpPr txBox="1"/>
          <p:nvPr/>
        </p:nvSpPr>
        <p:spPr>
          <a:xfrm>
            <a:off x="4484035" y="2832201"/>
            <a:ext cx="1265227" cy="592213"/>
          </a:xfrm>
          <a:prstGeom prst="rect">
            <a:avLst/>
          </a:prstGeom>
          <a:noFill/>
        </p:spPr>
        <p:txBody>
          <a:bodyPr wrap="square" lIns="0" rIns="0" rtlCol="0">
            <a:spAutoFit/>
          </a:bodyPr>
          <a:lstStyle/>
          <a:p>
            <a:pPr algn="l">
              <a:lnSpc>
                <a:spcPct val="80000"/>
              </a:lnSpc>
            </a:pPr>
            <a:r>
              <a:rPr lang="en-US" sz="2000" dirty="0">
                <a:latin typeface="+mj-lt"/>
              </a:rPr>
              <a:t>Level up you</a:t>
            </a:r>
          </a:p>
        </p:txBody>
      </p:sp>
      <p:sp>
        <p:nvSpPr>
          <p:cNvPr id="16" name="TextBox 15">
            <a:extLst>
              <a:ext uri="{FF2B5EF4-FFF2-40B4-BE49-F238E27FC236}">
                <a16:creationId xmlns:a16="http://schemas.microsoft.com/office/drawing/2014/main" id="{691656C8-866D-D181-ADEF-9045344EA0EB}"/>
              </a:ext>
            </a:extLst>
          </p:cNvPr>
          <p:cNvSpPr txBox="1"/>
          <p:nvPr/>
        </p:nvSpPr>
        <p:spPr>
          <a:xfrm>
            <a:off x="4484035" y="3578304"/>
            <a:ext cx="1344586" cy="1169551"/>
          </a:xfrm>
          <a:prstGeom prst="rect">
            <a:avLst/>
          </a:prstGeom>
          <a:noFill/>
        </p:spPr>
        <p:txBody>
          <a:bodyPr wrap="square" lIns="0" rIns="0" rtlCol="0">
            <a:spAutoFit/>
          </a:bodyPr>
          <a:lstStyle/>
          <a:p>
            <a:r>
              <a:rPr lang="en-US" sz="1400" dirty="0"/>
              <a:t>On a stage, dial up your voice and presence to keep attention on you</a:t>
            </a:r>
          </a:p>
        </p:txBody>
      </p:sp>
      <p:sp>
        <p:nvSpPr>
          <p:cNvPr id="17" name="TextBox 16">
            <a:extLst>
              <a:ext uri="{FF2B5EF4-FFF2-40B4-BE49-F238E27FC236}">
                <a16:creationId xmlns:a16="http://schemas.microsoft.com/office/drawing/2014/main" id="{2C11B19A-8968-BBFE-AB18-6F2828212BC0}"/>
              </a:ext>
            </a:extLst>
          </p:cNvPr>
          <p:cNvSpPr txBox="1"/>
          <p:nvPr/>
        </p:nvSpPr>
        <p:spPr>
          <a:xfrm>
            <a:off x="6435834" y="2832201"/>
            <a:ext cx="1265227" cy="592213"/>
          </a:xfrm>
          <a:prstGeom prst="rect">
            <a:avLst/>
          </a:prstGeom>
          <a:noFill/>
        </p:spPr>
        <p:txBody>
          <a:bodyPr wrap="square" lIns="0" rIns="0" rtlCol="0">
            <a:spAutoFit/>
          </a:bodyPr>
          <a:lstStyle/>
          <a:p>
            <a:pPr algn="l">
              <a:lnSpc>
                <a:spcPct val="80000"/>
              </a:lnSpc>
            </a:pPr>
            <a:r>
              <a:rPr lang="en-US" sz="2000" dirty="0">
                <a:latin typeface="+mj-lt"/>
              </a:rPr>
              <a:t>Tailor content</a:t>
            </a:r>
          </a:p>
        </p:txBody>
      </p:sp>
      <p:sp>
        <p:nvSpPr>
          <p:cNvPr id="18" name="TextBox 17">
            <a:extLst>
              <a:ext uri="{FF2B5EF4-FFF2-40B4-BE49-F238E27FC236}">
                <a16:creationId xmlns:a16="http://schemas.microsoft.com/office/drawing/2014/main" id="{36CF19EB-A2FA-D6A4-FC30-E2608BB3A658}"/>
              </a:ext>
            </a:extLst>
          </p:cNvPr>
          <p:cNvSpPr txBox="1"/>
          <p:nvPr/>
        </p:nvSpPr>
        <p:spPr>
          <a:xfrm>
            <a:off x="6435834" y="3578304"/>
            <a:ext cx="1344586" cy="954107"/>
          </a:xfrm>
          <a:prstGeom prst="rect">
            <a:avLst/>
          </a:prstGeom>
          <a:noFill/>
        </p:spPr>
        <p:txBody>
          <a:bodyPr wrap="square" lIns="0" rIns="0" rtlCol="0">
            <a:spAutoFit/>
          </a:bodyPr>
          <a:lstStyle/>
          <a:p>
            <a:pPr algn="l"/>
            <a:r>
              <a:rPr lang="en-US" sz="1400" dirty="0"/>
              <a:t>Align your content with your audience’s knowledge level</a:t>
            </a:r>
          </a:p>
        </p:txBody>
      </p:sp>
      <p:sp>
        <p:nvSpPr>
          <p:cNvPr id="19" name="TextBox 18">
            <a:extLst>
              <a:ext uri="{FF2B5EF4-FFF2-40B4-BE49-F238E27FC236}">
                <a16:creationId xmlns:a16="http://schemas.microsoft.com/office/drawing/2014/main" id="{39DAFBA7-E526-74A1-8637-B29873ACBC7C}"/>
              </a:ext>
            </a:extLst>
          </p:cNvPr>
          <p:cNvSpPr txBox="1"/>
          <p:nvPr/>
        </p:nvSpPr>
        <p:spPr>
          <a:xfrm>
            <a:off x="8387633" y="2832201"/>
            <a:ext cx="1265227" cy="592213"/>
          </a:xfrm>
          <a:prstGeom prst="rect">
            <a:avLst/>
          </a:prstGeom>
          <a:noFill/>
        </p:spPr>
        <p:txBody>
          <a:bodyPr wrap="square" lIns="0" rIns="0" rtlCol="0">
            <a:spAutoFit/>
          </a:bodyPr>
          <a:lstStyle/>
          <a:p>
            <a:pPr algn="l">
              <a:lnSpc>
                <a:spcPct val="80000"/>
              </a:lnSpc>
            </a:pPr>
            <a:r>
              <a:rPr lang="en-US" sz="2000" dirty="0">
                <a:latin typeface="+mj-lt"/>
              </a:rPr>
              <a:t>Watch the audience</a:t>
            </a:r>
          </a:p>
        </p:txBody>
      </p:sp>
      <p:sp>
        <p:nvSpPr>
          <p:cNvPr id="20" name="TextBox 19">
            <a:extLst>
              <a:ext uri="{FF2B5EF4-FFF2-40B4-BE49-F238E27FC236}">
                <a16:creationId xmlns:a16="http://schemas.microsoft.com/office/drawing/2014/main" id="{010B3086-5550-E6C3-D581-217F1D2AE671}"/>
              </a:ext>
            </a:extLst>
          </p:cNvPr>
          <p:cNvSpPr txBox="1"/>
          <p:nvPr/>
        </p:nvSpPr>
        <p:spPr>
          <a:xfrm>
            <a:off x="8387633" y="3578304"/>
            <a:ext cx="1344586" cy="1384995"/>
          </a:xfrm>
          <a:prstGeom prst="rect">
            <a:avLst/>
          </a:prstGeom>
          <a:noFill/>
        </p:spPr>
        <p:txBody>
          <a:bodyPr wrap="square" lIns="0" rIns="0" rtlCol="0">
            <a:spAutoFit/>
          </a:bodyPr>
          <a:lstStyle/>
          <a:p>
            <a:pPr algn="l"/>
            <a:r>
              <a:rPr lang="en-US" sz="1400" dirty="0"/>
              <a:t>Pay attention to your audience and adjust your approach to keep their attention</a:t>
            </a:r>
          </a:p>
        </p:txBody>
      </p:sp>
      <p:sp>
        <p:nvSpPr>
          <p:cNvPr id="21" name="TextBox 20">
            <a:extLst>
              <a:ext uri="{FF2B5EF4-FFF2-40B4-BE49-F238E27FC236}">
                <a16:creationId xmlns:a16="http://schemas.microsoft.com/office/drawing/2014/main" id="{CE3D279D-71AC-CDA4-A9E3-65C26786123F}"/>
              </a:ext>
            </a:extLst>
          </p:cNvPr>
          <p:cNvSpPr txBox="1"/>
          <p:nvPr/>
        </p:nvSpPr>
        <p:spPr>
          <a:xfrm>
            <a:off x="10372627" y="2832201"/>
            <a:ext cx="1265227" cy="592213"/>
          </a:xfrm>
          <a:prstGeom prst="rect">
            <a:avLst/>
          </a:prstGeom>
          <a:noFill/>
        </p:spPr>
        <p:txBody>
          <a:bodyPr wrap="square" lIns="0" rIns="0" rtlCol="0">
            <a:spAutoFit/>
          </a:bodyPr>
          <a:lstStyle/>
          <a:p>
            <a:pPr algn="l">
              <a:lnSpc>
                <a:spcPct val="80000"/>
              </a:lnSpc>
            </a:pPr>
            <a:r>
              <a:rPr lang="en-US" sz="2000" dirty="0">
                <a:latin typeface="+mj-lt"/>
              </a:rPr>
              <a:t>Share the why</a:t>
            </a:r>
          </a:p>
        </p:txBody>
      </p:sp>
      <p:sp>
        <p:nvSpPr>
          <p:cNvPr id="22" name="TextBox 21">
            <a:extLst>
              <a:ext uri="{FF2B5EF4-FFF2-40B4-BE49-F238E27FC236}">
                <a16:creationId xmlns:a16="http://schemas.microsoft.com/office/drawing/2014/main" id="{D72067EE-6181-F5E6-3C14-B7A891D306E6}"/>
              </a:ext>
            </a:extLst>
          </p:cNvPr>
          <p:cNvSpPr txBox="1"/>
          <p:nvPr/>
        </p:nvSpPr>
        <p:spPr>
          <a:xfrm>
            <a:off x="10372627" y="3578304"/>
            <a:ext cx="1344586" cy="1169551"/>
          </a:xfrm>
          <a:prstGeom prst="rect">
            <a:avLst/>
          </a:prstGeom>
          <a:noFill/>
        </p:spPr>
        <p:txBody>
          <a:bodyPr wrap="square" lIns="0" rIns="0" rtlCol="0">
            <a:spAutoFit/>
          </a:bodyPr>
          <a:lstStyle/>
          <a:p>
            <a:pPr algn="l"/>
            <a:r>
              <a:rPr lang="en-US" sz="1400" dirty="0"/>
              <a:t>Define key takeaways early so the audience knows what to expect</a:t>
            </a:r>
          </a:p>
        </p:txBody>
      </p:sp>
    </p:spTree>
    <p:extLst>
      <p:ext uri="{BB962C8B-B14F-4D97-AF65-F5344CB8AC3E}">
        <p14:creationId xmlns:p14="http://schemas.microsoft.com/office/powerpoint/2010/main" val="1064589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765F36C-F78C-599A-510C-7609003306C2}"/>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34E2A33F-213A-833A-4B7E-B290761B1A43}"/>
              </a:ext>
            </a:extLst>
          </p:cNvPr>
          <p:cNvSpPr/>
          <p:nvPr/>
        </p:nvSpPr>
        <p:spPr>
          <a:xfrm>
            <a:off x="4294143" y="2221168"/>
            <a:ext cx="3623736" cy="38494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42" name="Rectangle 41">
            <a:extLst>
              <a:ext uri="{FF2B5EF4-FFF2-40B4-BE49-F238E27FC236}">
                <a16:creationId xmlns:a16="http://schemas.microsoft.com/office/drawing/2014/main" id="{B25BDF20-0E8F-5971-EBBE-8B79E7173A37}"/>
              </a:ext>
            </a:extLst>
          </p:cNvPr>
          <p:cNvSpPr/>
          <p:nvPr/>
        </p:nvSpPr>
        <p:spPr>
          <a:xfrm>
            <a:off x="8225364" y="2221168"/>
            <a:ext cx="3623736" cy="38494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 name="Title 1">
            <a:extLst>
              <a:ext uri="{FF2B5EF4-FFF2-40B4-BE49-F238E27FC236}">
                <a16:creationId xmlns:a16="http://schemas.microsoft.com/office/drawing/2014/main" id="{28D49F53-0938-E7D8-F718-17C54F6D1CD2}"/>
              </a:ext>
            </a:extLst>
          </p:cNvPr>
          <p:cNvSpPr>
            <a:spLocks noGrp="1"/>
          </p:cNvSpPr>
          <p:nvPr>
            <p:ph type="title"/>
          </p:nvPr>
        </p:nvSpPr>
        <p:spPr>
          <a:xfrm>
            <a:off x="342900" y="357134"/>
            <a:ext cx="11506200" cy="957316"/>
          </a:xfrm>
        </p:spPr>
        <p:txBody>
          <a:bodyPr/>
          <a:lstStyle/>
          <a:p>
            <a:r>
              <a:rPr lang="en-US" dirty="0"/>
              <a:t>Engage your audience</a:t>
            </a:r>
          </a:p>
        </p:txBody>
      </p:sp>
      <p:sp>
        <p:nvSpPr>
          <p:cNvPr id="26" name="TextBox 25">
            <a:extLst>
              <a:ext uri="{FF2B5EF4-FFF2-40B4-BE49-F238E27FC236}">
                <a16:creationId xmlns:a16="http://schemas.microsoft.com/office/drawing/2014/main" id="{54BFE6AF-1051-33D4-AE1F-17FEE5C0C993}"/>
              </a:ext>
            </a:extLst>
          </p:cNvPr>
          <p:cNvSpPr txBox="1"/>
          <p:nvPr/>
        </p:nvSpPr>
        <p:spPr>
          <a:xfrm>
            <a:off x="4543145" y="2677692"/>
            <a:ext cx="3084035" cy="447495"/>
          </a:xfrm>
          <a:prstGeom prst="rect">
            <a:avLst/>
          </a:prstGeom>
          <a:noFill/>
        </p:spPr>
        <p:txBody>
          <a:bodyPr wrap="square" lIns="0" rIns="0" rtlCol="0">
            <a:spAutoFit/>
          </a:bodyPr>
          <a:lstStyle/>
          <a:p>
            <a:pPr algn="l">
              <a:lnSpc>
                <a:spcPct val="80000"/>
              </a:lnSpc>
            </a:pPr>
            <a:r>
              <a:rPr lang="en-US" sz="2800" dirty="0">
                <a:latin typeface="+mj-lt"/>
              </a:rPr>
              <a:t>Stories that connect</a:t>
            </a:r>
          </a:p>
        </p:txBody>
      </p:sp>
      <p:sp>
        <p:nvSpPr>
          <p:cNvPr id="34" name="TextBox 33">
            <a:extLst>
              <a:ext uri="{FF2B5EF4-FFF2-40B4-BE49-F238E27FC236}">
                <a16:creationId xmlns:a16="http://schemas.microsoft.com/office/drawing/2014/main" id="{FEABFE52-E68D-DC0D-3ACB-22E8E124381D}"/>
              </a:ext>
            </a:extLst>
          </p:cNvPr>
          <p:cNvSpPr txBox="1"/>
          <p:nvPr/>
        </p:nvSpPr>
        <p:spPr>
          <a:xfrm>
            <a:off x="4543146" y="3258545"/>
            <a:ext cx="3298640" cy="646331"/>
          </a:xfrm>
          <a:prstGeom prst="rect">
            <a:avLst/>
          </a:prstGeom>
          <a:noFill/>
        </p:spPr>
        <p:txBody>
          <a:bodyPr wrap="square" lIns="0" rIns="0" rtlCol="0">
            <a:spAutoFit/>
          </a:bodyPr>
          <a:lstStyle/>
          <a:p>
            <a:pPr algn="l"/>
            <a:r>
              <a:rPr lang="en-US" dirty="0"/>
              <a:t>Tell a relatable, customer-focused story</a:t>
            </a:r>
          </a:p>
        </p:txBody>
      </p:sp>
      <p:sp>
        <p:nvSpPr>
          <p:cNvPr id="35" name="TextBox 34">
            <a:extLst>
              <a:ext uri="{FF2B5EF4-FFF2-40B4-BE49-F238E27FC236}">
                <a16:creationId xmlns:a16="http://schemas.microsoft.com/office/drawing/2014/main" id="{FCB70541-6837-04BB-0AC8-97EB44B49B21}"/>
              </a:ext>
            </a:extLst>
          </p:cNvPr>
          <p:cNvSpPr txBox="1"/>
          <p:nvPr/>
        </p:nvSpPr>
        <p:spPr>
          <a:xfrm>
            <a:off x="8477052" y="2671586"/>
            <a:ext cx="2496778" cy="447495"/>
          </a:xfrm>
          <a:prstGeom prst="rect">
            <a:avLst/>
          </a:prstGeom>
          <a:noFill/>
        </p:spPr>
        <p:txBody>
          <a:bodyPr wrap="square" lIns="0" rIns="0" rtlCol="0">
            <a:spAutoFit/>
          </a:bodyPr>
          <a:lstStyle/>
          <a:p>
            <a:pPr algn="l">
              <a:lnSpc>
                <a:spcPct val="80000"/>
              </a:lnSpc>
            </a:pPr>
            <a:r>
              <a:rPr lang="en-US" sz="2800" dirty="0">
                <a:latin typeface="+mj-lt"/>
              </a:rPr>
              <a:t>Leveling up</a:t>
            </a:r>
          </a:p>
        </p:txBody>
      </p:sp>
      <p:sp>
        <p:nvSpPr>
          <p:cNvPr id="36" name="TextBox 35">
            <a:extLst>
              <a:ext uri="{FF2B5EF4-FFF2-40B4-BE49-F238E27FC236}">
                <a16:creationId xmlns:a16="http://schemas.microsoft.com/office/drawing/2014/main" id="{8B28DD24-13C7-5183-DBFA-E22FCEE79061}"/>
              </a:ext>
            </a:extLst>
          </p:cNvPr>
          <p:cNvSpPr txBox="1"/>
          <p:nvPr/>
        </p:nvSpPr>
        <p:spPr>
          <a:xfrm>
            <a:off x="8477051" y="3258545"/>
            <a:ext cx="2965649" cy="923330"/>
          </a:xfrm>
          <a:prstGeom prst="rect">
            <a:avLst/>
          </a:prstGeom>
          <a:noFill/>
        </p:spPr>
        <p:txBody>
          <a:bodyPr wrap="square" lIns="0" rIns="0" rtlCol="0">
            <a:spAutoFit/>
          </a:bodyPr>
          <a:lstStyle/>
          <a:p>
            <a:pPr algn="l"/>
            <a:r>
              <a:rPr lang="en-US" dirty="0"/>
              <a:t>On a stage, dial up your voice and presence to keep attention on you</a:t>
            </a:r>
          </a:p>
        </p:txBody>
      </p:sp>
      <p:sp>
        <p:nvSpPr>
          <p:cNvPr id="4" name="Rectangle 3">
            <a:extLst>
              <a:ext uri="{FF2B5EF4-FFF2-40B4-BE49-F238E27FC236}">
                <a16:creationId xmlns:a16="http://schemas.microsoft.com/office/drawing/2014/main" id="{9ED86EBC-A43D-85E8-74A4-69D2AF7779D7}"/>
              </a:ext>
            </a:extLst>
          </p:cNvPr>
          <p:cNvSpPr/>
          <p:nvPr/>
        </p:nvSpPr>
        <p:spPr>
          <a:xfrm>
            <a:off x="362923" y="2221168"/>
            <a:ext cx="3623736" cy="384943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 name="TextBox 4">
            <a:extLst>
              <a:ext uri="{FF2B5EF4-FFF2-40B4-BE49-F238E27FC236}">
                <a16:creationId xmlns:a16="http://schemas.microsoft.com/office/drawing/2014/main" id="{69B73D06-08B8-4D60-CF4B-9D8C00B7FAD4}"/>
              </a:ext>
            </a:extLst>
          </p:cNvPr>
          <p:cNvSpPr txBox="1"/>
          <p:nvPr/>
        </p:nvSpPr>
        <p:spPr>
          <a:xfrm>
            <a:off x="616189" y="2677692"/>
            <a:ext cx="2496778" cy="447495"/>
          </a:xfrm>
          <a:prstGeom prst="rect">
            <a:avLst/>
          </a:prstGeom>
          <a:noFill/>
        </p:spPr>
        <p:txBody>
          <a:bodyPr wrap="square" lIns="0" rIns="0" rtlCol="0">
            <a:spAutoFit/>
          </a:bodyPr>
          <a:lstStyle/>
          <a:p>
            <a:pPr algn="l">
              <a:lnSpc>
                <a:spcPct val="80000"/>
              </a:lnSpc>
            </a:pPr>
            <a:r>
              <a:rPr lang="en-US" sz="2800" dirty="0">
                <a:latin typeface="+mj-lt"/>
              </a:rPr>
              <a:t>Valuable content</a:t>
            </a:r>
          </a:p>
        </p:txBody>
      </p:sp>
      <p:sp>
        <p:nvSpPr>
          <p:cNvPr id="6" name="TextBox 5">
            <a:extLst>
              <a:ext uri="{FF2B5EF4-FFF2-40B4-BE49-F238E27FC236}">
                <a16:creationId xmlns:a16="http://schemas.microsoft.com/office/drawing/2014/main" id="{CDEC5475-6674-45C2-AF34-3C7EE448A9A7}"/>
              </a:ext>
            </a:extLst>
          </p:cNvPr>
          <p:cNvSpPr txBox="1"/>
          <p:nvPr/>
        </p:nvSpPr>
        <p:spPr>
          <a:xfrm>
            <a:off x="616189" y="3258545"/>
            <a:ext cx="3298640" cy="646331"/>
          </a:xfrm>
          <a:prstGeom prst="rect">
            <a:avLst/>
          </a:prstGeom>
          <a:noFill/>
        </p:spPr>
        <p:txBody>
          <a:bodyPr wrap="square" lIns="0" rIns="0" rtlCol="0">
            <a:spAutoFit/>
          </a:bodyPr>
          <a:lstStyle/>
          <a:p>
            <a:pPr algn="l"/>
            <a:r>
              <a:rPr lang="en-US" dirty="0"/>
              <a:t>Stay true to the abstract and provide clear takeaways</a:t>
            </a:r>
          </a:p>
        </p:txBody>
      </p:sp>
    </p:spTree>
    <p:extLst>
      <p:ext uri="{BB962C8B-B14F-4D97-AF65-F5344CB8AC3E}">
        <p14:creationId xmlns:p14="http://schemas.microsoft.com/office/powerpoint/2010/main" val="31051485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EFC31E-9812-E343-8D8A-ACAB0A39BB24}"/>
              </a:ext>
            </a:extLst>
          </p:cNvPr>
          <p:cNvSpPr>
            <a:spLocks noGrp="1"/>
          </p:cNvSpPr>
          <p:nvPr>
            <p:ph type="title"/>
          </p:nvPr>
        </p:nvSpPr>
        <p:spPr/>
        <p:txBody>
          <a:bodyPr/>
          <a:lstStyle/>
          <a:p>
            <a:r>
              <a:rPr lang="en-US" dirty="0"/>
              <a:t>Three content example</a:t>
            </a:r>
          </a:p>
        </p:txBody>
      </p:sp>
      <p:sp>
        <p:nvSpPr>
          <p:cNvPr id="15" name="Text Placeholder 14">
            <a:extLst>
              <a:ext uri="{FF2B5EF4-FFF2-40B4-BE49-F238E27FC236}">
                <a16:creationId xmlns:a16="http://schemas.microsoft.com/office/drawing/2014/main" id="{51D88C87-5978-1CF0-7C61-3D5CD5257315}"/>
              </a:ext>
            </a:extLst>
          </p:cNvPr>
          <p:cNvSpPr>
            <a:spLocks noGrp="1"/>
          </p:cNvSpPr>
          <p:nvPr>
            <p:ph type="body" sz="quarter" idx="10"/>
          </p:nvPr>
        </p:nvSpPr>
        <p:spPr/>
        <p:txBody>
          <a:bodyPr/>
          <a:lstStyle/>
          <a:p>
            <a:r>
              <a:rPr lang="en-US" dirty="0"/>
              <a:t>How the project developed</a:t>
            </a:r>
          </a:p>
        </p:txBody>
      </p:sp>
      <p:sp>
        <p:nvSpPr>
          <p:cNvPr id="4" name="Rectangle 3">
            <a:extLst>
              <a:ext uri="{FF2B5EF4-FFF2-40B4-BE49-F238E27FC236}">
                <a16:creationId xmlns:a16="http://schemas.microsoft.com/office/drawing/2014/main" id="{32A13C8C-0FB6-DC7E-ACEE-6E8902A978F6}"/>
              </a:ext>
            </a:extLst>
          </p:cNvPr>
          <p:cNvSpPr/>
          <p:nvPr/>
        </p:nvSpPr>
        <p:spPr>
          <a:xfrm>
            <a:off x="0" y="2286000"/>
            <a:ext cx="12192000" cy="3852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2" name="Rectangle 11">
            <a:extLst>
              <a:ext uri="{FF2B5EF4-FFF2-40B4-BE49-F238E27FC236}">
                <a16:creationId xmlns:a16="http://schemas.microsoft.com/office/drawing/2014/main" id="{41266E37-FF3F-0DCC-F874-564DFBA1EEC4}"/>
              </a:ext>
            </a:extLst>
          </p:cNvPr>
          <p:cNvSpPr/>
          <p:nvPr/>
        </p:nvSpPr>
        <p:spPr>
          <a:xfrm>
            <a:off x="1119185" y="2286000"/>
            <a:ext cx="795338" cy="7953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13" name="Rectangle 12">
            <a:extLst>
              <a:ext uri="{FF2B5EF4-FFF2-40B4-BE49-F238E27FC236}">
                <a16:creationId xmlns:a16="http://schemas.microsoft.com/office/drawing/2014/main" id="{D0C771B8-EA93-8CAE-7C82-FB3C409F3793}"/>
              </a:ext>
            </a:extLst>
          </p:cNvPr>
          <p:cNvSpPr/>
          <p:nvPr/>
        </p:nvSpPr>
        <p:spPr>
          <a:xfrm>
            <a:off x="4455005" y="2286000"/>
            <a:ext cx="795338" cy="7953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14" name="Rectangle 13">
            <a:extLst>
              <a:ext uri="{FF2B5EF4-FFF2-40B4-BE49-F238E27FC236}">
                <a16:creationId xmlns:a16="http://schemas.microsoft.com/office/drawing/2014/main" id="{398114A5-0334-FB00-DE1B-344626225EBF}"/>
              </a:ext>
            </a:extLst>
          </p:cNvPr>
          <p:cNvSpPr/>
          <p:nvPr/>
        </p:nvSpPr>
        <p:spPr>
          <a:xfrm>
            <a:off x="8268974" y="2286000"/>
            <a:ext cx="795338" cy="7953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17" name="TextBox 16">
            <a:extLst>
              <a:ext uri="{FF2B5EF4-FFF2-40B4-BE49-F238E27FC236}">
                <a16:creationId xmlns:a16="http://schemas.microsoft.com/office/drawing/2014/main" id="{C9049861-D84E-D499-5B1D-B6507CDA7903}"/>
              </a:ext>
            </a:extLst>
          </p:cNvPr>
          <p:cNvSpPr txBox="1"/>
          <p:nvPr/>
        </p:nvSpPr>
        <p:spPr>
          <a:xfrm>
            <a:off x="1106485" y="3319000"/>
            <a:ext cx="2858129" cy="391326"/>
          </a:xfrm>
          <a:prstGeom prst="rect">
            <a:avLst/>
          </a:prstGeom>
          <a:noFill/>
        </p:spPr>
        <p:txBody>
          <a:bodyPr wrap="square" lIns="0" rIns="0" rtlCol="0">
            <a:spAutoFit/>
          </a:bodyPr>
          <a:lstStyle/>
          <a:p>
            <a:pPr marL="0" marR="0" lvl="0" indent="0" algn="l" defTabSz="541728" rtl="0" eaLnBrk="1" fontAlgn="auto" latinLnBrk="0" hangingPunct="1">
              <a:lnSpc>
                <a:spcPct val="113750"/>
              </a:lnSpc>
              <a:spcBef>
                <a:spcPts val="0"/>
              </a:spcBef>
              <a:spcAft>
                <a:spcPts val="711"/>
              </a:spcAft>
              <a:buClr>
                <a:srgbClr val="FFFFFF"/>
              </a:buClr>
              <a:buSzPct val="90000"/>
              <a:buFontTx/>
              <a:buNone/>
              <a:tabLst/>
              <a:defRPr/>
            </a:pPr>
            <a:r>
              <a:rPr kumimoji="0" lang="en-US" i="0" u="none" strike="noStrike" kern="1200" cap="all" spc="300" normalizeH="0" baseline="0" noProof="0" dirty="0">
                <a:ln>
                  <a:noFill/>
                </a:ln>
                <a:solidFill>
                  <a:schemeClr val="accent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DISCOVER</a:t>
            </a:r>
            <a:r>
              <a:rPr lang="en-US" cap="all" spc="300" dirty="0">
                <a:solidFill>
                  <a:schemeClr val="accent1"/>
                </a:solidFill>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y</a:t>
            </a:r>
            <a:endParaRPr kumimoji="0" lang="en-US" i="0" u="none" strike="noStrike" kern="1200" cap="all" spc="300" normalizeH="0" baseline="0" noProof="0" dirty="0">
              <a:ln>
                <a:noFill/>
              </a:ln>
              <a:solidFill>
                <a:schemeClr val="accent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endParaRPr>
          </a:p>
        </p:txBody>
      </p:sp>
      <p:sp>
        <p:nvSpPr>
          <p:cNvPr id="21" name="TextBox 20">
            <a:extLst>
              <a:ext uri="{FF2B5EF4-FFF2-40B4-BE49-F238E27FC236}">
                <a16:creationId xmlns:a16="http://schemas.microsoft.com/office/drawing/2014/main" id="{BD894ADB-7146-D35E-A979-5668414C33DF}"/>
              </a:ext>
            </a:extLst>
          </p:cNvPr>
          <p:cNvSpPr txBox="1"/>
          <p:nvPr/>
        </p:nvSpPr>
        <p:spPr>
          <a:xfrm>
            <a:off x="8268974" y="3317775"/>
            <a:ext cx="2858129" cy="391326"/>
          </a:xfrm>
          <a:prstGeom prst="rect">
            <a:avLst/>
          </a:prstGeom>
          <a:noFill/>
        </p:spPr>
        <p:txBody>
          <a:bodyPr wrap="square" lIns="0" rIns="0" rtlCol="0">
            <a:spAutoFit/>
          </a:bodyPr>
          <a:lstStyle>
            <a:defPPr>
              <a:defRPr lang="en-US"/>
            </a:defPPr>
            <a:lvl1pPr marR="0" lvl="0" indent="0" defTabSz="541728" fontAlgn="auto">
              <a:lnSpc>
                <a:spcPct val="113750"/>
              </a:lnSpc>
              <a:spcBef>
                <a:spcPts val="0"/>
              </a:spcBef>
              <a:spcAft>
                <a:spcPts val="711"/>
              </a:spcAft>
              <a:buClr>
                <a:srgbClr val="FFFFFF"/>
              </a:buClr>
              <a:buSzPct val="90000"/>
              <a:buFontTx/>
              <a:buNone/>
              <a:tabLst/>
              <a:defRPr kumimoji="0" sz="2000" b="1" i="0" u="none" strike="noStrike" cap="none" spc="300" normalizeH="0" baseline="0">
                <a:ln>
                  <a:noFill/>
                </a:ln>
                <a:gradFill>
                  <a:gsLst>
                    <a:gs pos="0">
                      <a:srgbClr val="815DF7"/>
                    </a:gs>
                    <a:gs pos="100000">
                      <a:srgbClr val="9164F0"/>
                    </a:gs>
                  </a:gsLst>
                  <a:lin ang="3000000" scaled="0"/>
                </a:gra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stStyle>
          <a:p>
            <a:pPr marL="0" marR="0" lvl="0" indent="0" algn="l" defTabSz="541728" rtl="0" eaLnBrk="1" fontAlgn="auto" latinLnBrk="0" hangingPunct="1">
              <a:lnSpc>
                <a:spcPct val="113750"/>
              </a:lnSpc>
              <a:spcBef>
                <a:spcPts val="0"/>
              </a:spcBef>
              <a:spcAft>
                <a:spcPts val="711"/>
              </a:spcAft>
              <a:buClr>
                <a:srgbClr val="FFFFFF"/>
              </a:buClr>
              <a:buSzPct val="90000"/>
              <a:buFontTx/>
              <a:buNone/>
              <a:tabLst/>
              <a:defRPr/>
            </a:pPr>
            <a:r>
              <a:rPr kumimoji="0" lang="en-US" sz="1800" b="0" i="0" u="none" strike="noStrike" kern="1200" cap="all" spc="300" normalizeH="0" baseline="0" noProof="0" dirty="0">
                <a:ln>
                  <a:noFill/>
                </a:ln>
                <a:solidFill>
                  <a:schemeClr val="accent1"/>
                </a:solidFill>
                <a:effectLst/>
                <a:uLnTx/>
                <a:uFillTx/>
                <a:latin typeface="Ember Modern SemiMono Beta 08" panose="020B0503020204020204" pitchFamily="34" charset="0"/>
              </a:rPr>
              <a:t>Validation</a:t>
            </a:r>
          </a:p>
        </p:txBody>
      </p:sp>
      <p:sp>
        <p:nvSpPr>
          <p:cNvPr id="23" name="TextBox 22">
            <a:extLst>
              <a:ext uri="{FF2B5EF4-FFF2-40B4-BE49-F238E27FC236}">
                <a16:creationId xmlns:a16="http://schemas.microsoft.com/office/drawing/2014/main" id="{C43FAE29-F7CB-24D9-D030-BC659B18341F}"/>
              </a:ext>
            </a:extLst>
          </p:cNvPr>
          <p:cNvSpPr txBox="1"/>
          <p:nvPr/>
        </p:nvSpPr>
        <p:spPr>
          <a:xfrm>
            <a:off x="4471674" y="3317775"/>
            <a:ext cx="2858129" cy="391326"/>
          </a:xfrm>
          <a:prstGeom prst="rect">
            <a:avLst/>
          </a:prstGeom>
          <a:noFill/>
        </p:spPr>
        <p:txBody>
          <a:bodyPr wrap="square" lIns="0" rIns="0" rtlCol="0">
            <a:spAutoFit/>
          </a:bodyPr>
          <a:lstStyle>
            <a:defPPr>
              <a:defRPr lang="en-US"/>
            </a:defPPr>
            <a:lvl1pPr marR="0" lvl="0" indent="0" defTabSz="541728" fontAlgn="auto">
              <a:lnSpc>
                <a:spcPct val="113750"/>
              </a:lnSpc>
              <a:spcBef>
                <a:spcPts val="0"/>
              </a:spcBef>
              <a:spcAft>
                <a:spcPts val="711"/>
              </a:spcAft>
              <a:buClr>
                <a:srgbClr val="FFFFFF"/>
              </a:buClr>
              <a:buSzPct val="90000"/>
              <a:buFontTx/>
              <a:buNone/>
              <a:tabLst/>
              <a:defRPr kumimoji="0" sz="2000" b="1" i="0" u="none" strike="noStrike" cap="none" spc="300" normalizeH="0" baseline="0">
                <a:ln>
                  <a:noFill/>
                </a:ln>
                <a:gradFill>
                  <a:gsLst>
                    <a:gs pos="0">
                      <a:srgbClr val="634EF3"/>
                    </a:gs>
                    <a:gs pos="100000">
                      <a:srgbClr val="7357FD"/>
                    </a:gs>
                  </a:gsLst>
                  <a:lin ang="3000000" scaled="0"/>
                </a:gra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stStyle>
          <a:p>
            <a:pPr marL="0" marR="0" lvl="0" indent="0" algn="l" defTabSz="541728" rtl="0" eaLnBrk="1" fontAlgn="auto" latinLnBrk="0" hangingPunct="1">
              <a:lnSpc>
                <a:spcPct val="113750"/>
              </a:lnSpc>
              <a:spcBef>
                <a:spcPts val="0"/>
              </a:spcBef>
              <a:spcAft>
                <a:spcPts val="711"/>
              </a:spcAft>
              <a:buClr>
                <a:srgbClr val="FFFFFF"/>
              </a:buClr>
              <a:buSzPct val="90000"/>
              <a:buFontTx/>
              <a:buNone/>
              <a:tabLst/>
              <a:defRPr/>
            </a:pPr>
            <a:r>
              <a:rPr kumimoji="0" lang="en-US" sz="1800" b="0" i="0" u="none" strike="noStrike" kern="1200" cap="all" spc="300" normalizeH="0" baseline="0" noProof="0" dirty="0">
                <a:ln>
                  <a:noFill/>
                </a:ln>
                <a:solidFill>
                  <a:schemeClr val="accent1"/>
                </a:solidFill>
                <a:effectLst/>
                <a:uLnTx/>
                <a:uFillTx/>
                <a:latin typeface="Ember Modern SemiMono Beta 08" panose="020B0503020204020204" pitchFamily="34" charset="0"/>
              </a:rPr>
              <a:t>Prioritization</a:t>
            </a:r>
          </a:p>
        </p:txBody>
      </p:sp>
      <p:sp>
        <p:nvSpPr>
          <p:cNvPr id="25" name="Freeform 58">
            <a:extLst>
              <a:ext uri="{FF2B5EF4-FFF2-40B4-BE49-F238E27FC236}">
                <a16:creationId xmlns:a16="http://schemas.microsoft.com/office/drawing/2014/main" id="{A80546C8-D60B-D3AD-6715-7FF45D56B6AD}"/>
              </a:ext>
            </a:extLst>
          </p:cNvPr>
          <p:cNvSpPr/>
          <p:nvPr/>
        </p:nvSpPr>
        <p:spPr>
          <a:xfrm>
            <a:off x="8436424" y="2443970"/>
            <a:ext cx="460438" cy="524179"/>
          </a:xfrm>
          <a:custGeom>
            <a:avLst/>
            <a:gdLst>
              <a:gd name="csX0" fmla="*/ 268319 w 460438"/>
              <a:gd name="csY0" fmla="*/ 278559 h 524179"/>
              <a:gd name="csX1" fmla="*/ 239744 w 460438"/>
              <a:gd name="csY1" fmla="*/ 321669 h 524179"/>
              <a:gd name="csX2" fmla="*/ 239744 w 460438"/>
              <a:gd name="csY2" fmla="*/ 217037 h 524179"/>
              <a:gd name="csX3" fmla="*/ 268319 w 460438"/>
              <a:gd name="csY3" fmla="*/ 229419 h 524179"/>
              <a:gd name="csX4" fmla="*/ 268319 w 460438"/>
              <a:gd name="csY4" fmla="*/ 278559 h 524179"/>
              <a:gd name="csX5" fmla="*/ 192119 w 460438"/>
              <a:gd name="csY5" fmla="*/ 278406 h 524179"/>
              <a:gd name="csX6" fmla="*/ 192119 w 460438"/>
              <a:gd name="csY6" fmla="*/ 229419 h 524179"/>
              <a:gd name="csX7" fmla="*/ 220694 w 460438"/>
              <a:gd name="csY7" fmla="*/ 217037 h 524179"/>
              <a:gd name="csX8" fmla="*/ 220694 w 460438"/>
              <a:gd name="csY8" fmla="*/ 321697 h 524179"/>
              <a:gd name="csX9" fmla="*/ 192119 w 460438"/>
              <a:gd name="csY9" fmla="*/ 278406 h 524179"/>
              <a:gd name="csX10" fmla="*/ 192119 w 460438"/>
              <a:gd name="csY10" fmla="*/ 278406 h 524179"/>
              <a:gd name="csX11" fmla="*/ 281626 w 460438"/>
              <a:gd name="csY11" fmla="*/ 214427 h 524179"/>
              <a:gd name="csX12" fmla="*/ 234001 w 460438"/>
              <a:gd name="csY12" fmla="*/ 193786 h 524179"/>
              <a:gd name="csX13" fmla="*/ 226438 w 460438"/>
              <a:gd name="csY13" fmla="*/ 193786 h 524179"/>
              <a:gd name="csX14" fmla="*/ 178813 w 460438"/>
              <a:gd name="csY14" fmla="*/ 214427 h 524179"/>
              <a:gd name="csX15" fmla="*/ 173069 w 460438"/>
              <a:gd name="csY15" fmla="*/ 223171 h 524179"/>
              <a:gd name="csX16" fmla="*/ 173069 w 460438"/>
              <a:gd name="csY16" fmla="*/ 278406 h 524179"/>
              <a:gd name="csX17" fmla="*/ 230219 w 460438"/>
              <a:gd name="csY17" fmla="*/ 341871 h 524179"/>
              <a:gd name="csX18" fmla="*/ 287369 w 460438"/>
              <a:gd name="csY18" fmla="*/ 278559 h 524179"/>
              <a:gd name="csX19" fmla="*/ 287369 w 460438"/>
              <a:gd name="csY19" fmla="*/ 223171 h 524179"/>
              <a:gd name="csX20" fmla="*/ 281626 w 460438"/>
              <a:gd name="csY20" fmla="*/ 214427 h 524179"/>
              <a:gd name="csX21" fmla="*/ 281626 w 460438"/>
              <a:gd name="csY21" fmla="*/ 214427 h 524179"/>
              <a:gd name="csX22" fmla="*/ 409480 w 460438"/>
              <a:gd name="csY22" fmla="*/ 401707 h 524179"/>
              <a:gd name="csX23" fmla="*/ 378790 w 460438"/>
              <a:gd name="csY23" fmla="*/ 371018 h 524179"/>
              <a:gd name="csX24" fmla="*/ 409480 w 460438"/>
              <a:gd name="csY24" fmla="*/ 340319 h 524179"/>
              <a:gd name="csX25" fmla="*/ 440179 w 460438"/>
              <a:gd name="csY25" fmla="*/ 371018 h 524179"/>
              <a:gd name="csX26" fmla="*/ 409480 w 460438"/>
              <a:gd name="csY26" fmla="*/ 401707 h 524179"/>
              <a:gd name="csX27" fmla="*/ 409480 w 460438"/>
              <a:gd name="csY27" fmla="*/ 401707 h 524179"/>
              <a:gd name="csX28" fmla="*/ 231143 w 460438"/>
              <a:gd name="csY28" fmla="*/ 361493 h 524179"/>
              <a:gd name="csX29" fmla="*/ 135674 w 460438"/>
              <a:gd name="csY29" fmla="*/ 266033 h 524179"/>
              <a:gd name="csX30" fmla="*/ 231143 w 460438"/>
              <a:gd name="csY30" fmla="*/ 170564 h 524179"/>
              <a:gd name="csX31" fmla="*/ 326603 w 460438"/>
              <a:gd name="csY31" fmla="*/ 266033 h 524179"/>
              <a:gd name="csX32" fmla="*/ 231143 w 460438"/>
              <a:gd name="csY32" fmla="*/ 361493 h 524179"/>
              <a:gd name="csX33" fmla="*/ 231143 w 460438"/>
              <a:gd name="csY33" fmla="*/ 361493 h 524179"/>
              <a:gd name="csX34" fmla="*/ 262014 w 460438"/>
              <a:gd name="csY34" fmla="*/ 474431 h 524179"/>
              <a:gd name="csX35" fmla="*/ 231315 w 460438"/>
              <a:gd name="csY35" fmla="*/ 505130 h 524179"/>
              <a:gd name="csX36" fmla="*/ 200625 w 460438"/>
              <a:gd name="csY36" fmla="*/ 474431 h 524179"/>
              <a:gd name="csX37" fmla="*/ 231315 w 460438"/>
              <a:gd name="csY37" fmla="*/ 443741 h 524179"/>
              <a:gd name="csX38" fmla="*/ 262014 w 460438"/>
              <a:gd name="csY38" fmla="*/ 474431 h 524179"/>
              <a:gd name="csX39" fmla="*/ 262014 w 460438"/>
              <a:gd name="csY39" fmla="*/ 474431 h 524179"/>
              <a:gd name="csX40" fmla="*/ 201216 w 460438"/>
              <a:gd name="csY40" fmla="*/ 49740 h 524179"/>
              <a:gd name="csX41" fmla="*/ 231915 w 460438"/>
              <a:gd name="csY41" fmla="*/ 19050 h 524179"/>
              <a:gd name="csX42" fmla="*/ 262595 w 460438"/>
              <a:gd name="csY42" fmla="*/ 49740 h 524179"/>
              <a:gd name="csX43" fmla="*/ 231915 w 460438"/>
              <a:gd name="csY43" fmla="*/ 80439 h 524179"/>
              <a:gd name="csX44" fmla="*/ 201216 w 460438"/>
              <a:gd name="csY44" fmla="*/ 49740 h 524179"/>
              <a:gd name="csX45" fmla="*/ 201216 w 460438"/>
              <a:gd name="csY45" fmla="*/ 49740 h 524179"/>
              <a:gd name="csX46" fmla="*/ 49749 w 460438"/>
              <a:gd name="csY46" fmla="*/ 390106 h 524179"/>
              <a:gd name="csX47" fmla="*/ 19050 w 460438"/>
              <a:gd name="csY47" fmla="*/ 359416 h 524179"/>
              <a:gd name="csX48" fmla="*/ 49749 w 460438"/>
              <a:gd name="csY48" fmla="*/ 328727 h 524179"/>
              <a:gd name="csX49" fmla="*/ 80429 w 460438"/>
              <a:gd name="csY49" fmla="*/ 359416 h 524179"/>
              <a:gd name="csX50" fmla="*/ 49749 w 460438"/>
              <a:gd name="csY50" fmla="*/ 390106 h 524179"/>
              <a:gd name="csX51" fmla="*/ 49749 w 460438"/>
              <a:gd name="csY51" fmla="*/ 390106 h 524179"/>
              <a:gd name="csX52" fmla="*/ 60198 w 460438"/>
              <a:gd name="csY52" fmla="*/ 189262 h 524179"/>
              <a:gd name="csX53" fmla="*/ 29508 w 460438"/>
              <a:gd name="csY53" fmla="*/ 158572 h 524179"/>
              <a:gd name="csX54" fmla="*/ 60198 w 460438"/>
              <a:gd name="csY54" fmla="*/ 127873 h 524179"/>
              <a:gd name="csX55" fmla="*/ 90888 w 460438"/>
              <a:gd name="csY55" fmla="*/ 158572 h 524179"/>
              <a:gd name="csX56" fmla="*/ 60198 w 460438"/>
              <a:gd name="csY56" fmla="*/ 189262 h 524179"/>
              <a:gd name="csX57" fmla="*/ 60198 w 460438"/>
              <a:gd name="csY57" fmla="*/ 189262 h 524179"/>
              <a:gd name="csX58" fmla="*/ 410689 w 460438"/>
              <a:gd name="csY58" fmla="*/ 120329 h 524179"/>
              <a:gd name="csX59" fmla="*/ 441389 w 460438"/>
              <a:gd name="csY59" fmla="*/ 151019 h 524179"/>
              <a:gd name="csX60" fmla="*/ 410689 w 460438"/>
              <a:gd name="csY60" fmla="*/ 181718 h 524179"/>
              <a:gd name="csX61" fmla="*/ 380009 w 460438"/>
              <a:gd name="csY61" fmla="*/ 151019 h 524179"/>
              <a:gd name="csX62" fmla="*/ 410689 w 460438"/>
              <a:gd name="csY62" fmla="*/ 120329 h 524179"/>
              <a:gd name="csX63" fmla="*/ 410689 w 460438"/>
              <a:gd name="csY63" fmla="*/ 120329 h 524179"/>
              <a:gd name="csX64" fmla="*/ 409480 w 460438"/>
              <a:gd name="csY64" fmla="*/ 321269 h 524179"/>
              <a:gd name="csX65" fmla="*/ 374228 w 460438"/>
              <a:gd name="csY65" fmla="*/ 335975 h 524179"/>
              <a:gd name="csX66" fmla="*/ 336452 w 460438"/>
              <a:gd name="csY66" fmla="*/ 310944 h 524179"/>
              <a:gd name="csX67" fmla="*/ 345653 w 460438"/>
              <a:gd name="csY67" fmla="*/ 266033 h 524179"/>
              <a:gd name="csX68" fmla="*/ 330194 w 460438"/>
              <a:gd name="csY68" fmla="*/ 208836 h 524179"/>
              <a:gd name="csX69" fmla="*/ 373418 w 460438"/>
              <a:gd name="csY69" fmla="*/ 183604 h 524179"/>
              <a:gd name="csX70" fmla="*/ 410689 w 460438"/>
              <a:gd name="csY70" fmla="*/ 200768 h 524179"/>
              <a:gd name="csX71" fmla="*/ 460438 w 460438"/>
              <a:gd name="csY71" fmla="*/ 151019 h 524179"/>
              <a:gd name="csX72" fmla="*/ 410689 w 460438"/>
              <a:gd name="csY72" fmla="*/ 101279 h 524179"/>
              <a:gd name="csX73" fmla="*/ 360959 w 460438"/>
              <a:gd name="csY73" fmla="*/ 151019 h 524179"/>
              <a:gd name="csX74" fmla="*/ 363865 w 460438"/>
              <a:gd name="csY74" fmla="*/ 167126 h 524179"/>
              <a:gd name="csX75" fmla="*/ 319354 w 460438"/>
              <a:gd name="csY75" fmla="*/ 193100 h 524179"/>
              <a:gd name="csX76" fmla="*/ 240668 w 460438"/>
              <a:gd name="csY76" fmla="*/ 152000 h 524179"/>
              <a:gd name="csX77" fmla="*/ 240668 w 460438"/>
              <a:gd name="csY77" fmla="*/ 98603 h 524179"/>
              <a:gd name="csX78" fmla="*/ 281645 w 460438"/>
              <a:gd name="csY78" fmla="*/ 49740 h 524179"/>
              <a:gd name="csX79" fmla="*/ 231915 w 460438"/>
              <a:gd name="csY79" fmla="*/ 0 h 524179"/>
              <a:gd name="csX80" fmla="*/ 182166 w 460438"/>
              <a:gd name="csY80" fmla="*/ 49740 h 524179"/>
              <a:gd name="csX81" fmla="*/ 221618 w 460438"/>
              <a:gd name="csY81" fmla="*/ 98384 h 524179"/>
              <a:gd name="csX82" fmla="*/ 221618 w 460438"/>
              <a:gd name="csY82" fmla="*/ 152000 h 524179"/>
              <a:gd name="csX83" fmla="*/ 139103 w 460438"/>
              <a:gd name="csY83" fmla="*/ 198187 h 524179"/>
              <a:gd name="csX84" fmla="*/ 106356 w 460438"/>
              <a:gd name="csY84" fmla="*/ 176841 h 524179"/>
              <a:gd name="csX85" fmla="*/ 109938 w 460438"/>
              <a:gd name="csY85" fmla="*/ 158572 h 524179"/>
              <a:gd name="csX86" fmla="*/ 60198 w 460438"/>
              <a:gd name="csY86" fmla="*/ 108823 h 524179"/>
              <a:gd name="csX87" fmla="*/ 10458 w 460438"/>
              <a:gd name="csY87" fmla="*/ 158572 h 524179"/>
              <a:gd name="csX88" fmla="*/ 60198 w 460438"/>
              <a:gd name="csY88" fmla="*/ 208312 h 524179"/>
              <a:gd name="csX89" fmla="*/ 96060 w 460438"/>
              <a:gd name="csY89" fmla="*/ 192872 h 524179"/>
              <a:gd name="csX90" fmla="*/ 129073 w 460438"/>
              <a:gd name="csY90" fmla="*/ 214398 h 524179"/>
              <a:gd name="csX91" fmla="*/ 116624 w 460438"/>
              <a:gd name="csY91" fmla="*/ 266033 h 524179"/>
              <a:gd name="csX92" fmla="*/ 124054 w 460438"/>
              <a:gd name="csY92" fmla="*/ 306229 h 524179"/>
              <a:gd name="csX93" fmla="*/ 87278 w 460438"/>
              <a:gd name="csY93" fmla="*/ 327146 h 524179"/>
              <a:gd name="csX94" fmla="*/ 49749 w 460438"/>
              <a:gd name="csY94" fmla="*/ 309677 h 524179"/>
              <a:gd name="csX95" fmla="*/ 0 w 460438"/>
              <a:gd name="csY95" fmla="*/ 359416 h 524179"/>
              <a:gd name="csX96" fmla="*/ 49749 w 460438"/>
              <a:gd name="csY96" fmla="*/ 409156 h 524179"/>
              <a:gd name="csX97" fmla="*/ 99479 w 460438"/>
              <a:gd name="csY97" fmla="*/ 359416 h 524179"/>
              <a:gd name="csX98" fmla="*/ 96698 w 460438"/>
              <a:gd name="csY98" fmla="*/ 343700 h 524179"/>
              <a:gd name="csX99" fmla="*/ 132245 w 460438"/>
              <a:gd name="csY99" fmla="*/ 323479 h 524179"/>
              <a:gd name="csX100" fmla="*/ 221790 w 460438"/>
              <a:gd name="csY100" fmla="*/ 380067 h 524179"/>
              <a:gd name="csX101" fmla="*/ 221790 w 460438"/>
              <a:gd name="csY101" fmla="*/ 425653 h 524179"/>
              <a:gd name="csX102" fmla="*/ 181575 w 460438"/>
              <a:gd name="csY102" fmla="*/ 474431 h 524179"/>
              <a:gd name="csX103" fmla="*/ 231315 w 460438"/>
              <a:gd name="csY103" fmla="*/ 524180 h 524179"/>
              <a:gd name="csX104" fmla="*/ 281064 w 460438"/>
              <a:gd name="csY104" fmla="*/ 474431 h 524179"/>
              <a:gd name="csX105" fmla="*/ 240840 w 460438"/>
              <a:gd name="csY105" fmla="*/ 425653 h 524179"/>
              <a:gd name="csX106" fmla="*/ 240840 w 460438"/>
              <a:gd name="csY106" fmla="*/ 380048 h 524179"/>
              <a:gd name="csX107" fmla="*/ 327412 w 460438"/>
              <a:gd name="csY107" fmla="*/ 327803 h 524179"/>
              <a:gd name="csX108" fmla="*/ 363617 w 460438"/>
              <a:gd name="csY108" fmla="*/ 351796 h 524179"/>
              <a:gd name="csX109" fmla="*/ 359740 w 460438"/>
              <a:gd name="csY109" fmla="*/ 371018 h 524179"/>
              <a:gd name="csX110" fmla="*/ 409480 w 460438"/>
              <a:gd name="csY110" fmla="*/ 420757 h 524179"/>
              <a:gd name="csX111" fmla="*/ 459229 w 460438"/>
              <a:gd name="csY111" fmla="*/ 371018 h 524179"/>
              <a:gd name="csX112" fmla="*/ 409480 w 460438"/>
              <a:gd name="csY112" fmla="*/ 321269 h 524179"/>
              <a:gd name="csX113" fmla="*/ 409480 w 460438"/>
              <a:gd name="csY113" fmla="*/ 321269 h 5241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Lst>
            <a:rect l="l" t="t" r="r" b="b"/>
            <a:pathLst>
              <a:path w="460438" h="524179">
                <a:moveTo>
                  <a:pt x="268319" y="278559"/>
                </a:moveTo>
                <a:cubicBezTo>
                  <a:pt x="268319" y="280197"/>
                  <a:pt x="267862" y="315125"/>
                  <a:pt x="239744" y="321669"/>
                </a:cubicBezTo>
                <a:lnTo>
                  <a:pt x="239744" y="217037"/>
                </a:lnTo>
                <a:lnTo>
                  <a:pt x="268319" y="229419"/>
                </a:lnTo>
                <a:lnTo>
                  <a:pt x="268319" y="278559"/>
                </a:lnTo>
                <a:close/>
                <a:moveTo>
                  <a:pt x="192119" y="278406"/>
                </a:moveTo>
                <a:lnTo>
                  <a:pt x="192119" y="229419"/>
                </a:lnTo>
                <a:lnTo>
                  <a:pt x="220694" y="217037"/>
                </a:lnTo>
                <a:lnTo>
                  <a:pt x="220694" y="321697"/>
                </a:lnTo>
                <a:cubicBezTo>
                  <a:pt x="193310" y="315411"/>
                  <a:pt x="192148" y="282502"/>
                  <a:pt x="192119" y="278406"/>
                </a:cubicBezTo>
                <a:lnTo>
                  <a:pt x="192119" y="278406"/>
                </a:lnTo>
                <a:close/>
                <a:moveTo>
                  <a:pt x="281626" y="214427"/>
                </a:moveTo>
                <a:lnTo>
                  <a:pt x="234001" y="193786"/>
                </a:lnTo>
                <a:cubicBezTo>
                  <a:pt x="231591" y="192738"/>
                  <a:pt x="228848" y="192738"/>
                  <a:pt x="226438" y="193786"/>
                </a:cubicBezTo>
                <a:lnTo>
                  <a:pt x="178813" y="214427"/>
                </a:lnTo>
                <a:cubicBezTo>
                  <a:pt x="175317" y="215932"/>
                  <a:pt x="173069" y="219370"/>
                  <a:pt x="173069" y="223171"/>
                </a:cubicBezTo>
                <a:lnTo>
                  <a:pt x="173069" y="278406"/>
                </a:lnTo>
                <a:cubicBezTo>
                  <a:pt x="173069" y="300361"/>
                  <a:pt x="185014" y="341871"/>
                  <a:pt x="230219" y="341871"/>
                </a:cubicBezTo>
                <a:cubicBezTo>
                  <a:pt x="275425" y="341871"/>
                  <a:pt x="287369" y="300457"/>
                  <a:pt x="287369" y="278559"/>
                </a:cubicBezTo>
                <a:lnTo>
                  <a:pt x="287369" y="223171"/>
                </a:lnTo>
                <a:cubicBezTo>
                  <a:pt x="287369" y="219370"/>
                  <a:pt x="285121" y="215932"/>
                  <a:pt x="281626" y="214427"/>
                </a:cubicBezTo>
                <a:lnTo>
                  <a:pt x="281626" y="214427"/>
                </a:lnTo>
                <a:close/>
                <a:moveTo>
                  <a:pt x="409480" y="401707"/>
                </a:moveTo>
                <a:cubicBezTo>
                  <a:pt x="392554" y="401707"/>
                  <a:pt x="378790" y="387944"/>
                  <a:pt x="378790" y="371018"/>
                </a:cubicBezTo>
                <a:cubicBezTo>
                  <a:pt x="378790" y="354092"/>
                  <a:pt x="392554" y="340319"/>
                  <a:pt x="409480" y="340319"/>
                </a:cubicBezTo>
                <a:cubicBezTo>
                  <a:pt x="426415" y="340319"/>
                  <a:pt x="440179" y="354092"/>
                  <a:pt x="440179" y="371018"/>
                </a:cubicBezTo>
                <a:cubicBezTo>
                  <a:pt x="440179" y="387944"/>
                  <a:pt x="426415" y="401707"/>
                  <a:pt x="409480" y="401707"/>
                </a:cubicBezTo>
                <a:lnTo>
                  <a:pt x="409480" y="401707"/>
                </a:lnTo>
                <a:close/>
                <a:moveTo>
                  <a:pt x="231143" y="361493"/>
                </a:moveTo>
                <a:cubicBezTo>
                  <a:pt x="178499" y="361493"/>
                  <a:pt x="135674" y="318668"/>
                  <a:pt x="135674" y="266033"/>
                </a:cubicBezTo>
                <a:cubicBezTo>
                  <a:pt x="135674" y="213389"/>
                  <a:pt x="178499" y="170564"/>
                  <a:pt x="231143" y="170564"/>
                </a:cubicBezTo>
                <a:cubicBezTo>
                  <a:pt x="283778" y="170564"/>
                  <a:pt x="326603" y="213389"/>
                  <a:pt x="326603" y="266033"/>
                </a:cubicBezTo>
                <a:cubicBezTo>
                  <a:pt x="326603" y="318668"/>
                  <a:pt x="283778" y="361493"/>
                  <a:pt x="231143" y="361493"/>
                </a:cubicBezTo>
                <a:lnTo>
                  <a:pt x="231143" y="361493"/>
                </a:lnTo>
                <a:close/>
                <a:moveTo>
                  <a:pt x="262014" y="474431"/>
                </a:moveTo>
                <a:cubicBezTo>
                  <a:pt x="262014" y="491357"/>
                  <a:pt x="248250" y="505130"/>
                  <a:pt x="231315" y="505130"/>
                </a:cubicBezTo>
                <a:cubicBezTo>
                  <a:pt x="214389" y="505130"/>
                  <a:pt x="200625" y="491357"/>
                  <a:pt x="200625" y="474431"/>
                </a:cubicBezTo>
                <a:cubicBezTo>
                  <a:pt x="200625" y="457514"/>
                  <a:pt x="214389" y="443741"/>
                  <a:pt x="231315" y="443741"/>
                </a:cubicBezTo>
                <a:cubicBezTo>
                  <a:pt x="248250" y="443741"/>
                  <a:pt x="262014" y="457514"/>
                  <a:pt x="262014" y="474431"/>
                </a:cubicBezTo>
                <a:lnTo>
                  <a:pt x="262014" y="474431"/>
                </a:lnTo>
                <a:close/>
                <a:moveTo>
                  <a:pt x="201216" y="49740"/>
                </a:moveTo>
                <a:cubicBezTo>
                  <a:pt x="201216" y="32814"/>
                  <a:pt x="214979" y="19050"/>
                  <a:pt x="231915" y="19050"/>
                </a:cubicBezTo>
                <a:cubicBezTo>
                  <a:pt x="248831" y="19050"/>
                  <a:pt x="262595" y="32814"/>
                  <a:pt x="262595" y="49740"/>
                </a:cubicBezTo>
                <a:cubicBezTo>
                  <a:pt x="262595" y="66665"/>
                  <a:pt x="248831" y="80439"/>
                  <a:pt x="231915" y="80439"/>
                </a:cubicBezTo>
                <a:cubicBezTo>
                  <a:pt x="214979" y="80439"/>
                  <a:pt x="201216" y="66665"/>
                  <a:pt x="201216" y="49740"/>
                </a:cubicBezTo>
                <a:lnTo>
                  <a:pt x="201216" y="49740"/>
                </a:lnTo>
                <a:close/>
                <a:moveTo>
                  <a:pt x="49749" y="390106"/>
                </a:moveTo>
                <a:cubicBezTo>
                  <a:pt x="32814" y="390106"/>
                  <a:pt x="19050" y="376342"/>
                  <a:pt x="19050" y="359416"/>
                </a:cubicBezTo>
                <a:cubicBezTo>
                  <a:pt x="19050" y="342490"/>
                  <a:pt x="32814" y="328727"/>
                  <a:pt x="49749" y="328727"/>
                </a:cubicBezTo>
                <a:cubicBezTo>
                  <a:pt x="66665" y="328727"/>
                  <a:pt x="80429" y="342490"/>
                  <a:pt x="80429" y="359416"/>
                </a:cubicBezTo>
                <a:cubicBezTo>
                  <a:pt x="80429" y="376342"/>
                  <a:pt x="66665" y="390106"/>
                  <a:pt x="49749" y="390106"/>
                </a:cubicBezTo>
                <a:lnTo>
                  <a:pt x="49749" y="390106"/>
                </a:lnTo>
                <a:close/>
                <a:moveTo>
                  <a:pt x="60198" y="189262"/>
                </a:moveTo>
                <a:cubicBezTo>
                  <a:pt x="43272" y="189262"/>
                  <a:pt x="29508" y="175498"/>
                  <a:pt x="29508" y="158572"/>
                </a:cubicBezTo>
                <a:cubicBezTo>
                  <a:pt x="29508" y="141646"/>
                  <a:pt x="43272" y="127873"/>
                  <a:pt x="60198" y="127873"/>
                </a:cubicBezTo>
                <a:cubicBezTo>
                  <a:pt x="77124" y="127873"/>
                  <a:pt x="90888" y="141646"/>
                  <a:pt x="90888" y="158572"/>
                </a:cubicBezTo>
                <a:cubicBezTo>
                  <a:pt x="90888" y="175498"/>
                  <a:pt x="77124" y="189262"/>
                  <a:pt x="60198" y="189262"/>
                </a:cubicBezTo>
                <a:lnTo>
                  <a:pt x="60198" y="189262"/>
                </a:lnTo>
                <a:close/>
                <a:moveTo>
                  <a:pt x="410689" y="120329"/>
                </a:moveTo>
                <a:cubicBezTo>
                  <a:pt x="427625" y="120329"/>
                  <a:pt x="441389" y="134093"/>
                  <a:pt x="441389" y="151019"/>
                </a:cubicBezTo>
                <a:cubicBezTo>
                  <a:pt x="441389" y="167945"/>
                  <a:pt x="427625" y="181718"/>
                  <a:pt x="410689" y="181718"/>
                </a:cubicBezTo>
                <a:cubicBezTo>
                  <a:pt x="393773" y="181718"/>
                  <a:pt x="380009" y="167945"/>
                  <a:pt x="380009" y="151019"/>
                </a:cubicBezTo>
                <a:cubicBezTo>
                  <a:pt x="380009" y="134093"/>
                  <a:pt x="393773" y="120329"/>
                  <a:pt x="410689" y="120329"/>
                </a:cubicBezTo>
                <a:lnTo>
                  <a:pt x="410689" y="120329"/>
                </a:lnTo>
                <a:close/>
                <a:moveTo>
                  <a:pt x="409480" y="321269"/>
                </a:moveTo>
                <a:cubicBezTo>
                  <a:pt x="395716" y="321269"/>
                  <a:pt x="383238" y="326908"/>
                  <a:pt x="374228" y="335975"/>
                </a:cubicBezTo>
                <a:lnTo>
                  <a:pt x="336452" y="310944"/>
                </a:lnTo>
                <a:cubicBezTo>
                  <a:pt x="342357" y="297142"/>
                  <a:pt x="345653" y="281969"/>
                  <a:pt x="345653" y="266033"/>
                </a:cubicBezTo>
                <a:cubicBezTo>
                  <a:pt x="345653" y="245183"/>
                  <a:pt x="339957" y="225685"/>
                  <a:pt x="330194" y="208836"/>
                </a:cubicBezTo>
                <a:lnTo>
                  <a:pt x="373418" y="183604"/>
                </a:lnTo>
                <a:cubicBezTo>
                  <a:pt x="382543" y="194034"/>
                  <a:pt x="395783" y="200768"/>
                  <a:pt x="410689" y="200768"/>
                </a:cubicBezTo>
                <a:cubicBezTo>
                  <a:pt x="438121" y="200768"/>
                  <a:pt x="460438" y="178451"/>
                  <a:pt x="460438" y="151019"/>
                </a:cubicBezTo>
                <a:cubicBezTo>
                  <a:pt x="460438" y="123587"/>
                  <a:pt x="438121" y="101279"/>
                  <a:pt x="410689" y="101279"/>
                </a:cubicBezTo>
                <a:cubicBezTo>
                  <a:pt x="383267" y="101279"/>
                  <a:pt x="360959" y="123587"/>
                  <a:pt x="360959" y="151019"/>
                </a:cubicBezTo>
                <a:cubicBezTo>
                  <a:pt x="360959" y="156686"/>
                  <a:pt x="362112" y="162049"/>
                  <a:pt x="363865" y="167126"/>
                </a:cubicBezTo>
                <a:lnTo>
                  <a:pt x="319354" y="193100"/>
                </a:lnTo>
                <a:cubicBezTo>
                  <a:pt x="300247" y="170021"/>
                  <a:pt x="272244" y="154619"/>
                  <a:pt x="240668" y="152000"/>
                </a:cubicBezTo>
                <a:lnTo>
                  <a:pt x="240668" y="98603"/>
                </a:lnTo>
                <a:cubicBezTo>
                  <a:pt x="263909" y="94440"/>
                  <a:pt x="281645" y="74171"/>
                  <a:pt x="281645" y="49740"/>
                </a:cubicBezTo>
                <a:cubicBezTo>
                  <a:pt x="281645" y="22317"/>
                  <a:pt x="259337" y="0"/>
                  <a:pt x="231915" y="0"/>
                </a:cubicBezTo>
                <a:cubicBezTo>
                  <a:pt x="204483" y="0"/>
                  <a:pt x="182166" y="22317"/>
                  <a:pt x="182166" y="49740"/>
                </a:cubicBezTo>
                <a:cubicBezTo>
                  <a:pt x="182166" y="73638"/>
                  <a:pt x="199111" y="93621"/>
                  <a:pt x="221618" y="98384"/>
                </a:cubicBezTo>
                <a:lnTo>
                  <a:pt x="221618" y="152000"/>
                </a:lnTo>
                <a:cubicBezTo>
                  <a:pt x="187804" y="154800"/>
                  <a:pt x="158191" y="172355"/>
                  <a:pt x="139103" y="198187"/>
                </a:cubicBezTo>
                <a:lnTo>
                  <a:pt x="106356" y="176841"/>
                </a:lnTo>
                <a:cubicBezTo>
                  <a:pt x="108604" y="171174"/>
                  <a:pt x="109938" y="165040"/>
                  <a:pt x="109938" y="158572"/>
                </a:cubicBezTo>
                <a:cubicBezTo>
                  <a:pt x="109938" y="131140"/>
                  <a:pt x="87620" y="108823"/>
                  <a:pt x="60198" y="108823"/>
                </a:cubicBezTo>
                <a:cubicBezTo>
                  <a:pt x="32776" y="108823"/>
                  <a:pt x="10458" y="131140"/>
                  <a:pt x="10458" y="158572"/>
                </a:cubicBezTo>
                <a:cubicBezTo>
                  <a:pt x="10458" y="186004"/>
                  <a:pt x="32776" y="208312"/>
                  <a:pt x="60198" y="208312"/>
                </a:cubicBezTo>
                <a:cubicBezTo>
                  <a:pt x="74314" y="208312"/>
                  <a:pt x="87001" y="202349"/>
                  <a:pt x="96060" y="192872"/>
                </a:cubicBezTo>
                <a:lnTo>
                  <a:pt x="129073" y="214398"/>
                </a:lnTo>
                <a:cubicBezTo>
                  <a:pt x="121177" y="229934"/>
                  <a:pt x="116624" y="247440"/>
                  <a:pt x="116624" y="266033"/>
                </a:cubicBezTo>
                <a:cubicBezTo>
                  <a:pt x="116624" y="280187"/>
                  <a:pt x="119329" y="293694"/>
                  <a:pt x="124054" y="306229"/>
                </a:cubicBezTo>
                <a:lnTo>
                  <a:pt x="87278" y="327146"/>
                </a:lnTo>
                <a:cubicBezTo>
                  <a:pt x="78153" y="316544"/>
                  <a:pt x="64799" y="309677"/>
                  <a:pt x="49749" y="309677"/>
                </a:cubicBezTo>
                <a:cubicBezTo>
                  <a:pt x="22317" y="309677"/>
                  <a:pt x="0" y="331984"/>
                  <a:pt x="0" y="359416"/>
                </a:cubicBezTo>
                <a:cubicBezTo>
                  <a:pt x="0" y="386848"/>
                  <a:pt x="22317" y="409156"/>
                  <a:pt x="49749" y="409156"/>
                </a:cubicBezTo>
                <a:cubicBezTo>
                  <a:pt x="77172" y="409156"/>
                  <a:pt x="99479" y="386848"/>
                  <a:pt x="99479" y="359416"/>
                </a:cubicBezTo>
                <a:cubicBezTo>
                  <a:pt x="99479" y="353892"/>
                  <a:pt x="98365" y="348672"/>
                  <a:pt x="96698" y="343700"/>
                </a:cubicBezTo>
                <a:lnTo>
                  <a:pt x="132245" y="323479"/>
                </a:lnTo>
                <a:cubicBezTo>
                  <a:pt x="150619" y="354997"/>
                  <a:pt x="183547" y="376961"/>
                  <a:pt x="221790" y="380067"/>
                </a:cubicBezTo>
                <a:lnTo>
                  <a:pt x="221790" y="425653"/>
                </a:lnTo>
                <a:cubicBezTo>
                  <a:pt x="198911" y="430111"/>
                  <a:pt x="181575" y="450266"/>
                  <a:pt x="181575" y="474431"/>
                </a:cubicBezTo>
                <a:cubicBezTo>
                  <a:pt x="181575" y="501863"/>
                  <a:pt x="203883" y="524180"/>
                  <a:pt x="231315" y="524180"/>
                </a:cubicBezTo>
                <a:cubicBezTo>
                  <a:pt x="258747" y="524180"/>
                  <a:pt x="281064" y="501863"/>
                  <a:pt x="281064" y="474431"/>
                </a:cubicBezTo>
                <a:cubicBezTo>
                  <a:pt x="281064" y="450266"/>
                  <a:pt x="263728" y="430111"/>
                  <a:pt x="240840" y="425653"/>
                </a:cubicBezTo>
                <a:lnTo>
                  <a:pt x="240840" y="380048"/>
                </a:lnTo>
                <a:cubicBezTo>
                  <a:pt x="277178" y="376980"/>
                  <a:pt x="308667" y="356911"/>
                  <a:pt x="327412" y="327803"/>
                </a:cubicBezTo>
                <a:lnTo>
                  <a:pt x="363617" y="351796"/>
                </a:lnTo>
                <a:cubicBezTo>
                  <a:pt x="361121" y="357711"/>
                  <a:pt x="359740" y="364207"/>
                  <a:pt x="359740" y="371018"/>
                </a:cubicBezTo>
                <a:cubicBezTo>
                  <a:pt x="359740" y="398440"/>
                  <a:pt x="382048" y="420757"/>
                  <a:pt x="409480" y="420757"/>
                </a:cubicBezTo>
                <a:cubicBezTo>
                  <a:pt x="436912" y="420757"/>
                  <a:pt x="459229" y="398440"/>
                  <a:pt x="459229" y="371018"/>
                </a:cubicBezTo>
                <a:cubicBezTo>
                  <a:pt x="459229" y="343586"/>
                  <a:pt x="436912" y="321269"/>
                  <a:pt x="409480" y="321269"/>
                </a:cubicBezTo>
                <a:lnTo>
                  <a:pt x="409480" y="321269"/>
                </a:lnTo>
                <a:close/>
              </a:path>
            </a:pathLst>
          </a:custGeom>
          <a:solidFill>
            <a:schemeClr val="bg1"/>
          </a:solidFill>
          <a:ln w="2540"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27" name="Freeform 54">
            <a:extLst>
              <a:ext uri="{FF2B5EF4-FFF2-40B4-BE49-F238E27FC236}">
                <a16:creationId xmlns:a16="http://schemas.microsoft.com/office/drawing/2014/main" id="{D08B8197-ACF1-3B0A-2903-57037211D81B}"/>
              </a:ext>
            </a:extLst>
          </p:cNvPr>
          <p:cNvSpPr/>
          <p:nvPr/>
        </p:nvSpPr>
        <p:spPr>
          <a:xfrm>
            <a:off x="1285256" y="2410332"/>
            <a:ext cx="457200" cy="533395"/>
          </a:xfrm>
          <a:custGeom>
            <a:avLst/>
            <a:gdLst>
              <a:gd name="csX0" fmla="*/ 438150 w 457200"/>
              <a:gd name="csY0" fmla="*/ 394493 h 533395"/>
              <a:gd name="csX1" fmla="*/ 238125 w 457200"/>
              <a:gd name="csY1" fmla="*/ 507554 h 533395"/>
              <a:gd name="csX2" fmla="*/ 238125 w 457200"/>
              <a:gd name="csY2" fmla="*/ 428621 h 533395"/>
              <a:gd name="csX3" fmla="*/ 219075 w 457200"/>
              <a:gd name="csY3" fmla="*/ 428621 h 533395"/>
              <a:gd name="csX4" fmla="*/ 219075 w 457200"/>
              <a:gd name="csY4" fmla="*/ 507554 h 533395"/>
              <a:gd name="csX5" fmla="*/ 19050 w 457200"/>
              <a:gd name="csY5" fmla="*/ 394493 h 533395"/>
              <a:gd name="csX6" fmla="*/ 19050 w 457200"/>
              <a:gd name="csY6" fmla="*/ 150538 h 533395"/>
              <a:gd name="csX7" fmla="*/ 80677 w 457200"/>
              <a:gd name="csY7" fmla="*/ 189057 h 533395"/>
              <a:gd name="csX8" fmla="*/ 90773 w 457200"/>
              <a:gd name="csY8" fmla="*/ 172893 h 533395"/>
              <a:gd name="csX9" fmla="*/ 28299 w 457200"/>
              <a:gd name="csY9" fmla="*/ 133850 h 533395"/>
              <a:gd name="csX10" fmla="*/ 233162 w 457200"/>
              <a:gd name="csY10" fmla="*/ 20465 h 533395"/>
              <a:gd name="csX11" fmla="*/ 428358 w 457200"/>
              <a:gd name="csY11" fmla="*/ 133193 h 533395"/>
              <a:gd name="csX12" fmla="*/ 357330 w 457200"/>
              <a:gd name="csY12" fmla="*/ 172646 h 533395"/>
              <a:gd name="csX13" fmla="*/ 366570 w 457200"/>
              <a:gd name="csY13" fmla="*/ 189305 h 533395"/>
              <a:gd name="csX14" fmla="*/ 438150 w 457200"/>
              <a:gd name="csY14" fmla="*/ 149538 h 533395"/>
              <a:gd name="csX15" fmla="*/ 438150 w 457200"/>
              <a:gd name="csY15" fmla="*/ 394493 h 533395"/>
              <a:gd name="csX16" fmla="*/ 452438 w 457200"/>
              <a:gd name="csY16" fmla="*/ 125097 h 533395"/>
              <a:gd name="csX17" fmla="*/ 238020 w 457200"/>
              <a:gd name="csY17" fmla="*/ 1272 h 533395"/>
              <a:gd name="csX18" fmla="*/ 228648 w 457200"/>
              <a:gd name="csY18" fmla="*/ 1186 h 533395"/>
              <a:gd name="csX19" fmla="*/ 4915 w 457200"/>
              <a:gd name="csY19" fmla="*/ 125011 h 533395"/>
              <a:gd name="csX20" fmla="*/ 0 w 457200"/>
              <a:gd name="csY20" fmla="*/ 133346 h 533395"/>
              <a:gd name="csX21" fmla="*/ 0 w 457200"/>
              <a:gd name="csY21" fmla="*/ 400046 h 533395"/>
              <a:gd name="csX22" fmla="*/ 4839 w 457200"/>
              <a:gd name="csY22" fmla="*/ 408342 h 533395"/>
              <a:gd name="csX23" fmla="*/ 223914 w 457200"/>
              <a:gd name="csY23" fmla="*/ 532167 h 533395"/>
              <a:gd name="csX24" fmla="*/ 228600 w 457200"/>
              <a:gd name="csY24" fmla="*/ 533396 h 533395"/>
              <a:gd name="csX25" fmla="*/ 233286 w 457200"/>
              <a:gd name="csY25" fmla="*/ 532167 h 533395"/>
              <a:gd name="csX26" fmla="*/ 452361 w 457200"/>
              <a:gd name="csY26" fmla="*/ 408342 h 533395"/>
              <a:gd name="csX27" fmla="*/ 457200 w 457200"/>
              <a:gd name="csY27" fmla="*/ 400046 h 533395"/>
              <a:gd name="csX28" fmla="*/ 457200 w 457200"/>
              <a:gd name="csY28" fmla="*/ 133346 h 533395"/>
              <a:gd name="csX29" fmla="*/ 452438 w 457200"/>
              <a:gd name="csY29" fmla="*/ 125097 h 533395"/>
              <a:gd name="csX30" fmla="*/ 452438 w 457200"/>
              <a:gd name="csY30" fmla="*/ 125097 h 533395"/>
              <a:gd name="csX31" fmla="*/ 333375 w 457200"/>
              <a:gd name="csY31" fmla="*/ 329942 h 533395"/>
              <a:gd name="csX32" fmla="*/ 238125 w 457200"/>
              <a:gd name="csY32" fmla="*/ 384939 h 533395"/>
              <a:gd name="csX33" fmla="*/ 238125 w 457200"/>
              <a:gd name="csY33" fmla="*/ 272592 h 533395"/>
              <a:gd name="csX34" fmla="*/ 333375 w 457200"/>
              <a:gd name="csY34" fmla="*/ 224967 h 533395"/>
              <a:gd name="csX35" fmla="*/ 333375 w 457200"/>
              <a:gd name="csY35" fmla="*/ 329942 h 533395"/>
              <a:gd name="csX36" fmla="*/ 231410 w 457200"/>
              <a:gd name="csY36" fmla="*/ 254646 h 533395"/>
              <a:gd name="csX37" fmla="*/ 138913 w 457200"/>
              <a:gd name="csY37" fmla="*/ 201192 h 533395"/>
              <a:gd name="csX38" fmla="*/ 228381 w 457200"/>
              <a:gd name="csY38" fmla="*/ 153777 h 533395"/>
              <a:gd name="csX39" fmla="*/ 322888 w 457200"/>
              <a:gd name="csY39" fmla="*/ 208907 h 533395"/>
              <a:gd name="csX40" fmla="*/ 231410 w 457200"/>
              <a:gd name="csY40" fmla="*/ 254646 h 533395"/>
              <a:gd name="csX41" fmla="*/ 219075 w 457200"/>
              <a:gd name="csY41" fmla="*/ 384939 h 533395"/>
              <a:gd name="csX42" fmla="*/ 123825 w 457200"/>
              <a:gd name="csY42" fmla="*/ 329942 h 533395"/>
              <a:gd name="csX43" fmla="*/ 123825 w 457200"/>
              <a:gd name="csY43" fmla="*/ 214470 h 533395"/>
              <a:gd name="csX44" fmla="*/ 219075 w 457200"/>
              <a:gd name="csY44" fmla="*/ 269515 h 533395"/>
              <a:gd name="csX45" fmla="*/ 219075 w 457200"/>
              <a:gd name="csY45" fmla="*/ 384939 h 533395"/>
              <a:gd name="csX46" fmla="*/ 347701 w 457200"/>
              <a:gd name="csY46" fmla="*/ 201326 h 533395"/>
              <a:gd name="csX47" fmla="*/ 233401 w 457200"/>
              <a:gd name="csY47" fmla="*/ 134651 h 533395"/>
              <a:gd name="csX48" fmla="*/ 224133 w 457200"/>
              <a:gd name="csY48" fmla="*/ 134460 h 533395"/>
              <a:gd name="csX49" fmla="*/ 109833 w 457200"/>
              <a:gd name="csY49" fmla="*/ 195039 h 533395"/>
              <a:gd name="csX50" fmla="*/ 104775 w 457200"/>
              <a:gd name="csY50" fmla="*/ 203459 h 533395"/>
              <a:gd name="csX51" fmla="*/ 104775 w 457200"/>
              <a:gd name="csY51" fmla="*/ 335438 h 533395"/>
              <a:gd name="csX52" fmla="*/ 109538 w 457200"/>
              <a:gd name="csY52" fmla="*/ 343696 h 533395"/>
              <a:gd name="csX53" fmla="*/ 223838 w 457200"/>
              <a:gd name="csY53" fmla="*/ 409685 h 533395"/>
              <a:gd name="csX54" fmla="*/ 228600 w 457200"/>
              <a:gd name="csY54" fmla="*/ 410961 h 533395"/>
              <a:gd name="csX55" fmla="*/ 233363 w 457200"/>
              <a:gd name="csY55" fmla="*/ 409685 h 533395"/>
              <a:gd name="csX56" fmla="*/ 347663 w 457200"/>
              <a:gd name="csY56" fmla="*/ 343696 h 533395"/>
              <a:gd name="csX57" fmla="*/ 352425 w 457200"/>
              <a:gd name="csY57" fmla="*/ 335438 h 533395"/>
              <a:gd name="csX58" fmla="*/ 352425 w 457200"/>
              <a:gd name="csY58" fmla="*/ 209546 h 533395"/>
              <a:gd name="csX59" fmla="*/ 347701 w 457200"/>
              <a:gd name="csY59" fmla="*/ 201326 h 533395"/>
              <a:gd name="csX60" fmla="*/ 347701 w 457200"/>
              <a:gd name="csY60" fmla="*/ 201326 h 5333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457200" h="533395">
                <a:moveTo>
                  <a:pt x="438150" y="394493"/>
                </a:moveTo>
                <a:lnTo>
                  <a:pt x="238125" y="507554"/>
                </a:lnTo>
                <a:lnTo>
                  <a:pt x="238125" y="428621"/>
                </a:lnTo>
                <a:lnTo>
                  <a:pt x="219075" y="428621"/>
                </a:lnTo>
                <a:lnTo>
                  <a:pt x="219075" y="507554"/>
                </a:lnTo>
                <a:lnTo>
                  <a:pt x="19050" y="394493"/>
                </a:lnTo>
                <a:lnTo>
                  <a:pt x="19050" y="150538"/>
                </a:lnTo>
                <a:lnTo>
                  <a:pt x="80677" y="189057"/>
                </a:lnTo>
                <a:lnTo>
                  <a:pt x="90773" y="172893"/>
                </a:lnTo>
                <a:lnTo>
                  <a:pt x="28299" y="133850"/>
                </a:lnTo>
                <a:lnTo>
                  <a:pt x="233162" y="20465"/>
                </a:lnTo>
                <a:lnTo>
                  <a:pt x="428358" y="133193"/>
                </a:lnTo>
                <a:lnTo>
                  <a:pt x="357330" y="172646"/>
                </a:lnTo>
                <a:lnTo>
                  <a:pt x="366570" y="189305"/>
                </a:lnTo>
                <a:lnTo>
                  <a:pt x="438150" y="149538"/>
                </a:lnTo>
                <a:lnTo>
                  <a:pt x="438150" y="394493"/>
                </a:lnTo>
                <a:close/>
                <a:moveTo>
                  <a:pt x="452438" y="125097"/>
                </a:moveTo>
                <a:lnTo>
                  <a:pt x="238020" y="1272"/>
                </a:lnTo>
                <a:cubicBezTo>
                  <a:pt x="235144" y="-395"/>
                  <a:pt x="231572" y="-423"/>
                  <a:pt x="228648" y="1186"/>
                </a:cubicBezTo>
                <a:lnTo>
                  <a:pt x="4915" y="125011"/>
                </a:lnTo>
                <a:cubicBezTo>
                  <a:pt x="1876" y="126697"/>
                  <a:pt x="0" y="129888"/>
                  <a:pt x="0" y="133346"/>
                </a:cubicBezTo>
                <a:lnTo>
                  <a:pt x="0" y="400046"/>
                </a:lnTo>
                <a:cubicBezTo>
                  <a:pt x="0" y="403484"/>
                  <a:pt x="1848" y="406656"/>
                  <a:pt x="4839" y="408342"/>
                </a:cubicBezTo>
                <a:lnTo>
                  <a:pt x="223914" y="532167"/>
                </a:lnTo>
                <a:cubicBezTo>
                  <a:pt x="225362" y="532996"/>
                  <a:pt x="226981" y="533396"/>
                  <a:pt x="228600" y="533396"/>
                </a:cubicBezTo>
                <a:cubicBezTo>
                  <a:pt x="230219" y="533396"/>
                  <a:pt x="231839" y="532996"/>
                  <a:pt x="233286" y="532167"/>
                </a:cubicBezTo>
                <a:lnTo>
                  <a:pt x="452361" y="408342"/>
                </a:lnTo>
                <a:cubicBezTo>
                  <a:pt x="455352" y="406656"/>
                  <a:pt x="457200" y="403484"/>
                  <a:pt x="457200" y="400046"/>
                </a:cubicBezTo>
                <a:lnTo>
                  <a:pt x="457200" y="133346"/>
                </a:lnTo>
                <a:cubicBezTo>
                  <a:pt x="457200" y="129945"/>
                  <a:pt x="455390" y="126802"/>
                  <a:pt x="452438" y="125097"/>
                </a:cubicBezTo>
                <a:lnTo>
                  <a:pt x="452438" y="125097"/>
                </a:lnTo>
                <a:close/>
                <a:moveTo>
                  <a:pt x="333375" y="329942"/>
                </a:moveTo>
                <a:lnTo>
                  <a:pt x="238125" y="384939"/>
                </a:lnTo>
                <a:lnTo>
                  <a:pt x="238125" y="272592"/>
                </a:lnTo>
                <a:lnTo>
                  <a:pt x="333375" y="224967"/>
                </a:lnTo>
                <a:lnTo>
                  <a:pt x="333375" y="329942"/>
                </a:lnTo>
                <a:close/>
                <a:moveTo>
                  <a:pt x="231410" y="254646"/>
                </a:moveTo>
                <a:lnTo>
                  <a:pt x="138913" y="201192"/>
                </a:lnTo>
                <a:lnTo>
                  <a:pt x="228381" y="153777"/>
                </a:lnTo>
                <a:lnTo>
                  <a:pt x="322888" y="208907"/>
                </a:lnTo>
                <a:lnTo>
                  <a:pt x="231410" y="254646"/>
                </a:lnTo>
                <a:close/>
                <a:moveTo>
                  <a:pt x="219075" y="384939"/>
                </a:moveTo>
                <a:lnTo>
                  <a:pt x="123825" y="329942"/>
                </a:lnTo>
                <a:lnTo>
                  <a:pt x="123825" y="214470"/>
                </a:lnTo>
                <a:lnTo>
                  <a:pt x="219075" y="269515"/>
                </a:lnTo>
                <a:lnTo>
                  <a:pt x="219075" y="384939"/>
                </a:lnTo>
                <a:close/>
                <a:moveTo>
                  <a:pt x="347701" y="201326"/>
                </a:moveTo>
                <a:lnTo>
                  <a:pt x="233401" y="134651"/>
                </a:lnTo>
                <a:cubicBezTo>
                  <a:pt x="230543" y="132974"/>
                  <a:pt x="227047" y="132917"/>
                  <a:pt x="224133" y="134460"/>
                </a:cubicBezTo>
                <a:lnTo>
                  <a:pt x="109833" y="195039"/>
                </a:lnTo>
                <a:cubicBezTo>
                  <a:pt x="106718" y="196696"/>
                  <a:pt x="104775" y="199935"/>
                  <a:pt x="104775" y="203459"/>
                </a:cubicBezTo>
                <a:lnTo>
                  <a:pt x="104775" y="335438"/>
                </a:lnTo>
                <a:cubicBezTo>
                  <a:pt x="104775" y="338848"/>
                  <a:pt x="106585" y="341991"/>
                  <a:pt x="109538" y="343696"/>
                </a:cubicBezTo>
                <a:lnTo>
                  <a:pt x="223838" y="409685"/>
                </a:lnTo>
                <a:cubicBezTo>
                  <a:pt x="225304" y="410533"/>
                  <a:pt x="226952" y="410961"/>
                  <a:pt x="228600" y="410961"/>
                </a:cubicBezTo>
                <a:cubicBezTo>
                  <a:pt x="230248" y="410961"/>
                  <a:pt x="231896" y="410533"/>
                  <a:pt x="233363" y="409685"/>
                </a:cubicBezTo>
                <a:lnTo>
                  <a:pt x="347663" y="343696"/>
                </a:lnTo>
                <a:cubicBezTo>
                  <a:pt x="350615" y="341991"/>
                  <a:pt x="352425" y="338848"/>
                  <a:pt x="352425" y="335438"/>
                </a:cubicBezTo>
                <a:lnTo>
                  <a:pt x="352425" y="209546"/>
                </a:lnTo>
                <a:cubicBezTo>
                  <a:pt x="352425" y="206164"/>
                  <a:pt x="350634" y="203031"/>
                  <a:pt x="347701" y="201326"/>
                </a:cubicBezTo>
                <a:lnTo>
                  <a:pt x="347701" y="201326"/>
                </a:lnTo>
                <a:close/>
              </a:path>
            </a:pathLst>
          </a:custGeom>
          <a:solidFill>
            <a:schemeClr val="bg1"/>
          </a:solidFill>
          <a:ln w="2540"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29" name="Freeform 42">
            <a:extLst>
              <a:ext uri="{FF2B5EF4-FFF2-40B4-BE49-F238E27FC236}">
                <a16:creationId xmlns:a16="http://schemas.microsoft.com/office/drawing/2014/main" id="{999FFA17-0CC7-CDEB-683A-FF182429A6D2}"/>
              </a:ext>
            </a:extLst>
          </p:cNvPr>
          <p:cNvSpPr/>
          <p:nvPr/>
        </p:nvSpPr>
        <p:spPr>
          <a:xfrm>
            <a:off x="4595499" y="2402537"/>
            <a:ext cx="514350" cy="514350"/>
          </a:xfrm>
          <a:custGeom>
            <a:avLst/>
            <a:gdLst>
              <a:gd name="csX0" fmla="*/ 297751 w 514350"/>
              <a:gd name="csY0" fmla="*/ 365093 h 514350"/>
              <a:gd name="csX1" fmla="*/ 221456 w 514350"/>
              <a:gd name="csY1" fmla="*/ 288808 h 514350"/>
              <a:gd name="csX2" fmla="*/ 297751 w 514350"/>
              <a:gd name="csY2" fmla="*/ 212512 h 514350"/>
              <a:gd name="csX3" fmla="*/ 374047 w 514350"/>
              <a:gd name="csY3" fmla="*/ 288808 h 514350"/>
              <a:gd name="csX4" fmla="*/ 297751 w 514350"/>
              <a:gd name="csY4" fmla="*/ 365093 h 514350"/>
              <a:gd name="csX5" fmla="*/ 297751 w 514350"/>
              <a:gd name="csY5" fmla="*/ 365093 h 514350"/>
              <a:gd name="csX6" fmla="*/ 297751 w 514350"/>
              <a:gd name="csY6" fmla="*/ 193462 h 514350"/>
              <a:gd name="csX7" fmla="*/ 202406 w 514350"/>
              <a:gd name="csY7" fmla="*/ 288808 h 514350"/>
              <a:gd name="csX8" fmla="*/ 297751 w 514350"/>
              <a:gd name="csY8" fmla="*/ 384143 h 514350"/>
              <a:gd name="csX9" fmla="*/ 393097 w 514350"/>
              <a:gd name="csY9" fmla="*/ 288808 h 514350"/>
              <a:gd name="csX10" fmla="*/ 297751 w 514350"/>
              <a:gd name="csY10" fmla="*/ 193462 h 514350"/>
              <a:gd name="csX11" fmla="*/ 297751 w 514350"/>
              <a:gd name="csY11" fmla="*/ 193462 h 514350"/>
              <a:gd name="csX12" fmla="*/ 490995 w 514350"/>
              <a:gd name="csY12" fmla="*/ 460496 h 514350"/>
              <a:gd name="csX13" fmla="*/ 467220 w 514350"/>
              <a:gd name="csY13" fmla="*/ 461743 h 514350"/>
              <a:gd name="csX14" fmla="*/ 387782 w 514350"/>
              <a:gd name="csY14" fmla="*/ 390087 h 514350"/>
              <a:gd name="csX15" fmla="*/ 410042 w 514350"/>
              <a:gd name="csY15" fmla="*/ 364931 h 514350"/>
              <a:gd name="csX16" fmla="*/ 489737 w 514350"/>
              <a:gd name="csY16" fmla="*/ 436731 h 514350"/>
              <a:gd name="csX17" fmla="*/ 490995 w 514350"/>
              <a:gd name="csY17" fmla="*/ 460496 h 514350"/>
              <a:gd name="csX18" fmla="*/ 490995 w 514350"/>
              <a:gd name="csY18" fmla="*/ 460496 h 514350"/>
              <a:gd name="csX19" fmla="*/ 181080 w 514350"/>
              <a:gd name="csY19" fmla="*/ 288808 h 514350"/>
              <a:gd name="csX20" fmla="*/ 297751 w 514350"/>
              <a:gd name="csY20" fmla="*/ 172126 h 514350"/>
              <a:gd name="csX21" fmla="*/ 414423 w 514350"/>
              <a:gd name="csY21" fmla="*/ 288808 h 514350"/>
              <a:gd name="csX22" fmla="*/ 297751 w 514350"/>
              <a:gd name="csY22" fmla="*/ 405479 h 514350"/>
              <a:gd name="csX23" fmla="*/ 181080 w 514350"/>
              <a:gd name="csY23" fmla="*/ 288808 h 514350"/>
              <a:gd name="csX24" fmla="*/ 181080 w 514350"/>
              <a:gd name="csY24" fmla="*/ 288808 h 514350"/>
              <a:gd name="csX25" fmla="*/ 419700 w 514350"/>
              <a:gd name="csY25" fmla="*/ 347996 h 514350"/>
              <a:gd name="csX26" fmla="*/ 433473 w 514350"/>
              <a:gd name="csY26" fmla="*/ 288808 h 514350"/>
              <a:gd name="csX27" fmla="*/ 297751 w 514350"/>
              <a:gd name="csY27" fmla="*/ 153076 h 514350"/>
              <a:gd name="csX28" fmla="*/ 162030 w 514350"/>
              <a:gd name="csY28" fmla="*/ 288808 h 514350"/>
              <a:gd name="csX29" fmla="*/ 297751 w 514350"/>
              <a:gd name="csY29" fmla="*/ 424529 h 514350"/>
              <a:gd name="csX30" fmla="*/ 372513 w 514350"/>
              <a:gd name="csY30" fmla="*/ 401974 h 514350"/>
              <a:gd name="csX31" fmla="*/ 454476 w 514350"/>
              <a:gd name="csY31" fmla="*/ 475907 h 514350"/>
              <a:gd name="csX32" fmla="*/ 478460 w 514350"/>
              <a:gd name="csY32" fmla="*/ 485070 h 514350"/>
              <a:gd name="csX33" fmla="*/ 505149 w 514350"/>
              <a:gd name="csY33" fmla="*/ 473250 h 514350"/>
              <a:gd name="csX34" fmla="*/ 502501 w 514350"/>
              <a:gd name="csY34" fmla="*/ 422586 h 514350"/>
              <a:gd name="csX35" fmla="*/ 419700 w 514350"/>
              <a:gd name="csY35" fmla="*/ 347996 h 514350"/>
              <a:gd name="csX36" fmla="*/ 514350 w 514350"/>
              <a:gd name="csY36" fmla="*/ 66675 h 514350"/>
              <a:gd name="csX37" fmla="*/ 514350 w 514350"/>
              <a:gd name="csY37" fmla="*/ 390525 h 514350"/>
              <a:gd name="csX38" fmla="*/ 495300 w 514350"/>
              <a:gd name="csY38" fmla="*/ 390525 h 514350"/>
              <a:gd name="csX39" fmla="*/ 495300 w 514350"/>
              <a:gd name="csY39" fmla="*/ 76200 h 514350"/>
              <a:gd name="csX40" fmla="*/ 419100 w 514350"/>
              <a:gd name="csY40" fmla="*/ 76200 h 514350"/>
              <a:gd name="csX41" fmla="*/ 419100 w 514350"/>
              <a:gd name="csY41" fmla="*/ 180975 h 514350"/>
              <a:gd name="csX42" fmla="*/ 400050 w 514350"/>
              <a:gd name="csY42" fmla="*/ 180975 h 514350"/>
              <a:gd name="csX43" fmla="*/ 400050 w 514350"/>
              <a:gd name="csY43" fmla="*/ 66675 h 514350"/>
              <a:gd name="csX44" fmla="*/ 409575 w 514350"/>
              <a:gd name="csY44" fmla="*/ 57150 h 514350"/>
              <a:gd name="csX45" fmla="*/ 504825 w 514350"/>
              <a:gd name="csY45" fmla="*/ 57150 h 514350"/>
              <a:gd name="csX46" fmla="*/ 514350 w 514350"/>
              <a:gd name="csY46" fmla="*/ 66675 h 514350"/>
              <a:gd name="csX47" fmla="*/ 514350 w 514350"/>
              <a:gd name="csY47" fmla="*/ 66675 h 514350"/>
              <a:gd name="csX48" fmla="*/ 361950 w 514350"/>
              <a:gd name="csY48" fmla="*/ 457200 h 514350"/>
              <a:gd name="csX49" fmla="*/ 381000 w 514350"/>
              <a:gd name="csY49" fmla="*/ 457200 h 514350"/>
              <a:gd name="csX50" fmla="*/ 381000 w 514350"/>
              <a:gd name="csY50" fmla="*/ 504825 h 514350"/>
              <a:gd name="csX51" fmla="*/ 371475 w 514350"/>
              <a:gd name="csY51" fmla="*/ 514350 h 514350"/>
              <a:gd name="csX52" fmla="*/ 276225 w 514350"/>
              <a:gd name="csY52" fmla="*/ 514350 h 514350"/>
              <a:gd name="csX53" fmla="*/ 266700 w 514350"/>
              <a:gd name="csY53" fmla="*/ 504825 h 514350"/>
              <a:gd name="csX54" fmla="*/ 266700 w 514350"/>
              <a:gd name="csY54" fmla="*/ 447675 h 514350"/>
              <a:gd name="csX55" fmla="*/ 285750 w 514350"/>
              <a:gd name="csY55" fmla="*/ 447675 h 514350"/>
              <a:gd name="csX56" fmla="*/ 285750 w 514350"/>
              <a:gd name="csY56" fmla="*/ 495300 h 514350"/>
              <a:gd name="csX57" fmla="*/ 361950 w 514350"/>
              <a:gd name="csY57" fmla="*/ 495300 h 514350"/>
              <a:gd name="csX58" fmla="*/ 361950 w 514350"/>
              <a:gd name="csY58" fmla="*/ 457200 h 514350"/>
              <a:gd name="csX59" fmla="*/ 285750 w 514350"/>
              <a:gd name="csY59" fmla="*/ 123825 h 514350"/>
              <a:gd name="csX60" fmla="*/ 266700 w 514350"/>
              <a:gd name="csY60" fmla="*/ 123825 h 514350"/>
              <a:gd name="csX61" fmla="*/ 266700 w 514350"/>
              <a:gd name="csY61" fmla="*/ 9525 h 514350"/>
              <a:gd name="csX62" fmla="*/ 276225 w 514350"/>
              <a:gd name="csY62" fmla="*/ 0 h 514350"/>
              <a:gd name="csX63" fmla="*/ 371475 w 514350"/>
              <a:gd name="csY63" fmla="*/ 0 h 514350"/>
              <a:gd name="csX64" fmla="*/ 381000 w 514350"/>
              <a:gd name="csY64" fmla="*/ 9525 h 514350"/>
              <a:gd name="csX65" fmla="*/ 381000 w 514350"/>
              <a:gd name="csY65" fmla="*/ 142875 h 514350"/>
              <a:gd name="csX66" fmla="*/ 361950 w 514350"/>
              <a:gd name="csY66" fmla="*/ 142875 h 514350"/>
              <a:gd name="csX67" fmla="*/ 361950 w 514350"/>
              <a:gd name="csY67" fmla="*/ 19050 h 514350"/>
              <a:gd name="csX68" fmla="*/ 285750 w 514350"/>
              <a:gd name="csY68" fmla="*/ 19050 h 514350"/>
              <a:gd name="csX69" fmla="*/ 285750 w 514350"/>
              <a:gd name="csY69" fmla="*/ 123825 h 514350"/>
              <a:gd name="csX70" fmla="*/ 228600 w 514350"/>
              <a:gd name="csY70" fmla="*/ 438150 h 514350"/>
              <a:gd name="csX71" fmla="*/ 247650 w 514350"/>
              <a:gd name="csY71" fmla="*/ 438150 h 514350"/>
              <a:gd name="csX72" fmla="*/ 247650 w 514350"/>
              <a:gd name="csY72" fmla="*/ 504825 h 514350"/>
              <a:gd name="csX73" fmla="*/ 238125 w 514350"/>
              <a:gd name="csY73" fmla="*/ 514350 h 514350"/>
              <a:gd name="csX74" fmla="*/ 142875 w 514350"/>
              <a:gd name="csY74" fmla="*/ 514350 h 514350"/>
              <a:gd name="csX75" fmla="*/ 133350 w 514350"/>
              <a:gd name="csY75" fmla="*/ 504825 h 514350"/>
              <a:gd name="csX76" fmla="*/ 133350 w 514350"/>
              <a:gd name="csY76" fmla="*/ 361950 h 514350"/>
              <a:gd name="csX77" fmla="*/ 152400 w 514350"/>
              <a:gd name="csY77" fmla="*/ 361950 h 514350"/>
              <a:gd name="csX78" fmla="*/ 152400 w 514350"/>
              <a:gd name="csY78" fmla="*/ 495300 h 514350"/>
              <a:gd name="csX79" fmla="*/ 228600 w 514350"/>
              <a:gd name="csY79" fmla="*/ 495300 h 514350"/>
              <a:gd name="csX80" fmla="*/ 228600 w 514350"/>
              <a:gd name="csY80" fmla="*/ 438150 h 514350"/>
              <a:gd name="csX81" fmla="*/ 152400 w 514350"/>
              <a:gd name="csY81" fmla="*/ 219075 h 514350"/>
              <a:gd name="csX82" fmla="*/ 133350 w 514350"/>
              <a:gd name="csY82" fmla="*/ 219075 h 514350"/>
              <a:gd name="csX83" fmla="*/ 133350 w 514350"/>
              <a:gd name="csY83" fmla="*/ 95250 h 514350"/>
              <a:gd name="csX84" fmla="*/ 142875 w 514350"/>
              <a:gd name="csY84" fmla="*/ 85725 h 514350"/>
              <a:gd name="csX85" fmla="*/ 238125 w 514350"/>
              <a:gd name="csY85" fmla="*/ 85725 h 514350"/>
              <a:gd name="csX86" fmla="*/ 247650 w 514350"/>
              <a:gd name="csY86" fmla="*/ 95250 h 514350"/>
              <a:gd name="csX87" fmla="*/ 247650 w 514350"/>
              <a:gd name="csY87" fmla="*/ 133350 h 514350"/>
              <a:gd name="csX88" fmla="*/ 228600 w 514350"/>
              <a:gd name="csY88" fmla="*/ 133350 h 514350"/>
              <a:gd name="csX89" fmla="*/ 228600 w 514350"/>
              <a:gd name="csY89" fmla="*/ 104775 h 514350"/>
              <a:gd name="csX90" fmla="*/ 152400 w 514350"/>
              <a:gd name="csY90" fmla="*/ 104775 h 514350"/>
              <a:gd name="csX91" fmla="*/ 152400 w 514350"/>
              <a:gd name="csY91" fmla="*/ 219075 h 514350"/>
              <a:gd name="csX92" fmla="*/ 19050 w 514350"/>
              <a:gd name="csY92" fmla="*/ 495300 h 514350"/>
              <a:gd name="csX93" fmla="*/ 95250 w 514350"/>
              <a:gd name="csY93" fmla="*/ 495300 h 514350"/>
              <a:gd name="csX94" fmla="*/ 95250 w 514350"/>
              <a:gd name="csY94" fmla="*/ 171450 h 514350"/>
              <a:gd name="csX95" fmla="*/ 19050 w 514350"/>
              <a:gd name="csY95" fmla="*/ 171450 h 514350"/>
              <a:gd name="csX96" fmla="*/ 19050 w 514350"/>
              <a:gd name="csY96" fmla="*/ 495300 h 514350"/>
              <a:gd name="csX97" fmla="*/ 104775 w 514350"/>
              <a:gd name="csY97" fmla="*/ 152400 h 514350"/>
              <a:gd name="csX98" fmla="*/ 9525 w 514350"/>
              <a:gd name="csY98" fmla="*/ 152400 h 514350"/>
              <a:gd name="csX99" fmla="*/ 0 w 514350"/>
              <a:gd name="csY99" fmla="*/ 161925 h 514350"/>
              <a:gd name="csX100" fmla="*/ 0 w 514350"/>
              <a:gd name="csY100" fmla="*/ 504825 h 514350"/>
              <a:gd name="csX101" fmla="*/ 9525 w 514350"/>
              <a:gd name="csY101" fmla="*/ 514350 h 514350"/>
              <a:gd name="csX102" fmla="*/ 104775 w 514350"/>
              <a:gd name="csY102" fmla="*/ 514350 h 514350"/>
              <a:gd name="csX103" fmla="*/ 114300 w 514350"/>
              <a:gd name="csY103" fmla="*/ 504825 h 514350"/>
              <a:gd name="csX104" fmla="*/ 114300 w 514350"/>
              <a:gd name="csY104" fmla="*/ 161925 h 514350"/>
              <a:gd name="csX105" fmla="*/ 104775 w 514350"/>
              <a:gd name="csY105" fmla="*/ 152400 h 514350"/>
              <a:gd name="csX106" fmla="*/ 104775 w 514350"/>
              <a:gd name="csY106" fmla="*/ 152400 h 514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514350" h="514350">
                <a:moveTo>
                  <a:pt x="297751" y="365093"/>
                </a:moveTo>
                <a:cubicBezTo>
                  <a:pt x="255680" y="365093"/>
                  <a:pt x="221456" y="330870"/>
                  <a:pt x="221456" y="288808"/>
                </a:cubicBezTo>
                <a:cubicBezTo>
                  <a:pt x="221456" y="246736"/>
                  <a:pt x="255680" y="212512"/>
                  <a:pt x="297751" y="212512"/>
                </a:cubicBezTo>
                <a:cubicBezTo>
                  <a:pt x="339823" y="212512"/>
                  <a:pt x="374047" y="246736"/>
                  <a:pt x="374047" y="288808"/>
                </a:cubicBezTo>
                <a:cubicBezTo>
                  <a:pt x="374047" y="330870"/>
                  <a:pt x="339823" y="365093"/>
                  <a:pt x="297751" y="365093"/>
                </a:cubicBezTo>
                <a:lnTo>
                  <a:pt x="297751" y="365093"/>
                </a:lnTo>
                <a:close/>
                <a:moveTo>
                  <a:pt x="297751" y="193462"/>
                </a:moveTo>
                <a:cubicBezTo>
                  <a:pt x="245174" y="193462"/>
                  <a:pt x="202406" y="236230"/>
                  <a:pt x="202406" y="288808"/>
                </a:cubicBezTo>
                <a:cubicBezTo>
                  <a:pt x="202406" y="341376"/>
                  <a:pt x="245174" y="384143"/>
                  <a:pt x="297751" y="384143"/>
                </a:cubicBezTo>
                <a:cubicBezTo>
                  <a:pt x="350330" y="384143"/>
                  <a:pt x="393097" y="341376"/>
                  <a:pt x="393097" y="288808"/>
                </a:cubicBezTo>
                <a:cubicBezTo>
                  <a:pt x="393097" y="236230"/>
                  <a:pt x="350330" y="193462"/>
                  <a:pt x="297751" y="193462"/>
                </a:cubicBezTo>
                <a:lnTo>
                  <a:pt x="297751" y="193462"/>
                </a:lnTo>
                <a:close/>
                <a:moveTo>
                  <a:pt x="490995" y="460496"/>
                </a:moveTo>
                <a:cubicBezTo>
                  <a:pt x="484794" y="467363"/>
                  <a:pt x="474126" y="467935"/>
                  <a:pt x="467220" y="461743"/>
                </a:cubicBezTo>
                <a:lnTo>
                  <a:pt x="387782" y="390087"/>
                </a:lnTo>
                <a:cubicBezTo>
                  <a:pt x="396173" y="382619"/>
                  <a:pt x="403708" y="374237"/>
                  <a:pt x="410042" y="364931"/>
                </a:cubicBezTo>
                <a:lnTo>
                  <a:pt x="489737" y="436731"/>
                </a:lnTo>
                <a:cubicBezTo>
                  <a:pt x="496624" y="442941"/>
                  <a:pt x="497176" y="453619"/>
                  <a:pt x="490995" y="460496"/>
                </a:cubicBezTo>
                <a:lnTo>
                  <a:pt x="490995" y="460496"/>
                </a:lnTo>
                <a:close/>
                <a:moveTo>
                  <a:pt x="181080" y="288808"/>
                </a:moveTo>
                <a:cubicBezTo>
                  <a:pt x="181080" y="224466"/>
                  <a:pt x="233420" y="172126"/>
                  <a:pt x="297751" y="172126"/>
                </a:cubicBezTo>
                <a:cubicBezTo>
                  <a:pt x="362083" y="172126"/>
                  <a:pt x="414423" y="224466"/>
                  <a:pt x="414423" y="288808"/>
                </a:cubicBezTo>
                <a:cubicBezTo>
                  <a:pt x="414423" y="353139"/>
                  <a:pt x="362083" y="405479"/>
                  <a:pt x="297751" y="405479"/>
                </a:cubicBezTo>
                <a:cubicBezTo>
                  <a:pt x="233420" y="405479"/>
                  <a:pt x="181080" y="353139"/>
                  <a:pt x="181080" y="288808"/>
                </a:cubicBezTo>
                <a:lnTo>
                  <a:pt x="181080" y="288808"/>
                </a:lnTo>
                <a:close/>
                <a:moveTo>
                  <a:pt x="419700" y="347996"/>
                </a:moveTo>
                <a:cubicBezTo>
                  <a:pt x="428435" y="330079"/>
                  <a:pt x="433473" y="310039"/>
                  <a:pt x="433473" y="288808"/>
                </a:cubicBezTo>
                <a:cubicBezTo>
                  <a:pt x="433473" y="213960"/>
                  <a:pt x="372589" y="153076"/>
                  <a:pt x="297751" y="153076"/>
                </a:cubicBezTo>
                <a:cubicBezTo>
                  <a:pt x="222914" y="153076"/>
                  <a:pt x="162030" y="213960"/>
                  <a:pt x="162030" y="288808"/>
                </a:cubicBezTo>
                <a:cubicBezTo>
                  <a:pt x="162030" y="363645"/>
                  <a:pt x="222914" y="424529"/>
                  <a:pt x="297751" y="424529"/>
                </a:cubicBezTo>
                <a:cubicBezTo>
                  <a:pt x="325364" y="424529"/>
                  <a:pt x="351053" y="416195"/>
                  <a:pt x="372513" y="401974"/>
                </a:cubicBezTo>
                <a:lnTo>
                  <a:pt x="454476" y="475907"/>
                </a:lnTo>
                <a:cubicBezTo>
                  <a:pt x="461315" y="482051"/>
                  <a:pt x="469897" y="485080"/>
                  <a:pt x="478460" y="485070"/>
                </a:cubicBezTo>
                <a:cubicBezTo>
                  <a:pt x="488280" y="485070"/>
                  <a:pt x="498062" y="481089"/>
                  <a:pt x="505149" y="473250"/>
                </a:cubicBezTo>
                <a:cubicBezTo>
                  <a:pt x="518350" y="458562"/>
                  <a:pt x="517169" y="435835"/>
                  <a:pt x="502501" y="422586"/>
                </a:cubicBezTo>
                <a:lnTo>
                  <a:pt x="419700" y="347996"/>
                </a:lnTo>
                <a:close/>
                <a:moveTo>
                  <a:pt x="514350" y="66675"/>
                </a:moveTo>
                <a:lnTo>
                  <a:pt x="514350" y="390525"/>
                </a:lnTo>
                <a:lnTo>
                  <a:pt x="495300" y="390525"/>
                </a:lnTo>
                <a:lnTo>
                  <a:pt x="495300" y="76200"/>
                </a:lnTo>
                <a:lnTo>
                  <a:pt x="419100" y="76200"/>
                </a:lnTo>
                <a:lnTo>
                  <a:pt x="419100" y="180975"/>
                </a:lnTo>
                <a:lnTo>
                  <a:pt x="400050" y="180975"/>
                </a:lnTo>
                <a:lnTo>
                  <a:pt x="400050" y="66675"/>
                </a:lnTo>
                <a:cubicBezTo>
                  <a:pt x="400050" y="61417"/>
                  <a:pt x="404317" y="57150"/>
                  <a:pt x="409575" y="57150"/>
                </a:cubicBezTo>
                <a:lnTo>
                  <a:pt x="504825" y="57150"/>
                </a:lnTo>
                <a:cubicBezTo>
                  <a:pt x="510092" y="57150"/>
                  <a:pt x="514350" y="61417"/>
                  <a:pt x="514350" y="66675"/>
                </a:cubicBezTo>
                <a:lnTo>
                  <a:pt x="514350" y="66675"/>
                </a:lnTo>
                <a:close/>
                <a:moveTo>
                  <a:pt x="361950" y="457200"/>
                </a:moveTo>
                <a:lnTo>
                  <a:pt x="381000" y="457200"/>
                </a:lnTo>
                <a:lnTo>
                  <a:pt x="381000" y="504825"/>
                </a:lnTo>
                <a:cubicBezTo>
                  <a:pt x="381000" y="510092"/>
                  <a:pt x="376742" y="514350"/>
                  <a:pt x="371475" y="514350"/>
                </a:cubicBezTo>
                <a:lnTo>
                  <a:pt x="276225" y="514350"/>
                </a:lnTo>
                <a:cubicBezTo>
                  <a:pt x="270958" y="514350"/>
                  <a:pt x="266700" y="510092"/>
                  <a:pt x="266700" y="504825"/>
                </a:cubicBezTo>
                <a:lnTo>
                  <a:pt x="266700" y="447675"/>
                </a:lnTo>
                <a:lnTo>
                  <a:pt x="285750" y="447675"/>
                </a:lnTo>
                <a:lnTo>
                  <a:pt x="285750" y="495300"/>
                </a:lnTo>
                <a:lnTo>
                  <a:pt x="361950" y="495300"/>
                </a:lnTo>
                <a:lnTo>
                  <a:pt x="361950" y="457200"/>
                </a:lnTo>
                <a:close/>
                <a:moveTo>
                  <a:pt x="285750" y="123825"/>
                </a:moveTo>
                <a:lnTo>
                  <a:pt x="266700" y="123825"/>
                </a:lnTo>
                <a:lnTo>
                  <a:pt x="266700" y="9525"/>
                </a:lnTo>
                <a:cubicBezTo>
                  <a:pt x="266700" y="4267"/>
                  <a:pt x="270958" y="0"/>
                  <a:pt x="276225" y="0"/>
                </a:cubicBezTo>
                <a:lnTo>
                  <a:pt x="371475" y="0"/>
                </a:lnTo>
                <a:cubicBezTo>
                  <a:pt x="376742" y="0"/>
                  <a:pt x="381000" y="4267"/>
                  <a:pt x="381000" y="9525"/>
                </a:cubicBezTo>
                <a:lnTo>
                  <a:pt x="381000" y="142875"/>
                </a:lnTo>
                <a:lnTo>
                  <a:pt x="361950" y="142875"/>
                </a:lnTo>
                <a:lnTo>
                  <a:pt x="361950" y="19050"/>
                </a:lnTo>
                <a:lnTo>
                  <a:pt x="285750" y="19050"/>
                </a:lnTo>
                <a:lnTo>
                  <a:pt x="285750" y="123825"/>
                </a:lnTo>
                <a:close/>
                <a:moveTo>
                  <a:pt x="228600" y="438150"/>
                </a:moveTo>
                <a:lnTo>
                  <a:pt x="247650" y="438150"/>
                </a:lnTo>
                <a:lnTo>
                  <a:pt x="247650" y="504825"/>
                </a:lnTo>
                <a:cubicBezTo>
                  <a:pt x="247650" y="510092"/>
                  <a:pt x="243392" y="514350"/>
                  <a:pt x="238125" y="514350"/>
                </a:cubicBezTo>
                <a:lnTo>
                  <a:pt x="142875" y="514350"/>
                </a:lnTo>
                <a:cubicBezTo>
                  <a:pt x="137617" y="514350"/>
                  <a:pt x="133350" y="510092"/>
                  <a:pt x="133350" y="504825"/>
                </a:cubicBezTo>
                <a:lnTo>
                  <a:pt x="133350" y="361950"/>
                </a:lnTo>
                <a:lnTo>
                  <a:pt x="152400" y="361950"/>
                </a:lnTo>
                <a:lnTo>
                  <a:pt x="152400" y="495300"/>
                </a:lnTo>
                <a:lnTo>
                  <a:pt x="228600" y="495300"/>
                </a:lnTo>
                <a:lnTo>
                  <a:pt x="228600" y="438150"/>
                </a:lnTo>
                <a:close/>
                <a:moveTo>
                  <a:pt x="152400" y="219075"/>
                </a:moveTo>
                <a:lnTo>
                  <a:pt x="133350" y="219075"/>
                </a:lnTo>
                <a:lnTo>
                  <a:pt x="133350" y="95250"/>
                </a:lnTo>
                <a:cubicBezTo>
                  <a:pt x="133350" y="89992"/>
                  <a:pt x="137617" y="85725"/>
                  <a:pt x="142875" y="85725"/>
                </a:cubicBezTo>
                <a:lnTo>
                  <a:pt x="238125" y="85725"/>
                </a:lnTo>
                <a:cubicBezTo>
                  <a:pt x="243392" y="85725"/>
                  <a:pt x="247650" y="89992"/>
                  <a:pt x="247650" y="95250"/>
                </a:cubicBezTo>
                <a:lnTo>
                  <a:pt x="247650" y="133350"/>
                </a:lnTo>
                <a:lnTo>
                  <a:pt x="228600" y="133350"/>
                </a:lnTo>
                <a:lnTo>
                  <a:pt x="228600" y="104775"/>
                </a:lnTo>
                <a:lnTo>
                  <a:pt x="152400" y="104775"/>
                </a:lnTo>
                <a:lnTo>
                  <a:pt x="152400" y="219075"/>
                </a:lnTo>
                <a:close/>
                <a:moveTo>
                  <a:pt x="19050" y="495300"/>
                </a:moveTo>
                <a:lnTo>
                  <a:pt x="95250" y="495300"/>
                </a:lnTo>
                <a:lnTo>
                  <a:pt x="95250" y="171450"/>
                </a:lnTo>
                <a:lnTo>
                  <a:pt x="19050" y="171450"/>
                </a:lnTo>
                <a:lnTo>
                  <a:pt x="19050" y="495300"/>
                </a:lnTo>
                <a:close/>
                <a:moveTo>
                  <a:pt x="104775" y="152400"/>
                </a:moveTo>
                <a:lnTo>
                  <a:pt x="9525" y="152400"/>
                </a:lnTo>
                <a:cubicBezTo>
                  <a:pt x="4267" y="152400"/>
                  <a:pt x="0" y="156667"/>
                  <a:pt x="0" y="161925"/>
                </a:cubicBezTo>
                <a:lnTo>
                  <a:pt x="0" y="504825"/>
                </a:lnTo>
                <a:cubicBezTo>
                  <a:pt x="0" y="510092"/>
                  <a:pt x="4267" y="514350"/>
                  <a:pt x="9525" y="514350"/>
                </a:cubicBezTo>
                <a:lnTo>
                  <a:pt x="104775" y="514350"/>
                </a:lnTo>
                <a:cubicBezTo>
                  <a:pt x="110042" y="514350"/>
                  <a:pt x="114300" y="510092"/>
                  <a:pt x="114300" y="504825"/>
                </a:cubicBezTo>
                <a:lnTo>
                  <a:pt x="114300" y="161925"/>
                </a:lnTo>
                <a:cubicBezTo>
                  <a:pt x="114300" y="156667"/>
                  <a:pt x="110042" y="152400"/>
                  <a:pt x="104775" y="152400"/>
                </a:cubicBezTo>
                <a:lnTo>
                  <a:pt x="104775" y="152400"/>
                </a:lnTo>
                <a:close/>
              </a:path>
            </a:pathLst>
          </a:custGeom>
          <a:solidFill>
            <a:schemeClr val="bg1"/>
          </a:solidFill>
          <a:ln w="2540"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30" name="TextBox 29">
            <a:extLst>
              <a:ext uri="{FF2B5EF4-FFF2-40B4-BE49-F238E27FC236}">
                <a16:creationId xmlns:a16="http://schemas.microsoft.com/office/drawing/2014/main" id="{CCF3491C-7B7A-9458-A345-865BE6B88E11}"/>
              </a:ext>
            </a:extLst>
          </p:cNvPr>
          <p:cNvSpPr txBox="1"/>
          <p:nvPr/>
        </p:nvSpPr>
        <p:spPr>
          <a:xfrm>
            <a:off x="1106485" y="3858113"/>
            <a:ext cx="2017715" cy="646331"/>
          </a:xfrm>
          <a:prstGeom prst="rect">
            <a:avLst/>
          </a:prstGeom>
          <a:noFill/>
        </p:spPr>
        <p:txBody>
          <a:bodyPr wrap="square" lIns="0" rIns="0" rtlCol="0">
            <a:spAutoFit/>
          </a:bodyPr>
          <a:lstStyle/>
          <a:p>
            <a:pPr algn="l"/>
            <a:r>
              <a:rPr lang="en-US" dirty="0"/>
              <a:t>Model-agnostic and constantly evolving</a:t>
            </a:r>
          </a:p>
        </p:txBody>
      </p:sp>
      <p:sp>
        <p:nvSpPr>
          <p:cNvPr id="31" name="TextBox 30">
            <a:extLst>
              <a:ext uri="{FF2B5EF4-FFF2-40B4-BE49-F238E27FC236}">
                <a16:creationId xmlns:a16="http://schemas.microsoft.com/office/drawing/2014/main" id="{21D62E93-E1F2-D7E3-F6D7-CAA7B46072AC}"/>
              </a:ext>
            </a:extLst>
          </p:cNvPr>
          <p:cNvSpPr txBox="1"/>
          <p:nvPr/>
        </p:nvSpPr>
        <p:spPr>
          <a:xfrm>
            <a:off x="4471674" y="3858113"/>
            <a:ext cx="2449826" cy="646331"/>
          </a:xfrm>
          <a:prstGeom prst="rect">
            <a:avLst/>
          </a:prstGeom>
          <a:noFill/>
        </p:spPr>
        <p:txBody>
          <a:bodyPr wrap="square" lIns="0" rIns="0" rtlCol="0">
            <a:spAutoFit/>
          </a:bodyPr>
          <a:lstStyle/>
          <a:p>
            <a:pPr algn="l"/>
            <a:r>
              <a:rPr lang="en-US" dirty="0"/>
              <a:t>Custom context informs what’s important</a:t>
            </a:r>
          </a:p>
        </p:txBody>
      </p:sp>
      <p:sp>
        <p:nvSpPr>
          <p:cNvPr id="32" name="TextBox 31">
            <a:extLst>
              <a:ext uri="{FF2B5EF4-FFF2-40B4-BE49-F238E27FC236}">
                <a16:creationId xmlns:a16="http://schemas.microsoft.com/office/drawing/2014/main" id="{B1E3A0BC-3C0B-2596-F407-6A329F3E7643}"/>
              </a:ext>
            </a:extLst>
          </p:cNvPr>
          <p:cNvSpPr txBox="1"/>
          <p:nvPr/>
        </p:nvSpPr>
        <p:spPr>
          <a:xfrm>
            <a:off x="8268974" y="3858113"/>
            <a:ext cx="2351712" cy="923330"/>
          </a:xfrm>
          <a:prstGeom prst="rect">
            <a:avLst/>
          </a:prstGeom>
          <a:noFill/>
        </p:spPr>
        <p:txBody>
          <a:bodyPr wrap="square" lIns="0" rIns="0" rtlCol="0">
            <a:spAutoFit/>
          </a:bodyPr>
          <a:lstStyle/>
          <a:p>
            <a:pPr algn="l"/>
            <a:r>
              <a:rPr lang="en-US" dirty="0"/>
              <a:t>Isolated sandboxes for agentic exploitation testing</a:t>
            </a:r>
          </a:p>
        </p:txBody>
      </p:sp>
    </p:spTree>
    <p:extLst>
      <p:ext uri="{BB962C8B-B14F-4D97-AF65-F5344CB8AC3E}">
        <p14:creationId xmlns:p14="http://schemas.microsoft.com/office/powerpoint/2010/main" val="32835807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DEBC079-6A18-9427-0E09-166E148935DC}"/>
            </a:ext>
          </a:extLst>
        </p:cNvPr>
        <p:cNvGrpSpPr/>
        <p:nvPr/>
      </p:nvGrpSpPr>
      <p:grpSpPr>
        <a:xfrm>
          <a:off x="0" y="0"/>
          <a:ext cx="0" cy="0"/>
          <a:chOff x="0" y="0"/>
          <a:chExt cx="0" cy="0"/>
        </a:xfrm>
      </p:grpSpPr>
      <p:grpSp>
        <p:nvGrpSpPr>
          <p:cNvPr id="55" name="Group 54">
            <a:extLst>
              <a:ext uri="{FF2B5EF4-FFF2-40B4-BE49-F238E27FC236}">
                <a16:creationId xmlns:a16="http://schemas.microsoft.com/office/drawing/2014/main" id="{77DAB38F-F593-95B8-B75C-AE02D4BA9FD6}"/>
              </a:ext>
            </a:extLst>
          </p:cNvPr>
          <p:cNvGrpSpPr/>
          <p:nvPr/>
        </p:nvGrpSpPr>
        <p:grpSpPr>
          <a:xfrm>
            <a:off x="4216400" y="2356"/>
            <a:ext cx="7975600" cy="6855643"/>
            <a:chOff x="4216400" y="2356"/>
            <a:chExt cx="7975600" cy="6855643"/>
          </a:xfrm>
        </p:grpSpPr>
        <p:sp>
          <p:nvSpPr>
            <p:cNvPr id="10" name="Rectangle 9">
              <a:extLst>
                <a:ext uri="{FF2B5EF4-FFF2-40B4-BE49-F238E27FC236}">
                  <a16:creationId xmlns:a16="http://schemas.microsoft.com/office/drawing/2014/main" id="{A74269E3-1094-BF5E-F893-07B1D9827051}"/>
                </a:ext>
              </a:extLst>
            </p:cNvPr>
            <p:cNvSpPr/>
            <p:nvPr/>
          </p:nvSpPr>
          <p:spPr>
            <a:xfrm>
              <a:off x="4216400" y="2356"/>
              <a:ext cx="7975600" cy="6855643"/>
            </a:xfrm>
            <a:prstGeom prst="rect">
              <a:avLst/>
            </a:prstGeom>
            <a:solidFill>
              <a:schemeClr val="tx1">
                <a:alpha val="1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0" name="TextBox 49">
              <a:extLst>
                <a:ext uri="{FF2B5EF4-FFF2-40B4-BE49-F238E27FC236}">
                  <a16:creationId xmlns:a16="http://schemas.microsoft.com/office/drawing/2014/main" id="{3D55B708-CDE7-EB84-F7D2-8FCEA311C393}"/>
                </a:ext>
              </a:extLst>
            </p:cNvPr>
            <p:cNvSpPr txBox="1"/>
            <p:nvPr/>
          </p:nvSpPr>
          <p:spPr>
            <a:xfrm>
              <a:off x="4494817" y="2640622"/>
              <a:ext cx="2198385" cy="830997"/>
            </a:xfrm>
            <a:prstGeom prst="rect">
              <a:avLst/>
            </a:prstGeom>
            <a:noFill/>
          </p:spPr>
          <p:txBody>
            <a:bodyPr wrap="square" lIns="0" rIns="0" rtlCol="0">
              <a:spAutoFit/>
            </a:bodyPr>
            <a:lstStyle/>
            <a:p>
              <a:pPr algn="l">
                <a:spcAft>
                  <a:spcPts val="1200"/>
                </a:spcAft>
              </a:pPr>
              <a:r>
                <a:rPr lang="en-US" sz="1600" dirty="0"/>
                <a:t>You want the audience to listen to you, not be reading slide text</a:t>
              </a:r>
            </a:p>
          </p:txBody>
        </p:sp>
        <p:sp>
          <p:nvSpPr>
            <p:cNvPr id="45" name="Freeform 38">
              <a:extLst>
                <a:ext uri="{FF2B5EF4-FFF2-40B4-BE49-F238E27FC236}">
                  <a16:creationId xmlns:a16="http://schemas.microsoft.com/office/drawing/2014/main" id="{B941706B-7CF0-FF78-688C-D2A72E691072}"/>
                </a:ext>
              </a:extLst>
            </p:cNvPr>
            <p:cNvSpPr/>
            <p:nvPr/>
          </p:nvSpPr>
          <p:spPr>
            <a:xfrm>
              <a:off x="4494817" y="1880514"/>
              <a:ext cx="457200" cy="533395"/>
            </a:xfrm>
            <a:custGeom>
              <a:avLst/>
              <a:gdLst>
                <a:gd name="csX0" fmla="*/ 438150 w 457200"/>
                <a:gd name="csY0" fmla="*/ 394493 h 533395"/>
                <a:gd name="csX1" fmla="*/ 238125 w 457200"/>
                <a:gd name="csY1" fmla="*/ 507554 h 533395"/>
                <a:gd name="csX2" fmla="*/ 238125 w 457200"/>
                <a:gd name="csY2" fmla="*/ 428621 h 533395"/>
                <a:gd name="csX3" fmla="*/ 219075 w 457200"/>
                <a:gd name="csY3" fmla="*/ 428621 h 533395"/>
                <a:gd name="csX4" fmla="*/ 219075 w 457200"/>
                <a:gd name="csY4" fmla="*/ 507554 h 533395"/>
                <a:gd name="csX5" fmla="*/ 19050 w 457200"/>
                <a:gd name="csY5" fmla="*/ 394493 h 533395"/>
                <a:gd name="csX6" fmla="*/ 19050 w 457200"/>
                <a:gd name="csY6" fmla="*/ 150538 h 533395"/>
                <a:gd name="csX7" fmla="*/ 80677 w 457200"/>
                <a:gd name="csY7" fmla="*/ 189057 h 533395"/>
                <a:gd name="csX8" fmla="*/ 90773 w 457200"/>
                <a:gd name="csY8" fmla="*/ 172893 h 533395"/>
                <a:gd name="csX9" fmla="*/ 28299 w 457200"/>
                <a:gd name="csY9" fmla="*/ 133850 h 533395"/>
                <a:gd name="csX10" fmla="*/ 233162 w 457200"/>
                <a:gd name="csY10" fmla="*/ 20465 h 533395"/>
                <a:gd name="csX11" fmla="*/ 428358 w 457200"/>
                <a:gd name="csY11" fmla="*/ 133193 h 533395"/>
                <a:gd name="csX12" fmla="*/ 357330 w 457200"/>
                <a:gd name="csY12" fmla="*/ 172646 h 533395"/>
                <a:gd name="csX13" fmla="*/ 366570 w 457200"/>
                <a:gd name="csY13" fmla="*/ 189305 h 533395"/>
                <a:gd name="csX14" fmla="*/ 438150 w 457200"/>
                <a:gd name="csY14" fmla="*/ 149538 h 533395"/>
                <a:gd name="csX15" fmla="*/ 438150 w 457200"/>
                <a:gd name="csY15" fmla="*/ 394493 h 533395"/>
                <a:gd name="csX16" fmla="*/ 452438 w 457200"/>
                <a:gd name="csY16" fmla="*/ 125097 h 533395"/>
                <a:gd name="csX17" fmla="*/ 238020 w 457200"/>
                <a:gd name="csY17" fmla="*/ 1272 h 533395"/>
                <a:gd name="csX18" fmla="*/ 228648 w 457200"/>
                <a:gd name="csY18" fmla="*/ 1186 h 533395"/>
                <a:gd name="csX19" fmla="*/ 4915 w 457200"/>
                <a:gd name="csY19" fmla="*/ 125011 h 533395"/>
                <a:gd name="csX20" fmla="*/ 0 w 457200"/>
                <a:gd name="csY20" fmla="*/ 133346 h 533395"/>
                <a:gd name="csX21" fmla="*/ 0 w 457200"/>
                <a:gd name="csY21" fmla="*/ 400046 h 533395"/>
                <a:gd name="csX22" fmla="*/ 4839 w 457200"/>
                <a:gd name="csY22" fmla="*/ 408342 h 533395"/>
                <a:gd name="csX23" fmla="*/ 223914 w 457200"/>
                <a:gd name="csY23" fmla="*/ 532167 h 533395"/>
                <a:gd name="csX24" fmla="*/ 228600 w 457200"/>
                <a:gd name="csY24" fmla="*/ 533396 h 533395"/>
                <a:gd name="csX25" fmla="*/ 233286 w 457200"/>
                <a:gd name="csY25" fmla="*/ 532167 h 533395"/>
                <a:gd name="csX26" fmla="*/ 452361 w 457200"/>
                <a:gd name="csY26" fmla="*/ 408342 h 533395"/>
                <a:gd name="csX27" fmla="*/ 457200 w 457200"/>
                <a:gd name="csY27" fmla="*/ 400046 h 533395"/>
                <a:gd name="csX28" fmla="*/ 457200 w 457200"/>
                <a:gd name="csY28" fmla="*/ 133346 h 533395"/>
                <a:gd name="csX29" fmla="*/ 452438 w 457200"/>
                <a:gd name="csY29" fmla="*/ 125097 h 533395"/>
                <a:gd name="csX30" fmla="*/ 452438 w 457200"/>
                <a:gd name="csY30" fmla="*/ 125097 h 533395"/>
                <a:gd name="csX31" fmla="*/ 333375 w 457200"/>
                <a:gd name="csY31" fmla="*/ 329942 h 533395"/>
                <a:gd name="csX32" fmla="*/ 238125 w 457200"/>
                <a:gd name="csY32" fmla="*/ 384939 h 533395"/>
                <a:gd name="csX33" fmla="*/ 238125 w 457200"/>
                <a:gd name="csY33" fmla="*/ 272592 h 533395"/>
                <a:gd name="csX34" fmla="*/ 333375 w 457200"/>
                <a:gd name="csY34" fmla="*/ 224967 h 533395"/>
                <a:gd name="csX35" fmla="*/ 333375 w 457200"/>
                <a:gd name="csY35" fmla="*/ 329942 h 533395"/>
                <a:gd name="csX36" fmla="*/ 231410 w 457200"/>
                <a:gd name="csY36" fmla="*/ 254646 h 533395"/>
                <a:gd name="csX37" fmla="*/ 138913 w 457200"/>
                <a:gd name="csY37" fmla="*/ 201192 h 533395"/>
                <a:gd name="csX38" fmla="*/ 228381 w 457200"/>
                <a:gd name="csY38" fmla="*/ 153777 h 533395"/>
                <a:gd name="csX39" fmla="*/ 322888 w 457200"/>
                <a:gd name="csY39" fmla="*/ 208907 h 533395"/>
                <a:gd name="csX40" fmla="*/ 231410 w 457200"/>
                <a:gd name="csY40" fmla="*/ 254646 h 533395"/>
                <a:gd name="csX41" fmla="*/ 219075 w 457200"/>
                <a:gd name="csY41" fmla="*/ 384939 h 533395"/>
                <a:gd name="csX42" fmla="*/ 123825 w 457200"/>
                <a:gd name="csY42" fmla="*/ 329942 h 533395"/>
                <a:gd name="csX43" fmla="*/ 123825 w 457200"/>
                <a:gd name="csY43" fmla="*/ 214470 h 533395"/>
                <a:gd name="csX44" fmla="*/ 219075 w 457200"/>
                <a:gd name="csY44" fmla="*/ 269515 h 533395"/>
                <a:gd name="csX45" fmla="*/ 219075 w 457200"/>
                <a:gd name="csY45" fmla="*/ 384939 h 533395"/>
                <a:gd name="csX46" fmla="*/ 347701 w 457200"/>
                <a:gd name="csY46" fmla="*/ 201326 h 533395"/>
                <a:gd name="csX47" fmla="*/ 233401 w 457200"/>
                <a:gd name="csY47" fmla="*/ 134651 h 533395"/>
                <a:gd name="csX48" fmla="*/ 224133 w 457200"/>
                <a:gd name="csY48" fmla="*/ 134460 h 533395"/>
                <a:gd name="csX49" fmla="*/ 109833 w 457200"/>
                <a:gd name="csY49" fmla="*/ 195039 h 533395"/>
                <a:gd name="csX50" fmla="*/ 104775 w 457200"/>
                <a:gd name="csY50" fmla="*/ 203459 h 533395"/>
                <a:gd name="csX51" fmla="*/ 104775 w 457200"/>
                <a:gd name="csY51" fmla="*/ 335438 h 533395"/>
                <a:gd name="csX52" fmla="*/ 109538 w 457200"/>
                <a:gd name="csY52" fmla="*/ 343696 h 533395"/>
                <a:gd name="csX53" fmla="*/ 223838 w 457200"/>
                <a:gd name="csY53" fmla="*/ 409685 h 533395"/>
                <a:gd name="csX54" fmla="*/ 228600 w 457200"/>
                <a:gd name="csY54" fmla="*/ 410961 h 533395"/>
                <a:gd name="csX55" fmla="*/ 233363 w 457200"/>
                <a:gd name="csY55" fmla="*/ 409685 h 533395"/>
                <a:gd name="csX56" fmla="*/ 347663 w 457200"/>
                <a:gd name="csY56" fmla="*/ 343696 h 533395"/>
                <a:gd name="csX57" fmla="*/ 352425 w 457200"/>
                <a:gd name="csY57" fmla="*/ 335438 h 533395"/>
                <a:gd name="csX58" fmla="*/ 352425 w 457200"/>
                <a:gd name="csY58" fmla="*/ 209546 h 533395"/>
                <a:gd name="csX59" fmla="*/ 347701 w 457200"/>
                <a:gd name="csY59" fmla="*/ 201326 h 533395"/>
                <a:gd name="csX60" fmla="*/ 347701 w 457200"/>
                <a:gd name="csY60" fmla="*/ 201326 h 5333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457200" h="533395">
                  <a:moveTo>
                    <a:pt x="438150" y="394493"/>
                  </a:moveTo>
                  <a:lnTo>
                    <a:pt x="238125" y="507554"/>
                  </a:lnTo>
                  <a:lnTo>
                    <a:pt x="238125" y="428621"/>
                  </a:lnTo>
                  <a:lnTo>
                    <a:pt x="219075" y="428621"/>
                  </a:lnTo>
                  <a:lnTo>
                    <a:pt x="219075" y="507554"/>
                  </a:lnTo>
                  <a:lnTo>
                    <a:pt x="19050" y="394493"/>
                  </a:lnTo>
                  <a:lnTo>
                    <a:pt x="19050" y="150538"/>
                  </a:lnTo>
                  <a:lnTo>
                    <a:pt x="80677" y="189057"/>
                  </a:lnTo>
                  <a:lnTo>
                    <a:pt x="90773" y="172893"/>
                  </a:lnTo>
                  <a:lnTo>
                    <a:pt x="28299" y="133850"/>
                  </a:lnTo>
                  <a:lnTo>
                    <a:pt x="233162" y="20465"/>
                  </a:lnTo>
                  <a:lnTo>
                    <a:pt x="428358" y="133193"/>
                  </a:lnTo>
                  <a:lnTo>
                    <a:pt x="357330" y="172646"/>
                  </a:lnTo>
                  <a:lnTo>
                    <a:pt x="366570" y="189305"/>
                  </a:lnTo>
                  <a:lnTo>
                    <a:pt x="438150" y="149538"/>
                  </a:lnTo>
                  <a:lnTo>
                    <a:pt x="438150" y="394493"/>
                  </a:lnTo>
                  <a:close/>
                  <a:moveTo>
                    <a:pt x="452438" y="125097"/>
                  </a:moveTo>
                  <a:lnTo>
                    <a:pt x="238020" y="1272"/>
                  </a:lnTo>
                  <a:cubicBezTo>
                    <a:pt x="235144" y="-395"/>
                    <a:pt x="231572" y="-423"/>
                    <a:pt x="228648" y="1186"/>
                  </a:cubicBezTo>
                  <a:lnTo>
                    <a:pt x="4915" y="125011"/>
                  </a:lnTo>
                  <a:cubicBezTo>
                    <a:pt x="1876" y="126697"/>
                    <a:pt x="0" y="129888"/>
                    <a:pt x="0" y="133346"/>
                  </a:cubicBezTo>
                  <a:lnTo>
                    <a:pt x="0" y="400046"/>
                  </a:lnTo>
                  <a:cubicBezTo>
                    <a:pt x="0" y="403484"/>
                    <a:pt x="1848" y="406656"/>
                    <a:pt x="4839" y="408342"/>
                  </a:cubicBezTo>
                  <a:lnTo>
                    <a:pt x="223914" y="532167"/>
                  </a:lnTo>
                  <a:cubicBezTo>
                    <a:pt x="225362" y="532996"/>
                    <a:pt x="226981" y="533396"/>
                    <a:pt x="228600" y="533396"/>
                  </a:cubicBezTo>
                  <a:cubicBezTo>
                    <a:pt x="230219" y="533396"/>
                    <a:pt x="231839" y="532996"/>
                    <a:pt x="233286" y="532167"/>
                  </a:cubicBezTo>
                  <a:lnTo>
                    <a:pt x="452361" y="408342"/>
                  </a:lnTo>
                  <a:cubicBezTo>
                    <a:pt x="455352" y="406656"/>
                    <a:pt x="457200" y="403484"/>
                    <a:pt x="457200" y="400046"/>
                  </a:cubicBezTo>
                  <a:lnTo>
                    <a:pt x="457200" y="133346"/>
                  </a:lnTo>
                  <a:cubicBezTo>
                    <a:pt x="457200" y="129945"/>
                    <a:pt x="455390" y="126802"/>
                    <a:pt x="452438" y="125097"/>
                  </a:cubicBezTo>
                  <a:lnTo>
                    <a:pt x="452438" y="125097"/>
                  </a:lnTo>
                  <a:close/>
                  <a:moveTo>
                    <a:pt x="333375" y="329942"/>
                  </a:moveTo>
                  <a:lnTo>
                    <a:pt x="238125" y="384939"/>
                  </a:lnTo>
                  <a:lnTo>
                    <a:pt x="238125" y="272592"/>
                  </a:lnTo>
                  <a:lnTo>
                    <a:pt x="333375" y="224967"/>
                  </a:lnTo>
                  <a:lnTo>
                    <a:pt x="333375" y="329942"/>
                  </a:lnTo>
                  <a:close/>
                  <a:moveTo>
                    <a:pt x="231410" y="254646"/>
                  </a:moveTo>
                  <a:lnTo>
                    <a:pt x="138913" y="201192"/>
                  </a:lnTo>
                  <a:lnTo>
                    <a:pt x="228381" y="153777"/>
                  </a:lnTo>
                  <a:lnTo>
                    <a:pt x="322888" y="208907"/>
                  </a:lnTo>
                  <a:lnTo>
                    <a:pt x="231410" y="254646"/>
                  </a:lnTo>
                  <a:close/>
                  <a:moveTo>
                    <a:pt x="219075" y="384939"/>
                  </a:moveTo>
                  <a:lnTo>
                    <a:pt x="123825" y="329942"/>
                  </a:lnTo>
                  <a:lnTo>
                    <a:pt x="123825" y="214470"/>
                  </a:lnTo>
                  <a:lnTo>
                    <a:pt x="219075" y="269515"/>
                  </a:lnTo>
                  <a:lnTo>
                    <a:pt x="219075" y="384939"/>
                  </a:lnTo>
                  <a:close/>
                  <a:moveTo>
                    <a:pt x="347701" y="201326"/>
                  </a:moveTo>
                  <a:lnTo>
                    <a:pt x="233401" y="134651"/>
                  </a:lnTo>
                  <a:cubicBezTo>
                    <a:pt x="230543" y="132974"/>
                    <a:pt x="227047" y="132917"/>
                    <a:pt x="224133" y="134460"/>
                  </a:cubicBezTo>
                  <a:lnTo>
                    <a:pt x="109833" y="195039"/>
                  </a:lnTo>
                  <a:cubicBezTo>
                    <a:pt x="106718" y="196696"/>
                    <a:pt x="104775" y="199935"/>
                    <a:pt x="104775" y="203459"/>
                  </a:cubicBezTo>
                  <a:lnTo>
                    <a:pt x="104775" y="335438"/>
                  </a:lnTo>
                  <a:cubicBezTo>
                    <a:pt x="104775" y="338848"/>
                    <a:pt x="106585" y="341991"/>
                    <a:pt x="109538" y="343696"/>
                  </a:cubicBezTo>
                  <a:lnTo>
                    <a:pt x="223838" y="409685"/>
                  </a:lnTo>
                  <a:cubicBezTo>
                    <a:pt x="225304" y="410533"/>
                    <a:pt x="226952" y="410961"/>
                    <a:pt x="228600" y="410961"/>
                  </a:cubicBezTo>
                  <a:cubicBezTo>
                    <a:pt x="230248" y="410961"/>
                    <a:pt x="231896" y="410533"/>
                    <a:pt x="233363" y="409685"/>
                  </a:cubicBezTo>
                  <a:lnTo>
                    <a:pt x="347663" y="343696"/>
                  </a:lnTo>
                  <a:cubicBezTo>
                    <a:pt x="350615" y="341991"/>
                    <a:pt x="352425" y="338848"/>
                    <a:pt x="352425" y="335438"/>
                  </a:cubicBezTo>
                  <a:lnTo>
                    <a:pt x="352425" y="209546"/>
                  </a:lnTo>
                  <a:cubicBezTo>
                    <a:pt x="352425" y="206164"/>
                    <a:pt x="350634" y="203031"/>
                    <a:pt x="347701" y="201326"/>
                  </a:cubicBezTo>
                  <a:lnTo>
                    <a:pt x="347701" y="201326"/>
                  </a:lnTo>
                  <a:close/>
                </a:path>
              </a:pathLst>
            </a:custGeom>
            <a:solidFill>
              <a:schemeClr val="accent1"/>
            </a:solidFill>
            <a:ln w="12700"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grpSp>
        <p:nvGrpSpPr>
          <p:cNvPr id="56" name="Group 55">
            <a:extLst>
              <a:ext uri="{FF2B5EF4-FFF2-40B4-BE49-F238E27FC236}">
                <a16:creationId xmlns:a16="http://schemas.microsoft.com/office/drawing/2014/main" id="{3FC4B173-8AF5-855E-D264-C4D3CC4875EF}"/>
              </a:ext>
            </a:extLst>
          </p:cNvPr>
          <p:cNvGrpSpPr/>
          <p:nvPr/>
        </p:nvGrpSpPr>
        <p:grpSpPr>
          <a:xfrm>
            <a:off x="6870700" y="2356"/>
            <a:ext cx="5321300" cy="6855643"/>
            <a:chOff x="6870700" y="2356"/>
            <a:chExt cx="5321300" cy="6855643"/>
          </a:xfrm>
        </p:grpSpPr>
        <p:sp>
          <p:nvSpPr>
            <p:cNvPr id="6" name="Rectangle 5">
              <a:extLst>
                <a:ext uri="{FF2B5EF4-FFF2-40B4-BE49-F238E27FC236}">
                  <a16:creationId xmlns:a16="http://schemas.microsoft.com/office/drawing/2014/main" id="{B8235E39-166E-2CB5-1DA7-0EA0537D2307}"/>
                </a:ext>
              </a:extLst>
            </p:cNvPr>
            <p:cNvSpPr/>
            <p:nvPr/>
          </p:nvSpPr>
          <p:spPr>
            <a:xfrm>
              <a:off x="6870700" y="2356"/>
              <a:ext cx="5321300" cy="6855643"/>
            </a:xfrm>
            <a:prstGeom prst="rect">
              <a:avLst/>
            </a:prstGeom>
            <a:solidFill>
              <a:schemeClr val="tx1">
                <a:alpha val="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1" name="TextBox 50">
              <a:extLst>
                <a:ext uri="{FF2B5EF4-FFF2-40B4-BE49-F238E27FC236}">
                  <a16:creationId xmlns:a16="http://schemas.microsoft.com/office/drawing/2014/main" id="{87AE573B-F9F3-0BED-603F-31D6BAE73460}"/>
                </a:ext>
              </a:extLst>
            </p:cNvPr>
            <p:cNvSpPr txBox="1"/>
            <p:nvPr/>
          </p:nvSpPr>
          <p:spPr>
            <a:xfrm>
              <a:off x="7256766" y="2640622"/>
              <a:ext cx="2085762" cy="830997"/>
            </a:xfrm>
            <a:prstGeom prst="rect">
              <a:avLst/>
            </a:prstGeom>
            <a:noFill/>
          </p:spPr>
          <p:txBody>
            <a:bodyPr wrap="square" lIns="0" rIns="0" rtlCol="0">
              <a:spAutoFit/>
            </a:bodyPr>
            <a:lstStyle/>
            <a:p>
              <a:pPr algn="l">
                <a:spcAft>
                  <a:spcPts val="1200"/>
                </a:spcAft>
              </a:pPr>
              <a:r>
                <a:rPr lang="en-US" sz="1600" dirty="0"/>
                <a:t>Dividing content into bite-sized chunks helps with retention</a:t>
              </a:r>
            </a:p>
          </p:txBody>
        </p:sp>
        <p:sp>
          <p:nvSpPr>
            <p:cNvPr id="53" name="Freeform 39">
              <a:extLst>
                <a:ext uri="{FF2B5EF4-FFF2-40B4-BE49-F238E27FC236}">
                  <a16:creationId xmlns:a16="http://schemas.microsoft.com/office/drawing/2014/main" id="{ECAA7846-1327-7A7A-A987-E45CF270224C}"/>
                </a:ext>
              </a:extLst>
            </p:cNvPr>
            <p:cNvSpPr/>
            <p:nvPr/>
          </p:nvSpPr>
          <p:spPr>
            <a:xfrm>
              <a:off x="7256766" y="1890036"/>
              <a:ext cx="514350" cy="514350"/>
            </a:xfrm>
            <a:custGeom>
              <a:avLst/>
              <a:gdLst>
                <a:gd name="csX0" fmla="*/ 297751 w 514350"/>
                <a:gd name="csY0" fmla="*/ 365093 h 514350"/>
                <a:gd name="csX1" fmla="*/ 221456 w 514350"/>
                <a:gd name="csY1" fmla="*/ 288808 h 514350"/>
                <a:gd name="csX2" fmla="*/ 297751 w 514350"/>
                <a:gd name="csY2" fmla="*/ 212512 h 514350"/>
                <a:gd name="csX3" fmla="*/ 374047 w 514350"/>
                <a:gd name="csY3" fmla="*/ 288808 h 514350"/>
                <a:gd name="csX4" fmla="*/ 297751 w 514350"/>
                <a:gd name="csY4" fmla="*/ 365093 h 514350"/>
                <a:gd name="csX5" fmla="*/ 297751 w 514350"/>
                <a:gd name="csY5" fmla="*/ 365093 h 514350"/>
                <a:gd name="csX6" fmla="*/ 297751 w 514350"/>
                <a:gd name="csY6" fmla="*/ 193462 h 514350"/>
                <a:gd name="csX7" fmla="*/ 202406 w 514350"/>
                <a:gd name="csY7" fmla="*/ 288808 h 514350"/>
                <a:gd name="csX8" fmla="*/ 297751 w 514350"/>
                <a:gd name="csY8" fmla="*/ 384143 h 514350"/>
                <a:gd name="csX9" fmla="*/ 393097 w 514350"/>
                <a:gd name="csY9" fmla="*/ 288808 h 514350"/>
                <a:gd name="csX10" fmla="*/ 297751 w 514350"/>
                <a:gd name="csY10" fmla="*/ 193462 h 514350"/>
                <a:gd name="csX11" fmla="*/ 297751 w 514350"/>
                <a:gd name="csY11" fmla="*/ 193462 h 514350"/>
                <a:gd name="csX12" fmla="*/ 490995 w 514350"/>
                <a:gd name="csY12" fmla="*/ 460496 h 514350"/>
                <a:gd name="csX13" fmla="*/ 467220 w 514350"/>
                <a:gd name="csY13" fmla="*/ 461743 h 514350"/>
                <a:gd name="csX14" fmla="*/ 387782 w 514350"/>
                <a:gd name="csY14" fmla="*/ 390087 h 514350"/>
                <a:gd name="csX15" fmla="*/ 410042 w 514350"/>
                <a:gd name="csY15" fmla="*/ 364931 h 514350"/>
                <a:gd name="csX16" fmla="*/ 489737 w 514350"/>
                <a:gd name="csY16" fmla="*/ 436731 h 514350"/>
                <a:gd name="csX17" fmla="*/ 490995 w 514350"/>
                <a:gd name="csY17" fmla="*/ 460496 h 514350"/>
                <a:gd name="csX18" fmla="*/ 490995 w 514350"/>
                <a:gd name="csY18" fmla="*/ 460496 h 514350"/>
                <a:gd name="csX19" fmla="*/ 181080 w 514350"/>
                <a:gd name="csY19" fmla="*/ 288808 h 514350"/>
                <a:gd name="csX20" fmla="*/ 297751 w 514350"/>
                <a:gd name="csY20" fmla="*/ 172126 h 514350"/>
                <a:gd name="csX21" fmla="*/ 414423 w 514350"/>
                <a:gd name="csY21" fmla="*/ 288808 h 514350"/>
                <a:gd name="csX22" fmla="*/ 297751 w 514350"/>
                <a:gd name="csY22" fmla="*/ 405479 h 514350"/>
                <a:gd name="csX23" fmla="*/ 181080 w 514350"/>
                <a:gd name="csY23" fmla="*/ 288808 h 514350"/>
                <a:gd name="csX24" fmla="*/ 181080 w 514350"/>
                <a:gd name="csY24" fmla="*/ 288808 h 514350"/>
                <a:gd name="csX25" fmla="*/ 419700 w 514350"/>
                <a:gd name="csY25" fmla="*/ 347996 h 514350"/>
                <a:gd name="csX26" fmla="*/ 433473 w 514350"/>
                <a:gd name="csY26" fmla="*/ 288808 h 514350"/>
                <a:gd name="csX27" fmla="*/ 297751 w 514350"/>
                <a:gd name="csY27" fmla="*/ 153076 h 514350"/>
                <a:gd name="csX28" fmla="*/ 162030 w 514350"/>
                <a:gd name="csY28" fmla="*/ 288808 h 514350"/>
                <a:gd name="csX29" fmla="*/ 297751 w 514350"/>
                <a:gd name="csY29" fmla="*/ 424529 h 514350"/>
                <a:gd name="csX30" fmla="*/ 372513 w 514350"/>
                <a:gd name="csY30" fmla="*/ 401974 h 514350"/>
                <a:gd name="csX31" fmla="*/ 454476 w 514350"/>
                <a:gd name="csY31" fmla="*/ 475907 h 514350"/>
                <a:gd name="csX32" fmla="*/ 478460 w 514350"/>
                <a:gd name="csY32" fmla="*/ 485070 h 514350"/>
                <a:gd name="csX33" fmla="*/ 505149 w 514350"/>
                <a:gd name="csY33" fmla="*/ 473250 h 514350"/>
                <a:gd name="csX34" fmla="*/ 502501 w 514350"/>
                <a:gd name="csY34" fmla="*/ 422586 h 514350"/>
                <a:gd name="csX35" fmla="*/ 419700 w 514350"/>
                <a:gd name="csY35" fmla="*/ 347996 h 514350"/>
                <a:gd name="csX36" fmla="*/ 514350 w 514350"/>
                <a:gd name="csY36" fmla="*/ 66675 h 514350"/>
                <a:gd name="csX37" fmla="*/ 514350 w 514350"/>
                <a:gd name="csY37" fmla="*/ 390525 h 514350"/>
                <a:gd name="csX38" fmla="*/ 495300 w 514350"/>
                <a:gd name="csY38" fmla="*/ 390525 h 514350"/>
                <a:gd name="csX39" fmla="*/ 495300 w 514350"/>
                <a:gd name="csY39" fmla="*/ 76200 h 514350"/>
                <a:gd name="csX40" fmla="*/ 419100 w 514350"/>
                <a:gd name="csY40" fmla="*/ 76200 h 514350"/>
                <a:gd name="csX41" fmla="*/ 419100 w 514350"/>
                <a:gd name="csY41" fmla="*/ 180975 h 514350"/>
                <a:gd name="csX42" fmla="*/ 400050 w 514350"/>
                <a:gd name="csY42" fmla="*/ 180975 h 514350"/>
                <a:gd name="csX43" fmla="*/ 400050 w 514350"/>
                <a:gd name="csY43" fmla="*/ 66675 h 514350"/>
                <a:gd name="csX44" fmla="*/ 409575 w 514350"/>
                <a:gd name="csY44" fmla="*/ 57150 h 514350"/>
                <a:gd name="csX45" fmla="*/ 504825 w 514350"/>
                <a:gd name="csY45" fmla="*/ 57150 h 514350"/>
                <a:gd name="csX46" fmla="*/ 514350 w 514350"/>
                <a:gd name="csY46" fmla="*/ 66675 h 514350"/>
                <a:gd name="csX47" fmla="*/ 514350 w 514350"/>
                <a:gd name="csY47" fmla="*/ 66675 h 514350"/>
                <a:gd name="csX48" fmla="*/ 361950 w 514350"/>
                <a:gd name="csY48" fmla="*/ 457200 h 514350"/>
                <a:gd name="csX49" fmla="*/ 381000 w 514350"/>
                <a:gd name="csY49" fmla="*/ 457200 h 514350"/>
                <a:gd name="csX50" fmla="*/ 381000 w 514350"/>
                <a:gd name="csY50" fmla="*/ 504825 h 514350"/>
                <a:gd name="csX51" fmla="*/ 371475 w 514350"/>
                <a:gd name="csY51" fmla="*/ 514350 h 514350"/>
                <a:gd name="csX52" fmla="*/ 276225 w 514350"/>
                <a:gd name="csY52" fmla="*/ 514350 h 514350"/>
                <a:gd name="csX53" fmla="*/ 266700 w 514350"/>
                <a:gd name="csY53" fmla="*/ 504825 h 514350"/>
                <a:gd name="csX54" fmla="*/ 266700 w 514350"/>
                <a:gd name="csY54" fmla="*/ 447675 h 514350"/>
                <a:gd name="csX55" fmla="*/ 285750 w 514350"/>
                <a:gd name="csY55" fmla="*/ 447675 h 514350"/>
                <a:gd name="csX56" fmla="*/ 285750 w 514350"/>
                <a:gd name="csY56" fmla="*/ 495300 h 514350"/>
                <a:gd name="csX57" fmla="*/ 361950 w 514350"/>
                <a:gd name="csY57" fmla="*/ 495300 h 514350"/>
                <a:gd name="csX58" fmla="*/ 361950 w 514350"/>
                <a:gd name="csY58" fmla="*/ 457200 h 514350"/>
                <a:gd name="csX59" fmla="*/ 285750 w 514350"/>
                <a:gd name="csY59" fmla="*/ 123825 h 514350"/>
                <a:gd name="csX60" fmla="*/ 266700 w 514350"/>
                <a:gd name="csY60" fmla="*/ 123825 h 514350"/>
                <a:gd name="csX61" fmla="*/ 266700 w 514350"/>
                <a:gd name="csY61" fmla="*/ 9525 h 514350"/>
                <a:gd name="csX62" fmla="*/ 276225 w 514350"/>
                <a:gd name="csY62" fmla="*/ 0 h 514350"/>
                <a:gd name="csX63" fmla="*/ 371475 w 514350"/>
                <a:gd name="csY63" fmla="*/ 0 h 514350"/>
                <a:gd name="csX64" fmla="*/ 381000 w 514350"/>
                <a:gd name="csY64" fmla="*/ 9525 h 514350"/>
                <a:gd name="csX65" fmla="*/ 381000 w 514350"/>
                <a:gd name="csY65" fmla="*/ 142875 h 514350"/>
                <a:gd name="csX66" fmla="*/ 361950 w 514350"/>
                <a:gd name="csY66" fmla="*/ 142875 h 514350"/>
                <a:gd name="csX67" fmla="*/ 361950 w 514350"/>
                <a:gd name="csY67" fmla="*/ 19050 h 514350"/>
                <a:gd name="csX68" fmla="*/ 285750 w 514350"/>
                <a:gd name="csY68" fmla="*/ 19050 h 514350"/>
                <a:gd name="csX69" fmla="*/ 285750 w 514350"/>
                <a:gd name="csY69" fmla="*/ 123825 h 514350"/>
                <a:gd name="csX70" fmla="*/ 228600 w 514350"/>
                <a:gd name="csY70" fmla="*/ 438150 h 514350"/>
                <a:gd name="csX71" fmla="*/ 247650 w 514350"/>
                <a:gd name="csY71" fmla="*/ 438150 h 514350"/>
                <a:gd name="csX72" fmla="*/ 247650 w 514350"/>
                <a:gd name="csY72" fmla="*/ 504825 h 514350"/>
                <a:gd name="csX73" fmla="*/ 238125 w 514350"/>
                <a:gd name="csY73" fmla="*/ 514350 h 514350"/>
                <a:gd name="csX74" fmla="*/ 142875 w 514350"/>
                <a:gd name="csY74" fmla="*/ 514350 h 514350"/>
                <a:gd name="csX75" fmla="*/ 133350 w 514350"/>
                <a:gd name="csY75" fmla="*/ 504825 h 514350"/>
                <a:gd name="csX76" fmla="*/ 133350 w 514350"/>
                <a:gd name="csY76" fmla="*/ 361950 h 514350"/>
                <a:gd name="csX77" fmla="*/ 152400 w 514350"/>
                <a:gd name="csY77" fmla="*/ 361950 h 514350"/>
                <a:gd name="csX78" fmla="*/ 152400 w 514350"/>
                <a:gd name="csY78" fmla="*/ 495300 h 514350"/>
                <a:gd name="csX79" fmla="*/ 228600 w 514350"/>
                <a:gd name="csY79" fmla="*/ 495300 h 514350"/>
                <a:gd name="csX80" fmla="*/ 228600 w 514350"/>
                <a:gd name="csY80" fmla="*/ 438150 h 514350"/>
                <a:gd name="csX81" fmla="*/ 152400 w 514350"/>
                <a:gd name="csY81" fmla="*/ 219075 h 514350"/>
                <a:gd name="csX82" fmla="*/ 133350 w 514350"/>
                <a:gd name="csY82" fmla="*/ 219075 h 514350"/>
                <a:gd name="csX83" fmla="*/ 133350 w 514350"/>
                <a:gd name="csY83" fmla="*/ 95250 h 514350"/>
                <a:gd name="csX84" fmla="*/ 142875 w 514350"/>
                <a:gd name="csY84" fmla="*/ 85725 h 514350"/>
                <a:gd name="csX85" fmla="*/ 238125 w 514350"/>
                <a:gd name="csY85" fmla="*/ 85725 h 514350"/>
                <a:gd name="csX86" fmla="*/ 247650 w 514350"/>
                <a:gd name="csY86" fmla="*/ 95250 h 514350"/>
                <a:gd name="csX87" fmla="*/ 247650 w 514350"/>
                <a:gd name="csY87" fmla="*/ 133350 h 514350"/>
                <a:gd name="csX88" fmla="*/ 228600 w 514350"/>
                <a:gd name="csY88" fmla="*/ 133350 h 514350"/>
                <a:gd name="csX89" fmla="*/ 228600 w 514350"/>
                <a:gd name="csY89" fmla="*/ 104775 h 514350"/>
                <a:gd name="csX90" fmla="*/ 152400 w 514350"/>
                <a:gd name="csY90" fmla="*/ 104775 h 514350"/>
                <a:gd name="csX91" fmla="*/ 152400 w 514350"/>
                <a:gd name="csY91" fmla="*/ 219075 h 514350"/>
                <a:gd name="csX92" fmla="*/ 19050 w 514350"/>
                <a:gd name="csY92" fmla="*/ 495300 h 514350"/>
                <a:gd name="csX93" fmla="*/ 95250 w 514350"/>
                <a:gd name="csY93" fmla="*/ 495300 h 514350"/>
                <a:gd name="csX94" fmla="*/ 95250 w 514350"/>
                <a:gd name="csY94" fmla="*/ 171450 h 514350"/>
                <a:gd name="csX95" fmla="*/ 19050 w 514350"/>
                <a:gd name="csY95" fmla="*/ 171450 h 514350"/>
                <a:gd name="csX96" fmla="*/ 19050 w 514350"/>
                <a:gd name="csY96" fmla="*/ 495300 h 514350"/>
                <a:gd name="csX97" fmla="*/ 104775 w 514350"/>
                <a:gd name="csY97" fmla="*/ 152400 h 514350"/>
                <a:gd name="csX98" fmla="*/ 9525 w 514350"/>
                <a:gd name="csY98" fmla="*/ 152400 h 514350"/>
                <a:gd name="csX99" fmla="*/ 0 w 514350"/>
                <a:gd name="csY99" fmla="*/ 161925 h 514350"/>
                <a:gd name="csX100" fmla="*/ 0 w 514350"/>
                <a:gd name="csY100" fmla="*/ 504825 h 514350"/>
                <a:gd name="csX101" fmla="*/ 9525 w 514350"/>
                <a:gd name="csY101" fmla="*/ 514350 h 514350"/>
                <a:gd name="csX102" fmla="*/ 104775 w 514350"/>
                <a:gd name="csY102" fmla="*/ 514350 h 514350"/>
                <a:gd name="csX103" fmla="*/ 114300 w 514350"/>
                <a:gd name="csY103" fmla="*/ 504825 h 514350"/>
                <a:gd name="csX104" fmla="*/ 114300 w 514350"/>
                <a:gd name="csY104" fmla="*/ 161925 h 514350"/>
                <a:gd name="csX105" fmla="*/ 104775 w 514350"/>
                <a:gd name="csY105" fmla="*/ 152400 h 514350"/>
                <a:gd name="csX106" fmla="*/ 104775 w 514350"/>
                <a:gd name="csY106" fmla="*/ 152400 h 514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514350" h="514350">
                  <a:moveTo>
                    <a:pt x="297751" y="365093"/>
                  </a:moveTo>
                  <a:cubicBezTo>
                    <a:pt x="255680" y="365093"/>
                    <a:pt x="221456" y="330870"/>
                    <a:pt x="221456" y="288808"/>
                  </a:cubicBezTo>
                  <a:cubicBezTo>
                    <a:pt x="221456" y="246736"/>
                    <a:pt x="255680" y="212512"/>
                    <a:pt x="297751" y="212512"/>
                  </a:cubicBezTo>
                  <a:cubicBezTo>
                    <a:pt x="339823" y="212512"/>
                    <a:pt x="374047" y="246736"/>
                    <a:pt x="374047" y="288808"/>
                  </a:cubicBezTo>
                  <a:cubicBezTo>
                    <a:pt x="374047" y="330870"/>
                    <a:pt x="339823" y="365093"/>
                    <a:pt x="297751" y="365093"/>
                  </a:cubicBezTo>
                  <a:lnTo>
                    <a:pt x="297751" y="365093"/>
                  </a:lnTo>
                  <a:close/>
                  <a:moveTo>
                    <a:pt x="297751" y="193462"/>
                  </a:moveTo>
                  <a:cubicBezTo>
                    <a:pt x="245174" y="193462"/>
                    <a:pt x="202406" y="236230"/>
                    <a:pt x="202406" y="288808"/>
                  </a:cubicBezTo>
                  <a:cubicBezTo>
                    <a:pt x="202406" y="341376"/>
                    <a:pt x="245174" y="384143"/>
                    <a:pt x="297751" y="384143"/>
                  </a:cubicBezTo>
                  <a:cubicBezTo>
                    <a:pt x="350330" y="384143"/>
                    <a:pt x="393097" y="341376"/>
                    <a:pt x="393097" y="288808"/>
                  </a:cubicBezTo>
                  <a:cubicBezTo>
                    <a:pt x="393097" y="236230"/>
                    <a:pt x="350330" y="193462"/>
                    <a:pt x="297751" y="193462"/>
                  </a:cubicBezTo>
                  <a:lnTo>
                    <a:pt x="297751" y="193462"/>
                  </a:lnTo>
                  <a:close/>
                  <a:moveTo>
                    <a:pt x="490995" y="460496"/>
                  </a:moveTo>
                  <a:cubicBezTo>
                    <a:pt x="484794" y="467363"/>
                    <a:pt x="474126" y="467935"/>
                    <a:pt x="467220" y="461743"/>
                  </a:cubicBezTo>
                  <a:lnTo>
                    <a:pt x="387782" y="390087"/>
                  </a:lnTo>
                  <a:cubicBezTo>
                    <a:pt x="396173" y="382619"/>
                    <a:pt x="403708" y="374237"/>
                    <a:pt x="410042" y="364931"/>
                  </a:cubicBezTo>
                  <a:lnTo>
                    <a:pt x="489737" y="436731"/>
                  </a:lnTo>
                  <a:cubicBezTo>
                    <a:pt x="496624" y="442941"/>
                    <a:pt x="497176" y="453619"/>
                    <a:pt x="490995" y="460496"/>
                  </a:cubicBezTo>
                  <a:lnTo>
                    <a:pt x="490995" y="460496"/>
                  </a:lnTo>
                  <a:close/>
                  <a:moveTo>
                    <a:pt x="181080" y="288808"/>
                  </a:moveTo>
                  <a:cubicBezTo>
                    <a:pt x="181080" y="224466"/>
                    <a:pt x="233420" y="172126"/>
                    <a:pt x="297751" y="172126"/>
                  </a:cubicBezTo>
                  <a:cubicBezTo>
                    <a:pt x="362083" y="172126"/>
                    <a:pt x="414423" y="224466"/>
                    <a:pt x="414423" y="288808"/>
                  </a:cubicBezTo>
                  <a:cubicBezTo>
                    <a:pt x="414423" y="353139"/>
                    <a:pt x="362083" y="405479"/>
                    <a:pt x="297751" y="405479"/>
                  </a:cubicBezTo>
                  <a:cubicBezTo>
                    <a:pt x="233420" y="405479"/>
                    <a:pt x="181080" y="353139"/>
                    <a:pt x="181080" y="288808"/>
                  </a:cubicBezTo>
                  <a:lnTo>
                    <a:pt x="181080" y="288808"/>
                  </a:lnTo>
                  <a:close/>
                  <a:moveTo>
                    <a:pt x="419700" y="347996"/>
                  </a:moveTo>
                  <a:cubicBezTo>
                    <a:pt x="428435" y="330079"/>
                    <a:pt x="433473" y="310039"/>
                    <a:pt x="433473" y="288808"/>
                  </a:cubicBezTo>
                  <a:cubicBezTo>
                    <a:pt x="433473" y="213960"/>
                    <a:pt x="372589" y="153076"/>
                    <a:pt x="297751" y="153076"/>
                  </a:cubicBezTo>
                  <a:cubicBezTo>
                    <a:pt x="222914" y="153076"/>
                    <a:pt x="162030" y="213960"/>
                    <a:pt x="162030" y="288808"/>
                  </a:cubicBezTo>
                  <a:cubicBezTo>
                    <a:pt x="162030" y="363645"/>
                    <a:pt x="222914" y="424529"/>
                    <a:pt x="297751" y="424529"/>
                  </a:cubicBezTo>
                  <a:cubicBezTo>
                    <a:pt x="325364" y="424529"/>
                    <a:pt x="351053" y="416195"/>
                    <a:pt x="372513" y="401974"/>
                  </a:cubicBezTo>
                  <a:lnTo>
                    <a:pt x="454476" y="475907"/>
                  </a:lnTo>
                  <a:cubicBezTo>
                    <a:pt x="461315" y="482051"/>
                    <a:pt x="469897" y="485080"/>
                    <a:pt x="478460" y="485070"/>
                  </a:cubicBezTo>
                  <a:cubicBezTo>
                    <a:pt x="488280" y="485070"/>
                    <a:pt x="498062" y="481089"/>
                    <a:pt x="505149" y="473250"/>
                  </a:cubicBezTo>
                  <a:cubicBezTo>
                    <a:pt x="518350" y="458562"/>
                    <a:pt x="517169" y="435835"/>
                    <a:pt x="502501" y="422586"/>
                  </a:cubicBezTo>
                  <a:lnTo>
                    <a:pt x="419700" y="347996"/>
                  </a:lnTo>
                  <a:close/>
                  <a:moveTo>
                    <a:pt x="514350" y="66675"/>
                  </a:moveTo>
                  <a:lnTo>
                    <a:pt x="514350" y="390525"/>
                  </a:lnTo>
                  <a:lnTo>
                    <a:pt x="495300" y="390525"/>
                  </a:lnTo>
                  <a:lnTo>
                    <a:pt x="495300" y="76200"/>
                  </a:lnTo>
                  <a:lnTo>
                    <a:pt x="419100" y="76200"/>
                  </a:lnTo>
                  <a:lnTo>
                    <a:pt x="419100" y="180975"/>
                  </a:lnTo>
                  <a:lnTo>
                    <a:pt x="400050" y="180975"/>
                  </a:lnTo>
                  <a:lnTo>
                    <a:pt x="400050" y="66675"/>
                  </a:lnTo>
                  <a:cubicBezTo>
                    <a:pt x="400050" y="61417"/>
                    <a:pt x="404317" y="57150"/>
                    <a:pt x="409575" y="57150"/>
                  </a:cubicBezTo>
                  <a:lnTo>
                    <a:pt x="504825" y="57150"/>
                  </a:lnTo>
                  <a:cubicBezTo>
                    <a:pt x="510092" y="57150"/>
                    <a:pt x="514350" y="61417"/>
                    <a:pt x="514350" y="66675"/>
                  </a:cubicBezTo>
                  <a:lnTo>
                    <a:pt x="514350" y="66675"/>
                  </a:lnTo>
                  <a:close/>
                  <a:moveTo>
                    <a:pt x="361950" y="457200"/>
                  </a:moveTo>
                  <a:lnTo>
                    <a:pt x="381000" y="457200"/>
                  </a:lnTo>
                  <a:lnTo>
                    <a:pt x="381000" y="504825"/>
                  </a:lnTo>
                  <a:cubicBezTo>
                    <a:pt x="381000" y="510092"/>
                    <a:pt x="376742" y="514350"/>
                    <a:pt x="371475" y="514350"/>
                  </a:cubicBezTo>
                  <a:lnTo>
                    <a:pt x="276225" y="514350"/>
                  </a:lnTo>
                  <a:cubicBezTo>
                    <a:pt x="270958" y="514350"/>
                    <a:pt x="266700" y="510092"/>
                    <a:pt x="266700" y="504825"/>
                  </a:cubicBezTo>
                  <a:lnTo>
                    <a:pt x="266700" y="447675"/>
                  </a:lnTo>
                  <a:lnTo>
                    <a:pt x="285750" y="447675"/>
                  </a:lnTo>
                  <a:lnTo>
                    <a:pt x="285750" y="495300"/>
                  </a:lnTo>
                  <a:lnTo>
                    <a:pt x="361950" y="495300"/>
                  </a:lnTo>
                  <a:lnTo>
                    <a:pt x="361950" y="457200"/>
                  </a:lnTo>
                  <a:close/>
                  <a:moveTo>
                    <a:pt x="285750" y="123825"/>
                  </a:moveTo>
                  <a:lnTo>
                    <a:pt x="266700" y="123825"/>
                  </a:lnTo>
                  <a:lnTo>
                    <a:pt x="266700" y="9525"/>
                  </a:lnTo>
                  <a:cubicBezTo>
                    <a:pt x="266700" y="4267"/>
                    <a:pt x="270958" y="0"/>
                    <a:pt x="276225" y="0"/>
                  </a:cubicBezTo>
                  <a:lnTo>
                    <a:pt x="371475" y="0"/>
                  </a:lnTo>
                  <a:cubicBezTo>
                    <a:pt x="376742" y="0"/>
                    <a:pt x="381000" y="4267"/>
                    <a:pt x="381000" y="9525"/>
                  </a:cubicBezTo>
                  <a:lnTo>
                    <a:pt x="381000" y="142875"/>
                  </a:lnTo>
                  <a:lnTo>
                    <a:pt x="361950" y="142875"/>
                  </a:lnTo>
                  <a:lnTo>
                    <a:pt x="361950" y="19050"/>
                  </a:lnTo>
                  <a:lnTo>
                    <a:pt x="285750" y="19050"/>
                  </a:lnTo>
                  <a:lnTo>
                    <a:pt x="285750" y="123825"/>
                  </a:lnTo>
                  <a:close/>
                  <a:moveTo>
                    <a:pt x="228600" y="438150"/>
                  </a:moveTo>
                  <a:lnTo>
                    <a:pt x="247650" y="438150"/>
                  </a:lnTo>
                  <a:lnTo>
                    <a:pt x="247650" y="504825"/>
                  </a:lnTo>
                  <a:cubicBezTo>
                    <a:pt x="247650" y="510092"/>
                    <a:pt x="243392" y="514350"/>
                    <a:pt x="238125" y="514350"/>
                  </a:cubicBezTo>
                  <a:lnTo>
                    <a:pt x="142875" y="514350"/>
                  </a:lnTo>
                  <a:cubicBezTo>
                    <a:pt x="137617" y="514350"/>
                    <a:pt x="133350" y="510092"/>
                    <a:pt x="133350" y="504825"/>
                  </a:cubicBezTo>
                  <a:lnTo>
                    <a:pt x="133350" y="361950"/>
                  </a:lnTo>
                  <a:lnTo>
                    <a:pt x="152400" y="361950"/>
                  </a:lnTo>
                  <a:lnTo>
                    <a:pt x="152400" y="495300"/>
                  </a:lnTo>
                  <a:lnTo>
                    <a:pt x="228600" y="495300"/>
                  </a:lnTo>
                  <a:lnTo>
                    <a:pt x="228600" y="438150"/>
                  </a:lnTo>
                  <a:close/>
                  <a:moveTo>
                    <a:pt x="152400" y="219075"/>
                  </a:moveTo>
                  <a:lnTo>
                    <a:pt x="133350" y="219075"/>
                  </a:lnTo>
                  <a:lnTo>
                    <a:pt x="133350" y="95250"/>
                  </a:lnTo>
                  <a:cubicBezTo>
                    <a:pt x="133350" y="89992"/>
                    <a:pt x="137617" y="85725"/>
                    <a:pt x="142875" y="85725"/>
                  </a:cubicBezTo>
                  <a:lnTo>
                    <a:pt x="238125" y="85725"/>
                  </a:lnTo>
                  <a:cubicBezTo>
                    <a:pt x="243392" y="85725"/>
                    <a:pt x="247650" y="89992"/>
                    <a:pt x="247650" y="95250"/>
                  </a:cubicBezTo>
                  <a:lnTo>
                    <a:pt x="247650" y="133350"/>
                  </a:lnTo>
                  <a:lnTo>
                    <a:pt x="228600" y="133350"/>
                  </a:lnTo>
                  <a:lnTo>
                    <a:pt x="228600" y="104775"/>
                  </a:lnTo>
                  <a:lnTo>
                    <a:pt x="152400" y="104775"/>
                  </a:lnTo>
                  <a:lnTo>
                    <a:pt x="152400" y="219075"/>
                  </a:lnTo>
                  <a:close/>
                  <a:moveTo>
                    <a:pt x="19050" y="495300"/>
                  </a:moveTo>
                  <a:lnTo>
                    <a:pt x="95250" y="495300"/>
                  </a:lnTo>
                  <a:lnTo>
                    <a:pt x="95250" y="171450"/>
                  </a:lnTo>
                  <a:lnTo>
                    <a:pt x="19050" y="171450"/>
                  </a:lnTo>
                  <a:lnTo>
                    <a:pt x="19050" y="495300"/>
                  </a:lnTo>
                  <a:close/>
                  <a:moveTo>
                    <a:pt x="104775" y="152400"/>
                  </a:moveTo>
                  <a:lnTo>
                    <a:pt x="9525" y="152400"/>
                  </a:lnTo>
                  <a:cubicBezTo>
                    <a:pt x="4267" y="152400"/>
                    <a:pt x="0" y="156667"/>
                    <a:pt x="0" y="161925"/>
                  </a:cubicBezTo>
                  <a:lnTo>
                    <a:pt x="0" y="504825"/>
                  </a:lnTo>
                  <a:cubicBezTo>
                    <a:pt x="0" y="510092"/>
                    <a:pt x="4267" y="514350"/>
                    <a:pt x="9525" y="514350"/>
                  </a:cubicBezTo>
                  <a:lnTo>
                    <a:pt x="104775" y="514350"/>
                  </a:lnTo>
                  <a:cubicBezTo>
                    <a:pt x="110042" y="514350"/>
                    <a:pt x="114300" y="510092"/>
                    <a:pt x="114300" y="504825"/>
                  </a:cubicBezTo>
                  <a:lnTo>
                    <a:pt x="114300" y="161925"/>
                  </a:lnTo>
                  <a:cubicBezTo>
                    <a:pt x="114300" y="156667"/>
                    <a:pt x="110042" y="152400"/>
                    <a:pt x="104775" y="152400"/>
                  </a:cubicBezTo>
                  <a:lnTo>
                    <a:pt x="104775" y="152400"/>
                  </a:lnTo>
                  <a:close/>
                </a:path>
              </a:pathLst>
            </a:custGeom>
            <a:solidFill>
              <a:schemeClr val="accent1"/>
            </a:solidFill>
            <a:ln w="12700"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sp>
        <p:nvSpPr>
          <p:cNvPr id="2" name="Text Placeholder 1">
            <a:extLst>
              <a:ext uri="{FF2B5EF4-FFF2-40B4-BE49-F238E27FC236}">
                <a16:creationId xmlns:a16="http://schemas.microsoft.com/office/drawing/2014/main" id="{8344ABE0-D929-89A6-B1DE-0E5EAE0B6F9F}"/>
              </a:ext>
            </a:extLst>
          </p:cNvPr>
          <p:cNvSpPr>
            <a:spLocks noGrp="1"/>
          </p:cNvSpPr>
          <p:nvPr>
            <p:ph type="body" sz="quarter" idx="10"/>
          </p:nvPr>
        </p:nvSpPr>
        <p:spPr/>
        <p:txBody>
          <a:bodyPr/>
          <a:lstStyle/>
          <a:p>
            <a:r>
              <a:rPr lang="en-US" dirty="0"/>
              <a:t>Engage your audience</a:t>
            </a:r>
          </a:p>
        </p:txBody>
      </p:sp>
      <p:sp>
        <p:nvSpPr>
          <p:cNvPr id="5" name="Text Placeholder 4">
            <a:extLst>
              <a:ext uri="{FF2B5EF4-FFF2-40B4-BE49-F238E27FC236}">
                <a16:creationId xmlns:a16="http://schemas.microsoft.com/office/drawing/2014/main" id="{CFB4564B-401E-6E47-C665-84488A090EB8}"/>
              </a:ext>
            </a:extLst>
          </p:cNvPr>
          <p:cNvSpPr>
            <a:spLocks noGrp="1"/>
          </p:cNvSpPr>
          <p:nvPr>
            <p:ph type="body" sz="quarter" idx="13"/>
          </p:nvPr>
        </p:nvSpPr>
        <p:spPr>
          <a:xfrm>
            <a:off x="496941" y="3876483"/>
            <a:ext cx="2766959" cy="1728220"/>
          </a:xfrm>
        </p:spPr>
        <p:txBody>
          <a:bodyPr/>
          <a:lstStyle/>
          <a:p>
            <a:r>
              <a:rPr lang="en-US" dirty="0"/>
              <a:t>Keeping slides simple helps your audience focus on you and your message</a:t>
            </a:r>
          </a:p>
        </p:txBody>
      </p:sp>
      <p:sp>
        <p:nvSpPr>
          <p:cNvPr id="3" name="Title 2">
            <a:extLst>
              <a:ext uri="{FF2B5EF4-FFF2-40B4-BE49-F238E27FC236}">
                <a16:creationId xmlns:a16="http://schemas.microsoft.com/office/drawing/2014/main" id="{DB8F62B4-157C-25FD-6BB6-2AF15F67FC4A}"/>
              </a:ext>
            </a:extLst>
          </p:cNvPr>
          <p:cNvSpPr>
            <a:spLocks noGrp="1"/>
          </p:cNvSpPr>
          <p:nvPr>
            <p:ph type="title"/>
          </p:nvPr>
        </p:nvSpPr>
        <p:spPr/>
        <p:txBody>
          <a:bodyPr/>
          <a:lstStyle/>
          <a:p>
            <a:r>
              <a:rPr lang="en-US" dirty="0"/>
              <a:t>Use simple slides</a:t>
            </a:r>
          </a:p>
        </p:txBody>
      </p:sp>
      <p:grpSp>
        <p:nvGrpSpPr>
          <p:cNvPr id="57" name="Group 56">
            <a:extLst>
              <a:ext uri="{FF2B5EF4-FFF2-40B4-BE49-F238E27FC236}">
                <a16:creationId xmlns:a16="http://schemas.microsoft.com/office/drawing/2014/main" id="{D90F41DC-F3FC-9E90-DCBC-C053AC539B41}"/>
              </a:ext>
            </a:extLst>
          </p:cNvPr>
          <p:cNvGrpSpPr/>
          <p:nvPr/>
        </p:nvGrpSpPr>
        <p:grpSpPr>
          <a:xfrm>
            <a:off x="9525000" y="2357"/>
            <a:ext cx="2667000" cy="6855643"/>
            <a:chOff x="9525000" y="2357"/>
            <a:chExt cx="2667000" cy="6855643"/>
          </a:xfrm>
        </p:grpSpPr>
        <p:sp>
          <p:nvSpPr>
            <p:cNvPr id="7" name="Rectangle 6">
              <a:extLst>
                <a:ext uri="{FF2B5EF4-FFF2-40B4-BE49-F238E27FC236}">
                  <a16:creationId xmlns:a16="http://schemas.microsoft.com/office/drawing/2014/main" id="{FFA2B7F1-E05B-DC72-AEC5-2D0043B4A341}"/>
                </a:ext>
              </a:extLst>
            </p:cNvPr>
            <p:cNvSpPr/>
            <p:nvPr/>
          </p:nvSpPr>
          <p:spPr>
            <a:xfrm>
              <a:off x="9525000" y="2357"/>
              <a:ext cx="2667000" cy="6855643"/>
            </a:xfrm>
            <a:prstGeom prst="rect">
              <a:avLst/>
            </a:prstGeom>
            <a:solidFill>
              <a:schemeClr val="tx1">
                <a:alpha val="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2" name="TextBox 51">
              <a:extLst>
                <a:ext uri="{FF2B5EF4-FFF2-40B4-BE49-F238E27FC236}">
                  <a16:creationId xmlns:a16="http://schemas.microsoft.com/office/drawing/2014/main" id="{541D5C24-C3E8-66D1-7D95-072E9A55D044}"/>
                </a:ext>
              </a:extLst>
            </p:cNvPr>
            <p:cNvSpPr txBox="1"/>
            <p:nvPr/>
          </p:nvSpPr>
          <p:spPr>
            <a:xfrm>
              <a:off x="9779000" y="2640622"/>
              <a:ext cx="2212853" cy="830997"/>
            </a:xfrm>
            <a:prstGeom prst="rect">
              <a:avLst/>
            </a:prstGeom>
            <a:noFill/>
          </p:spPr>
          <p:txBody>
            <a:bodyPr wrap="square" lIns="0" rIns="0" rtlCol="0">
              <a:spAutoFit/>
            </a:bodyPr>
            <a:lstStyle/>
            <a:p>
              <a:r>
                <a:rPr lang="en-US" sz="1600" dirty="0"/>
                <a:t>Remember that slides are supporting, not replacing, the speaker</a:t>
              </a:r>
            </a:p>
          </p:txBody>
        </p:sp>
        <p:sp>
          <p:nvSpPr>
            <p:cNvPr id="43" name="Freeform 37">
              <a:extLst>
                <a:ext uri="{FF2B5EF4-FFF2-40B4-BE49-F238E27FC236}">
                  <a16:creationId xmlns:a16="http://schemas.microsoft.com/office/drawing/2014/main" id="{43A509F7-10FA-6B44-DCF9-E2F55C4C8F91}"/>
                </a:ext>
              </a:extLst>
            </p:cNvPr>
            <p:cNvSpPr/>
            <p:nvPr/>
          </p:nvSpPr>
          <p:spPr>
            <a:xfrm>
              <a:off x="9779000" y="1885122"/>
              <a:ext cx="460438" cy="524179"/>
            </a:xfrm>
            <a:custGeom>
              <a:avLst/>
              <a:gdLst>
                <a:gd name="csX0" fmla="*/ 268319 w 460438"/>
                <a:gd name="csY0" fmla="*/ 278559 h 524179"/>
                <a:gd name="csX1" fmla="*/ 239744 w 460438"/>
                <a:gd name="csY1" fmla="*/ 321669 h 524179"/>
                <a:gd name="csX2" fmla="*/ 239744 w 460438"/>
                <a:gd name="csY2" fmla="*/ 217037 h 524179"/>
                <a:gd name="csX3" fmla="*/ 268319 w 460438"/>
                <a:gd name="csY3" fmla="*/ 229419 h 524179"/>
                <a:gd name="csX4" fmla="*/ 268319 w 460438"/>
                <a:gd name="csY4" fmla="*/ 278559 h 524179"/>
                <a:gd name="csX5" fmla="*/ 192119 w 460438"/>
                <a:gd name="csY5" fmla="*/ 278406 h 524179"/>
                <a:gd name="csX6" fmla="*/ 192119 w 460438"/>
                <a:gd name="csY6" fmla="*/ 229419 h 524179"/>
                <a:gd name="csX7" fmla="*/ 220694 w 460438"/>
                <a:gd name="csY7" fmla="*/ 217037 h 524179"/>
                <a:gd name="csX8" fmla="*/ 220694 w 460438"/>
                <a:gd name="csY8" fmla="*/ 321697 h 524179"/>
                <a:gd name="csX9" fmla="*/ 192119 w 460438"/>
                <a:gd name="csY9" fmla="*/ 278406 h 524179"/>
                <a:gd name="csX10" fmla="*/ 192119 w 460438"/>
                <a:gd name="csY10" fmla="*/ 278406 h 524179"/>
                <a:gd name="csX11" fmla="*/ 281626 w 460438"/>
                <a:gd name="csY11" fmla="*/ 214427 h 524179"/>
                <a:gd name="csX12" fmla="*/ 234001 w 460438"/>
                <a:gd name="csY12" fmla="*/ 193786 h 524179"/>
                <a:gd name="csX13" fmla="*/ 226438 w 460438"/>
                <a:gd name="csY13" fmla="*/ 193786 h 524179"/>
                <a:gd name="csX14" fmla="*/ 178813 w 460438"/>
                <a:gd name="csY14" fmla="*/ 214427 h 524179"/>
                <a:gd name="csX15" fmla="*/ 173069 w 460438"/>
                <a:gd name="csY15" fmla="*/ 223171 h 524179"/>
                <a:gd name="csX16" fmla="*/ 173069 w 460438"/>
                <a:gd name="csY16" fmla="*/ 278406 h 524179"/>
                <a:gd name="csX17" fmla="*/ 230219 w 460438"/>
                <a:gd name="csY17" fmla="*/ 341871 h 524179"/>
                <a:gd name="csX18" fmla="*/ 287369 w 460438"/>
                <a:gd name="csY18" fmla="*/ 278559 h 524179"/>
                <a:gd name="csX19" fmla="*/ 287369 w 460438"/>
                <a:gd name="csY19" fmla="*/ 223171 h 524179"/>
                <a:gd name="csX20" fmla="*/ 281626 w 460438"/>
                <a:gd name="csY20" fmla="*/ 214427 h 524179"/>
                <a:gd name="csX21" fmla="*/ 281626 w 460438"/>
                <a:gd name="csY21" fmla="*/ 214427 h 524179"/>
                <a:gd name="csX22" fmla="*/ 409480 w 460438"/>
                <a:gd name="csY22" fmla="*/ 401707 h 524179"/>
                <a:gd name="csX23" fmla="*/ 378790 w 460438"/>
                <a:gd name="csY23" fmla="*/ 371018 h 524179"/>
                <a:gd name="csX24" fmla="*/ 409480 w 460438"/>
                <a:gd name="csY24" fmla="*/ 340319 h 524179"/>
                <a:gd name="csX25" fmla="*/ 440179 w 460438"/>
                <a:gd name="csY25" fmla="*/ 371018 h 524179"/>
                <a:gd name="csX26" fmla="*/ 409480 w 460438"/>
                <a:gd name="csY26" fmla="*/ 401707 h 524179"/>
                <a:gd name="csX27" fmla="*/ 409480 w 460438"/>
                <a:gd name="csY27" fmla="*/ 401707 h 524179"/>
                <a:gd name="csX28" fmla="*/ 231143 w 460438"/>
                <a:gd name="csY28" fmla="*/ 361493 h 524179"/>
                <a:gd name="csX29" fmla="*/ 135674 w 460438"/>
                <a:gd name="csY29" fmla="*/ 266033 h 524179"/>
                <a:gd name="csX30" fmla="*/ 231143 w 460438"/>
                <a:gd name="csY30" fmla="*/ 170564 h 524179"/>
                <a:gd name="csX31" fmla="*/ 326603 w 460438"/>
                <a:gd name="csY31" fmla="*/ 266033 h 524179"/>
                <a:gd name="csX32" fmla="*/ 231143 w 460438"/>
                <a:gd name="csY32" fmla="*/ 361493 h 524179"/>
                <a:gd name="csX33" fmla="*/ 231143 w 460438"/>
                <a:gd name="csY33" fmla="*/ 361493 h 524179"/>
                <a:gd name="csX34" fmla="*/ 262014 w 460438"/>
                <a:gd name="csY34" fmla="*/ 474431 h 524179"/>
                <a:gd name="csX35" fmla="*/ 231315 w 460438"/>
                <a:gd name="csY35" fmla="*/ 505130 h 524179"/>
                <a:gd name="csX36" fmla="*/ 200625 w 460438"/>
                <a:gd name="csY36" fmla="*/ 474431 h 524179"/>
                <a:gd name="csX37" fmla="*/ 231315 w 460438"/>
                <a:gd name="csY37" fmla="*/ 443741 h 524179"/>
                <a:gd name="csX38" fmla="*/ 262014 w 460438"/>
                <a:gd name="csY38" fmla="*/ 474431 h 524179"/>
                <a:gd name="csX39" fmla="*/ 262014 w 460438"/>
                <a:gd name="csY39" fmla="*/ 474431 h 524179"/>
                <a:gd name="csX40" fmla="*/ 201216 w 460438"/>
                <a:gd name="csY40" fmla="*/ 49740 h 524179"/>
                <a:gd name="csX41" fmla="*/ 231915 w 460438"/>
                <a:gd name="csY41" fmla="*/ 19050 h 524179"/>
                <a:gd name="csX42" fmla="*/ 262595 w 460438"/>
                <a:gd name="csY42" fmla="*/ 49740 h 524179"/>
                <a:gd name="csX43" fmla="*/ 231915 w 460438"/>
                <a:gd name="csY43" fmla="*/ 80439 h 524179"/>
                <a:gd name="csX44" fmla="*/ 201216 w 460438"/>
                <a:gd name="csY44" fmla="*/ 49740 h 524179"/>
                <a:gd name="csX45" fmla="*/ 201216 w 460438"/>
                <a:gd name="csY45" fmla="*/ 49740 h 524179"/>
                <a:gd name="csX46" fmla="*/ 49749 w 460438"/>
                <a:gd name="csY46" fmla="*/ 390106 h 524179"/>
                <a:gd name="csX47" fmla="*/ 19050 w 460438"/>
                <a:gd name="csY47" fmla="*/ 359416 h 524179"/>
                <a:gd name="csX48" fmla="*/ 49749 w 460438"/>
                <a:gd name="csY48" fmla="*/ 328727 h 524179"/>
                <a:gd name="csX49" fmla="*/ 80429 w 460438"/>
                <a:gd name="csY49" fmla="*/ 359416 h 524179"/>
                <a:gd name="csX50" fmla="*/ 49749 w 460438"/>
                <a:gd name="csY50" fmla="*/ 390106 h 524179"/>
                <a:gd name="csX51" fmla="*/ 49749 w 460438"/>
                <a:gd name="csY51" fmla="*/ 390106 h 524179"/>
                <a:gd name="csX52" fmla="*/ 60198 w 460438"/>
                <a:gd name="csY52" fmla="*/ 189262 h 524179"/>
                <a:gd name="csX53" fmla="*/ 29508 w 460438"/>
                <a:gd name="csY53" fmla="*/ 158572 h 524179"/>
                <a:gd name="csX54" fmla="*/ 60198 w 460438"/>
                <a:gd name="csY54" fmla="*/ 127873 h 524179"/>
                <a:gd name="csX55" fmla="*/ 90888 w 460438"/>
                <a:gd name="csY55" fmla="*/ 158572 h 524179"/>
                <a:gd name="csX56" fmla="*/ 60198 w 460438"/>
                <a:gd name="csY56" fmla="*/ 189262 h 524179"/>
                <a:gd name="csX57" fmla="*/ 60198 w 460438"/>
                <a:gd name="csY57" fmla="*/ 189262 h 524179"/>
                <a:gd name="csX58" fmla="*/ 410689 w 460438"/>
                <a:gd name="csY58" fmla="*/ 120329 h 524179"/>
                <a:gd name="csX59" fmla="*/ 441389 w 460438"/>
                <a:gd name="csY59" fmla="*/ 151019 h 524179"/>
                <a:gd name="csX60" fmla="*/ 410689 w 460438"/>
                <a:gd name="csY60" fmla="*/ 181718 h 524179"/>
                <a:gd name="csX61" fmla="*/ 380009 w 460438"/>
                <a:gd name="csY61" fmla="*/ 151019 h 524179"/>
                <a:gd name="csX62" fmla="*/ 410689 w 460438"/>
                <a:gd name="csY62" fmla="*/ 120329 h 524179"/>
                <a:gd name="csX63" fmla="*/ 410689 w 460438"/>
                <a:gd name="csY63" fmla="*/ 120329 h 524179"/>
                <a:gd name="csX64" fmla="*/ 409480 w 460438"/>
                <a:gd name="csY64" fmla="*/ 321269 h 524179"/>
                <a:gd name="csX65" fmla="*/ 374228 w 460438"/>
                <a:gd name="csY65" fmla="*/ 335975 h 524179"/>
                <a:gd name="csX66" fmla="*/ 336452 w 460438"/>
                <a:gd name="csY66" fmla="*/ 310944 h 524179"/>
                <a:gd name="csX67" fmla="*/ 345653 w 460438"/>
                <a:gd name="csY67" fmla="*/ 266033 h 524179"/>
                <a:gd name="csX68" fmla="*/ 330194 w 460438"/>
                <a:gd name="csY68" fmla="*/ 208836 h 524179"/>
                <a:gd name="csX69" fmla="*/ 373418 w 460438"/>
                <a:gd name="csY69" fmla="*/ 183604 h 524179"/>
                <a:gd name="csX70" fmla="*/ 410689 w 460438"/>
                <a:gd name="csY70" fmla="*/ 200768 h 524179"/>
                <a:gd name="csX71" fmla="*/ 460438 w 460438"/>
                <a:gd name="csY71" fmla="*/ 151019 h 524179"/>
                <a:gd name="csX72" fmla="*/ 410689 w 460438"/>
                <a:gd name="csY72" fmla="*/ 101279 h 524179"/>
                <a:gd name="csX73" fmla="*/ 360959 w 460438"/>
                <a:gd name="csY73" fmla="*/ 151019 h 524179"/>
                <a:gd name="csX74" fmla="*/ 363865 w 460438"/>
                <a:gd name="csY74" fmla="*/ 167126 h 524179"/>
                <a:gd name="csX75" fmla="*/ 319354 w 460438"/>
                <a:gd name="csY75" fmla="*/ 193100 h 524179"/>
                <a:gd name="csX76" fmla="*/ 240668 w 460438"/>
                <a:gd name="csY76" fmla="*/ 152000 h 524179"/>
                <a:gd name="csX77" fmla="*/ 240668 w 460438"/>
                <a:gd name="csY77" fmla="*/ 98603 h 524179"/>
                <a:gd name="csX78" fmla="*/ 281645 w 460438"/>
                <a:gd name="csY78" fmla="*/ 49740 h 524179"/>
                <a:gd name="csX79" fmla="*/ 231915 w 460438"/>
                <a:gd name="csY79" fmla="*/ 0 h 524179"/>
                <a:gd name="csX80" fmla="*/ 182166 w 460438"/>
                <a:gd name="csY80" fmla="*/ 49740 h 524179"/>
                <a:gd name="csX81" fmla="*/ 221618 w 460438"/>
                <a:gd name="csY81" fmla="*/ 98384 h 524179"/>
                <a:gd name="csX82" fmla="*/ 221618 w 460438"/>
                <a:gd name="csY82" fmla="*/ 152000 h 524179"/>
                <a:gd name="csX83" fmla="*/ 139103 w 460438"/>
                <a:gd name="csY83" fmla="*/ 198187 h 524179"/>
                <a:gd name="csX84" fmla="*/ 106356 w 460438"/>
                <a:gd name="csY84" fmla="*/ 176841 h 524179"/>
                <a:gd name="csX85" fmla="*/ 109938 w 460438"/>
                <a:gd name="csY85" fmla="*/ 158572 h 524179"/>
                <a:gd name="csX86" fmla="*/ 60198 w 460438"/>
                <a:gd name="csY86" fmla="*/ 108823 h 524179"/>
                <a:gd name="csX87" fmla="*/ 10458 w 460438"/>
                <a:gd name="csY87" fmla="*/ 158572 h 524179"/>
                <a:gd name="csX88" fmla="*/ 60198 w 460438"/>
                <a:gd name="csY88" fmla="*/ 208312 h 524179"/>
                <a:gd name="csX89" fmla="*/ 96060 w 460438"/>
                <a:gd name="csY89" fmla="*/ 192872 h 524179"/>
                <a:gd name="csX90" fmla="*/ 129073 w 460438"/>
                <a:gd name="csY90" fmla="*/ 214398 h 524179"/>
                <a:gd name="csX91" fmla="*/ 116624 w 460438"/>
                <a:gd name="csY91" fmla="*/ 266033 h 524179"/>
                <a:gd name="csX92" fmla="*/ 124054 w 460438"/>
                <a:gd name="csY92" fmla="*/ 306229 h 524179"/>
                <a:gd name="csX93" fmla="*/ 87278 w 460438"/>
                <a:gd name="csY93" fmla="*/ 327146 h 524179"/>
                <a:gd name="csX94" fmla="*/ 49749 w 460438"/>
                <a:gd name="csY94" fmla="*/ 309677 h 524179"/>
                <a:gd name="csX95" fmla="*/ 0 w 460438"/>
                <a:gd name="csY95" fmla="*/ 359416 h 524179"/>
                <a:gd name="csX96" fmla="*/ 49749 w 460438"/>
                <a:gd name="csY96" fmla="*/ 409156 h 524179"/>
                <a:gd name="csX97" fmla="*/ 99479 w 460438"/>
                <a:gd name="csY97" fmla="*/ 359416 h 524179"/>
                <a:gd name="csX98" fmla="*/ 96698 w 460438"/>
                <a:gd name="csY98" fmla="*/ 343700 h 524179"/>
                <a:gd name="csX99" fmla="*/ 132245 w 460438"/>
                <a:gd name="csY99" fmla="*/ 323479 h 524179"/>
                <a:gd name="csX100" fmla="*/ 221790 w 460438"/>
                <a:gd name="csY100" fmla="*/ 380067 h 524179"/>
                <a:gd name="csX101" fmla="*/ 221790 w 460438"/>
                <a:gd name="csY101" fmla="*/ 425653 h 524179"/>
                <a:gd name="csX102" fmla="*/ 181575 w 460438"/>
                <a:gd name="csY102" fmla="*/ 474431 h 524179"/>
                <a:gd name="csX103" fmla="*/ 231315 w 460438"/>
                <a:gd name="csY103" fmla="*/ 524180 h 524179"/>
                <a:gd name="csX104" fmla="*/ 281064 w 460438"/>
                <a:gd name="csY104" fmla="*/ 474431 h 524179"/>
                <a:gd name="csX105" fmla="*/ 240840 w 460438"/>
                <a:gd name="csY105" fmla="*/ 425653 h 524179"/>
                <a:gd name="csX106" fmla="*/ 240840 w 460438"/>
                <a:gd name="csY106" fmla="*/ 380048 h 524179"/>
                <a:gd name="csX107" fmla="*/ 327412 w 460438"/>
                <a:gd name="csY107" fmla="*/ 327803 h 524179"/>
                <a:gd name="csX108" fmla="*/ 363617 w 460438"/>
                <a:gd name="csY108" fmla="*/ 351796 h 524179"/>
                <a:gd name="csX109" fmla="*/ 359740 w 460438"/>
                <a:gd name="csY109" fmla="*/ 371018 h 524179"/>
                <a:gd name="csX110" fmla="*/ 409480 w 460438"/>
                <a:gd name="csY110" fmla="*/ 420757 h 524179"/>
                <a:gd name="csX111" fmla="*/ 459229 w 460438"/>
                <a:gd name="csY111" fmla="*/ 371018 h 524179"/>
                <a:gd name="csX112" fmla="*/ 409480 w 460438"/>
                <a:gd name="csY112" fmla="*/ 321269 h 524179"/>
                <a:gd name="csX113" fmla="*/ 409480 w 460438"/>
                <a:gd name="csY113" fmla="*/ 321269 h 5241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Lst>
              <a:rect l="l" t="t" r="r" b="b"/>
              <a:pathLst>
                <a:path w="460438" h="524179">
                  <a:moveTo>
                    <a:pt x="268319" y="278559"/>
                  </a:moveTo>
                  <a:cubicBezTo>
                    <a:pt x="268319" y="280197"/>
                    <a:pt x="267862" y="315125"/>
                    <a:pt x="239744" y="321669"/>
                  </a:cubicBezTo>
                  <a:lnTo>
                    <a:pt x="239744" y="217037"/>
                  </a:lnTo>
                  <a:lnTo>
                    <a:pt x="268319" y="229419"/>
                  </a:lnTo>
                  <a:lnTo>
                    <a:pt x="268319" y="278559"/>
                  </a:lnTo>
                  <a:close/>
                  <a:moveTo>
                    <a:pt x="192119" y="278406"/>
                  </a:moveTo>
                  <a:lnTo>
                    <a:pt x="192119" y="229419"/>
                  </a:lnTo>
                  <a:lnTo>
                    <a:pt x="220694" y="217037"/>
                  </a:lnTo>
                  <a:lnTo>
                    <a:pt x="220694" y="321697"/>
                  </a:lnTo>
                  <a:cubicBezTo>
                    <a:pt x="193310" y="315411"/>
                    <a:pt x="192148" y="282502"/>
                    <a:pt x="192119" y="278406"/>
                  </a:cubicBezTo>
                  <a:lnTo>
                    <a:pt x="192119" y="278406"/>
                  </a:lnTo>
                  <a:close/>
                  <a:moveTo>
                    <a:pt x="281626" y="214427"/>
                  </a:moveTo>
                  <a:lnTo>
                    <a:pt x="234001" y="193786"/>
                  </a:lnTo>
                  <a:cubicBezTo>
                    <a:pt x="231591" y="192738"/>
                    <a:pt x="228848" y="192738"/>
                    <a:pt x="226438" y="193786"/>
                  </a:cubicBezTo>
                  <a:lnTo>
                    <a:pt x="178813" y="214427"/>
                  </a:lnTo>
                  <a:cubicBezTo>
                    <a:pt x="175317" y="215932"/>
                    <a:pt x="173069" y="219370"/>
                    <a:pt x="173069" y="223171"/>
                  </a:cubicBezTo>
                  <a:lnTo>
                    <a:pt x="173069" y="278406"/>
                  </a:lnTo>
                  <a:cubicBezTo>
                    <a:pt x="173069" y="300361"/>
                    <a:pt x="185014" y="341871"/>
                    <a:pt x="230219" y="341871"/>
                  </a:cubicBezTo>
                  <a:cubicBezTo>
                    <a:pt x="275425" y="341871"/>
                    <a:pt x="287369" y="300457"/>
                    <a:pt x="287369" y="278559"/>
                  </a:cubicBezTo>
                  <a:lnTo>
                    <a:pt x="287369" y="223171"/>
                  </a:lnTo>
                  <a:cubicBezTo>
                    <a:pt x="287369" y="219370"/>
                    <a:pt x="285121" y="215932"/>
                    <a:pt x="281626" y="214427"/>
                  </a:cubicBezTo>
                  <a:lnTo>
                    <a:pt x="281626" y="214427"/>
                  </a:lnTo>
                  <a:close/>
                  <a:moveTo>
                    <a:pt x="409480" y="401707"/>
                  </a:moveTo>
                  <a:cubicBezTo>
                    <a:pt x="392554" y="401707"/>
                    <a:pt x="378790" y="387944"/>
                    <a:pt x="378790" y="371018"/>
                  </a:cubicBezTo>
                  <a:cubicBezTo>
                    <a:pt x="378790" y="354092"/>
                    <a:pt x="392554" y="340319"/>
                    <a:pt x="409480" y="340319"/>
                  </a:cubicBezTo>
                  <a:cubicBezTo>
                    <a:pt x="426415" y="340319"/>
                    <a:pt x="440179" y="354092"/>
                    <a:pt x="440179" y="371018"/>
                  </a:cubicBezTo>
                  <a:cubicBezTo>
                    <a:pt x="440179" y="387944"/>
                    <a:pt x="426415" y="401707"/>
                    <a:pt x="409480" y="401707"/>
                  </a:cubicBezTo>
                  <a:lnTo>
                    <a:pt x="409480" y="401707"/>
                  </a:lnTo>
                  <a:close/>
                  <a:moveTo>
                    <a:pt x="231143" y="361493"/>
                  </a:moveTo>
                  <a:cubicBezTo>
                    <a:pt x="178499" y="361493"/>
                    <a:pt x="135674" y="318668"/>
                    <a:pt x="135674" y="266033"/>
                  </a:cubicBezTo>
                  <a:cubicBezTo>
                    <a:pt x="135674" y="213389"/>
                    <a:pt x="178499" y="170564"/>
                    <a:pt x="231143" y="170564"/>
                  </a:cubicBezTo>
                  <a:cubicBezTo>
                    <a:pt x="283778" y="170564"/>
                    <a:pt x="326603" y="213389"/>
                    <a:pt x="326603" y="266033"/>
                  </a:cubicBezTo>
                  <a:cubicBezTo>
                    <a:pt x="326603" y="318668"/>
                    <a:pt x="283778" y="361493"/>
                    <a:pt x="231143" y="361493"/>
                  </a:cubicBezTo>
                  <a:lnTo>
                    <a:pt x="231143" y="361493"/>
                  </a:lnTo>
                  <a:close/>
                  <a:moveTo>
                    <a:pt x="262014" y="474431"/>
                  </a:moveTo>
                  <a:cubicBezTo>
                    <a:pt x="262014" y="491357"/>
                    <a:pt x="248250" y="505130"/>
                    <a:pt x="231315" y="505130"/>
                  </a:cubicBezTo>
                  <a:cubicBezTo>
                    <a:pt x="214389" y="505130"/>
                    <a:pt x="200625" y="491357"/>
                    <a:pt x="200625" y="474431"/>
                  </a:cubicBezTo>
                  <a:cubicBezTo>
                    <a:pt x="200625" y="457514"/>
                    <a:pt x="214389" y="443741"/>
                    <a:pt x="231315" y="443741"/>
                  </a:cubicBezTo>
                  <a:cubicBezTo>
                    <a:pt x="248250" y="443741"/>
                    <a:pt x="262014" y="457514"/>
                    <a:pt x="262014" y="474431"/>
                  </a:cubicBezTo>
                  <a:lnTo>
                    <a:pt x="262014" y="474431"/>
                  </a:lnTo>
                  <a:close/>
                  <a:moveTo>
                    <a:pt x="201216" y="49740"/>
                  </a:moveTo>
                  <a:cubicBezTo>
                    <a:pt x="201216" y="32814"/>
                    <a:pt x="214979" y="19050"/>
                    <a:pt x="231915" y="19050"/>
                  </a:cubicBezTo>
                  <a:cubicBezTo>
                    <a:pt x="248831" y="19050"/>
                    <a:pt x="262595" y="32814"/>
                    <a:pt x="262595" y="49740"/>
                  </a:cubicBezTo>
                  <a:cubicBezTo>
                    <a:pt x="262595" y="66665"/>
                    <a:pt x="248831" y="80439"/>
                    <a:pt x="231915" y="80439"/>
                  </a:cubicBezTo>
                  <a:cubicBezTo>
                    <a:pt x="214979" y="80439"/>
                    <a:pt x="201216" y="66665"/>
                    <a:pt x="201216" y="49740"/>
                  </a:cubicBezTo>
                  <a:lnTo>
                    <a:pt x="201216" y="49740"/>
                  </a:lnTo>
                  <a:close/>
                  <a:moveTo>
                    <a:pt x="49749" y="390106"/>
                  </a:moveTo>
                  <a:cubicBezTo>
                    <a:pt x="32814" y="390106"/>
                    <a:pt x="19050" y="376342"/>
                    <a:pt x="19050" y="359416"/>
                  </a:cubicBezTo>
                  <a:cubicBezTo>
                    <a:pt x="19050" y="342490"/>
                    <a:pt x="32814" y="328727"/>
                    <a:pt x="49749" y="328727"/>
                  </a:cubicBezTo>
                  <a:cubicBezTo>
                    <a:pt x="66665" y="328727"/>
                    <a:pt x="80429" y="342490"/>
                    <a:pt x="80429" y="359416"/>
                  </a:cubicBezTo>
                  <a:cubicBezTo>
                    <a:pt x="80429" y="376342"/>
                    <a:pt x="66665" y="390106"/>
                    <a:pt x="49749" y="390106"/>
                  </a:cubicBezTo>
                  <a:lnTo>
                    <a:pt x="49749" y="390106"/>
                  </a:lnTo>
                  <a:close/>
                  <a:moveTo>
                    <a:pt x="60198" y="189262"/>
                  </a:moveTo>
                  <a:cubicBezTo>
                    <a:pt x="43272" y="189262"/>
                    <a:pt x="29508" y="175498"/>
                    <a:pt x="29508" y="158572"/>
                  </a:cubicBezTo>
                  <a:cubicBezTo>
                    <a:pt x="29508" y="141646"/>
                    <a:pt x="43272" y="127873"/>
                    <a:pt x="60198" y="127873"/>
                  </a:cubicBezTo>
                  <a:cubicBezTo>
                    <a:pt x="77124" y="127873"/>
                    <a:pt x="90888" y="141646"/>
                    <a:pt x="90888" y="158572"/>
                  </a:cubicBezTo>
                  <a:cubicBezTo>
                    <a:pt x="90888" y="175498"/>
                    <a:pt x="77124" y="189262"/>
                    <a:pt x="60198" y="189262"/>
                  </a:cubicBezTo>
                  <a:lnTo>
                    <a:pt x="60198" y="189262"/>
                  </a:lnTo>
                  <a:close/>
                  <a:moveTo>
                    <a:pt x="410689" y="120329"/>
                  </a:moveTo>
                  <a:cubicBezTo>
                    <a:pt x="427625" y="120329"/>
                    <a:pt x="441389" y="134093"/>
                    <a:pt x="441389" y="151019"/>
                  </a:cubicBezTo>
                  <a:cubicBezTo>
                    <a:pt x="441389" y="167945"/>
                    <a:pt x="427625" y="181718"/>
                    <a:pt x="410689" y="181718"/>
                  </a:cubicBezTo>
                  <a:cubicBezTo>
                    <a:pt x="393773" y="181718"/>
                    <a:pt x="380009" y="167945"/>
                    <a:pt x="380009" y="151019"/>
                  </a:cubicBezTo>
                  <a:cubicBezTo>
                    <a:pt x="380009" y="134093"/>
                    <a:pt x="393773" y="120329"/>
                    <a:pt x="410689" y="120329"/>
                  </a:cubicBezTo>
                  <a:lnTo>
                    <a:pt x="410689" y="120329"/>
                  </a:lnTo>
                  <a:close/>
                  <a:moveTo>
                    <a:pt x="409480" y="321269"/>
                  </a:moveTo>
                  <a:cubicBezTo>
                    <a:pt x="395716" y="321269"/>
                    <a:pt x="383238" y="326908"/>
                    <a:pt x="374228" y="335975"/>
                  </a:cubicBezTo>
                  <a:lnTo>
                    <a:pt x="336452" y="310944"/>
                  </a:lnTo>
                  <a:cubicBezTo>
                    <a:pt x="342357" y="297142"/>
                    <a:pt x="345653" y="281969"/>
                    <a:pt x="345653" y="266033"/>
                  </a:cubicBezTo>
                  <a:cubicBezTo>
                    <a:pt x="345653" y="245183"/>
                    <a:pt x="339957" y="225685"/>
                    <a:pt x="330194" y="208836"/>
                  </a:cubicBezTo>
                  <a:lnTo>
                    <a:pt x="373418" y="183604"/>
                  </a:lnTo>
                  <a:cubicBezTo>
                    <a:pt x="382543" y="194034"/>
                    <a:pt x="395783" y="200768"/>
                    <a:pt x="410689" y="200768"/>
                  </a:cubicBezTo>
                  <a:cubicBezTo>
                    <a:pt x="438121" y="200768"/>
                    <a:pt x="460438" y="178451"/>
                    <a:pt x="460438" y="151019"/>
                  </a:cubicBezTo>
                  <a:cubicBezTo>
                    <a:pt x="460438" y="123587"/>
                    <a:pt x="438121" y="101279"/>
                    <a:pt x="410689" y="101279"/>
                  </a:cubicBezTo>
                  <a:cubicBezTo>
                    <a:pt x="383267" y="101279"/>
                    <a:pt x="360959" y="123587"/>
                    <a:pt x="360959" y="151019"/>
                  </a:cubicBezTo>
                  <a:cubicBezTo>
                    <a:pt x="360959" y="156686"/>
                    <a:pt x="362112" y="162049"/>
                    <a:pt x="363865" y="167126"/>
                  </a:cubicBezTo>
                  <a:lnTo>
                    <a:pt x="319354" y="193100"/>
                  </a:lnTo>
                  <a:cubicBezTo>
                    <a:pt x="300247" y="170021"/>
                    <a:pt x="272244" y="154619"/>
                    <a:pt x="240668" y="152000"/>
                  </a:cubicBezTo>
                  <a:lnTo>
                    <a:pt x="240668" y="98603"/>
                  </a:lnTo>
                  <a:cubicBezTo>
                    <a:pt x="263909" y="94440"/>
                    <a:pt x="281645" y="74171"/>
                    <a:pt x="281645" y="49740"/>
                  </a:cubicBezTo>
                  <a:cubicBezTo>
                    <a:pt x="281645" y="22317"/>
                    <a:pt x="259337" y="0"/>
                    <a:pt x="231915" y="0"/>
                  </a:cubicBezTo>
                  <a:cubicBezTo>
                    <a:pt x="204483" y="0"/>
                    <a:pt x="182166" y="22317"/>
                    <a:pt x="182166" y="49740"/>
                  </a:cubicBezTo>
                  <a:cubicBezTo>
                    <a:pt x="182166" y="73638"/>
                    <a:pt x="199111" y="93621"/>
                    <a:pt x="221618" y="98384"/>
                  </a:cubicBezTo>
                  <a:lnTo>
                    <a:pt x="221618" y="152000"/>
                  </a:lnTo>
                  <a:cubicBezTo>
                    <a:pt x="187804" y="154800"/>
                    <a:pt x="158191" y="172355"/>
                    <a:pt x="139103" y="198187"/>
                  </a:cubicBezTo>
                  <a:lnTo>
                    <a:pt x="106356" y="176841"/>
                  </a:lnTo>
                  <a:cubicBezTo>
                    <a:pt x="108604" y="171174"/>
                    <a:pt x="109938" y="165040"/>
                    <a:pt x="109938" y="158572"/>
                  </a:cubicBezTo>
                  <a:cubicBezTo>
                    <a:pt x="109938" y="131140"/>
                    <a:pt x="87620" y="108823"/>
                    <a:pt x="60198" y="108823"/>
                  </a:cubicBezTo>
                  <a:cubicBezTo>
                    <a:pt x="32776" y="108823"/>
                    <a:pt x="10458" y="131140"/>
                    <a:pt x="10458" y="158572"/>
                  </a:cubicBezTo>
                  <a:cubicBezTo>
                    <a:pt x="10458" y="186004"/>
                    <a:pt x="32776" y="208312"/>
                    <a:pt x="60198" y="208312"/>
                  </a:cubicBezTo>
                  <a:cubicBezTo>
                    <a:pt x="74314" y="208312"/>
                    <a:pt x="87001" y="202349"/>
                    <a:pt x="96060" y="192872"/>
                  </a:cubicBezTo>
                  <a:lnTo>
                    <a:pt x="129073" y="214398"/>
                  </a:lnTo>
                  <a:cubicBezTo>
                    <a:pt x="121177" y="229934"/>
                    <a:pt x="116624" y="247440"/>
                    <a:pt x="116624" y="266033"/>
                  </a:cubicBezTo>
                  <a:cubicBezTo>
                    <a:pt x="116624" y="280187"/>
                    <a:pt x="119329" y="293694"/>
                    <a:pt x="124054" y="306229"/>
                  </a:cubicBezTo>
                  <a:lnTo>
                    <a:pt x="87278" y="327146"/>
                  </a:lnTo>
                  <a:cubicBezTo>
                    <a:pt x="78153" y="316544"/>
                    <a:pt x="64799" y="309677"/>
                    <a:pt x="49749" y="309677"/>
                  </a:cubicBezTo>
                  <a:cubicBezTo>
                    <a:pt x="22317" y="309677"/>
                    <a:pt x="0" y="331984"/>
                    <a:pt x="0" y="359416"/>
                  </a:cubicBezTo>
                  <a:cubicBezTo>
                    <a:pt x="0" y="386848"/>
                    <a:pt x="22317" y="409156"/>
                    <a:pt x="49749" y="409156"/>
                  </a:cubicBezTo>
                  <a:cubicBezTo>
                    <a:pt x="77172" y="409156"/>
                    <a:pt x="99479" y="386848"/>
                    <a:pt x="99479" y="359416"/>
                  </a:cubicBezTo>
                  <a:cubicBezTo>
                    <a:pt x="99479" y="353892"/>
                    <a:pt x="98365" y="348672"/>
                    <a:pt x="96698" y="343700"/>
                  </a:cubicBezTo>
                  <a:lnTo>
                    <a:pt x="132245" y="323479"/>
                  </a:lnTo>
                  <a:cubicBezTo>
                    <a:pt x="150619" y="354997"/>
                    <a:pt x="183547" y="376961"/>
                    <a:pt x="221790" y="380067"/>
                  </a:cubicBezTo>
                  <a:lnTo>
                    <a:pt x="221790" y="425653"/>
                  </a:lnTo>
                  <a:cubicBezTo>
                    <a:pt x="198911" y="430111"/>
                    <a:pt x="181575" y="450266"/>
                    <a:pt x="181575" y="474431"/>
                  </a:cubicBezTo>
                  <a:cubicBezTo>
                    <a:pt x="181575" y="501863"/>
                    <a:pt x="203883" y="524180"/>
                    <a:pt x="231315" y="524180"/>
                  </a:cubicBezTo>
                  <a:cubicBezTo>
                    <a:pt x="258747" y="524180"/>
                    <a:pt x="281064" y="501863"/>
                    <a:pt x="281064" y="474431"/>
                  </a:cubicBezTo>
                  <a:cubicBezTo>
                    <a:pt x="281064" y="450266"/>
                    <a:pt x="263728" y="430111"/>
                    <a:pt x="240840" y="425653"/>
                  </a:cubicBezTo>
                  <a:lnTo>
                    <a:pt x="240840" y="380048"/>
                  </a:lnTo>
                  <a:cubicBezTo>
                    <a:pt x="277178" y="376980"/>
                    <a:pt x="308667" y="356911"/>
                    <a:pt x="327412" y="327803"/>
                  </a:cubicBezTo>
                  <a:lnTo>
                    <a:pt x="363617" y="351796"/>
                  </a:lnTo>
                  <a:cubicBezTo>
                    <a:pt x="361121" y="357711"/>
                    <a:pt x="359740" y="364207"/>
                    <a:pt x="359740" y="371018"/>
                  </a:cubicBezTo>
                  <a:cubicBezTo>
                    <a:pt x="359740" y="398440"/>
                    <a:pt x="382048" y="420757"/>
                    <a:pt x="409480" y="420757"/>
                  </a:cubicBezTo>
                  <a:cubicBezTo>
                    <a:pt x="436912" y="420757"/>
                    <a:pt x="459229" y="398440"/>
                    <a:pt x="459229" y="371018"/>
                  </a:cubicBezTo>
                  <a:cubicBezTo>
                    <a:pt x="459229" y="343586"/>
                    <a:pt x="436912" y="321269"/>
                    <a:pt x="409480" y="321269"/>
                  </a:cubicBezTo>
                  <a:lnTo>
                    <a:pt x="409480" y="321269"/>
                  </a:lnTo>
                  <a:close/>
                </a:path>
              </a:pathLst>
            </a:custGeom>
            <a:solidFill>
              <a:schemeClr val="accent1"/>
            </a:solidFill>
            <a:ln w="12700"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sp>
        <p:nvSpPr>
          <p:cNvPr id="8" name="TextBox 7">
            <a:extLst>
              <a:ext uri="{FF2B5EF4-FFF2-40B4-BE49-F238E27FC236}">
                <a16:creationId xmlns:a16="http://schemas.microsoft.com/office/drawing/2014/main" id="{86122449-6156-6E1E-9C75-5E5DC56F243B}"/>
              </a:ext>
            </a:extLst>
          </p:cNvPr>
          <p:cNvSpPr txBox="1"/>
          <p:nvPr/>
        </p:nvSpPr>
        <p:spPr>
          <a:xfrm>
            <a:off x="-1046375" y="207390"/>
            <a:ext cx="857839" cy="830997"/>
          </a:xfrm>
          <a:prstGeom prst="rect">
            <a:avLst/>
          </a:prstGeom>
          <a:noFill/>
        </p:spPr>
        <p:txBody>
          <a:bodyPr wrap="square" lIns="0" rIns="0" rtlCol="0">
            <a:spAutoFit/>
          </a:bodyPr>
          <a:lstStyle/>
          <a:p>
            <a:pPr algn="l"/>
            <a:r>
              <a:rPr lang="en-US" sz="1200" dirty="0"/>
              <a:t>This slide is animated. View in slide show mode.</a:t>
            </a:r>
          </a:p>
        </p:txBody>
      </p:sp>
    </p:spTree>
    <p:extLst>
      <p:ext uri="{BB962C8B-B14F-4D97-AF65-F5344CB8AC3E}">
        <p14:creationId xmlns:p14="http://schemas.microsoft.com/office/powerpoint/2010/main" val="759170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16="http://schemas.microsoft.com/office/drawing/2014/main"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40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250"/>
                                        <p:tgtEl>
                                          <p:spTgt spid="55"/>
                                        </p:tgtEl>
                                      </p:cBhvr>
                                    </p:animEffect>
                                  </p:childTnLst>
                                </p:cTn>
                              </p:par>
                              <p:par>
                                <p:cTn id="8" presetID="42" presetClass="path" presetSubtype="0" decel="100000" fill="hold" nodeType="withEffect">
                                  <p:stCondLst>
                                    <p:cond delay="400"/>
                                  </p:stCondLst>
                                  <p:childTnLst>
                                    <p:animMotion origin="layout" path="M 0.01666 -0.00046 L 3.75E-6 1.85185E-6 " pathEditMode="relative" rAng="0" ptsTypes="AA">
                                      <p:cBhvr>
                                        <p:cTn id="9" dur="500" fill="hold"/>
                                        <p:tgtEl>
                                          <p:spTgt spid="55"/>
                                        </p:tgtEl>
                                        <p:attrNameLst>
                                          <p:attrName>ppt_x</p:attrName>
                                          <p:attrName>ppt_y</p:attrName>
                                        </p:attrNameLst>
                                      </p:cBhvr>
                                      <p:rCtr x="-83300" y="2300"/>
                                    </p:animMotion>
                                  </p:childTnLst>
                                </p:cTn>
                              </p:par>
                              <p:par>
                                <p:cTn id="10" presetID="10" presetClass="entr" presetSubtype="0" fill="hold" nodeType="withEffect">
                                  <p:stCondLst>
                                    <p:cond delay="80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250"/>
                                        <p:tgtEl>
                                          <p:spTgt spid="56"/>
                                        </p:tgtEl>
                                      </p:cBhvr>
                                    </p:animEffect>
                                  </p:childTnLst>
                                </p:cTn>
                              </p:par>
                              <p:par>
                                <p:cTn id="13" presetID="42" presetClass="path" presetSubtype="0" decel="100000" fill="hold" nodeType="withEffect">
                                  <p:stCondLst>
                                    <p:cond delay="800"/>
                                  </p:stCondLst>
                                  <p:childTnLst>
                                    <p:animMotion origin="layout" path="M 0.01666 -0.00046 L 3.75E-6 1.85185E-6 " pathEditMode="relative" rAng="0" ptsTypes="AA">
                                      <p:cBhvr>
                                        <p:cTn id="14" dur="500" fill="hold"/>
                                        <p:tgtEl>
                                          <p:spTgt spid="56"/>
                                        </p:tgtEl>
                                        <p:attrNameLst>
                                          <p:attrName>ppt_x</p:attrName>
                                          <p:attrName>ppt_y</p:attrName>
                                        </p:attrNameLst>
                                      </p:cBhvr>
                                      <p:rCtr x="-83300" y="2300"/>
                                    </p:animMotion>
                                  </p:childTnLst>
                                </p:cTn>
                              </p:par>
                              <p:par>
                                <p:cTn id="15" presetID="10" presetClass="entr" presetSubtype="0" fill="hold" nodeType="withEffect">
                                  <p:stCondLst>
                                    <p:cond delay="1200"/>
                                  </p:stCondLst>
                                  <p:childTnLst>
                                    <p:set>
                                      <p:cBhvr>
                                        <p:cTn id="16" dur="1" fill="hold">
                                          <p:stCondLst>
                                            <p:cond delay="0"/>
                                          </p:stCondLst>
                                        </p:cTn>
                                        <p:tgtEl>
                                          <p:spTgt spid="57"/>
                                        </p:tgtEl>
                                        <p:attrNameLst>
                                          <p:attrName>style.visibility</p:attrName>
                                        </p:attrNameLst>
                                      </p:cBhvr>
                                      <p:to>
                                        <p:strVal val="visible"/>
                                      </p:to>
                                    </p:set>
                                    <p:animEffect transition="in" filter="fade">
                                      <p:cBhvr>
                                        <p:cTn id="17" dur="250"/>
                                        <p:tgtEl>
                                          <p:spTgt spid="57"/>
                                        </p:tgtEl>
                                      </p:cBhvr>
                                    </p:animEffect>
                                  </p:childTnLst>
                                </p:cTn>
                              </p:par>
                              <p:par>
                                <p:cTn id="18" presetID="42" presetClass="path" presetSubtype="0" decel="100000" fill="hold" nodeType="withEffect">
                                  <p:stCondLst>
                                    <p:cond delay="1200"/>
                                  </p:stCondLst>
                                  <p:childTnLst>
                                    <p:animMotion origin="layout" path="M 0.01666 -0.00046 L 3.75E-6 1.85185E-6 " pathEditMode="relative" rAng="0" ptsTypes="AA">
                                      <p:cBhvr>
                                        <p:cTn id="19" dur="500" fill="hold"/>
                                        <p:tgtEl>
                                          <p:spTgt spid="57"/>
                                        </p:tgtEl>
                                        <p:attrNameLst>
                                          <p:attrName>ppt_x</p:attrName>
                                          <p:attrName>ppt_y</p:attrName>
                                        </p:attrNameLst>
                                      </p:cBhvr>
                                      <p:rCtr x="-83300" y="2300"/>
                                    </p:animMotion>
                                  </p:childTnLst>
                                </p:cTn>
                              </p:par>
                              <p:par>
                                <p:cTn id="20" presetID="10"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250"/>
                                        <p:tgtEl>
                                          <p:spTgt spid="2"/>
                                        </p:tgtEl>
                                      </p:cBhvr>
                                    </p:animEffect>
                                  </p:childTnLst>
                                </p:cTn>
                              </p:par>
                              <p:par>
                                <p:cTn id="23" presetID="42" presetClass="path" presetSubtype="0" decel="100000" fill="hold" grpId="1" nodeType="withEffect">
                                  <p:stCondLst>
                                    <p:cond delay="0"/>
                                  </p:stCondLst>
                                  <p:childTnLst>
                                    <p:animMotion origin="layout" path="M -0.01719 -0.00023 L -1.25E-6 1.85185E-6 " pathEditMode="relative" rAng="0" ptsTypes="AA">
                                      <p:cBhvr>
                                        <p:cTn id="24" dur="500" fill="hold"/>
                                        <p:tgtEl>
                                          <p:spTgt spid="2"/>
                                        </p:tgtEl>
                                        <p:attrNameLst>
                                          <p:attrName>ppt_x</p:attrName>
                                          <p:attrName>ppt_y</p:attrName>
                                        </p:attrNameLst>
                                      </p:cBhvr>
                                      <p:rCtr x="859" y="0"/>
                                    </p:animMotion>
                                  </p:childTnLst>
                                </p:cTn>
                              </p:par>
                              <p:par>
                                <p:cTn id="25" presetID="10"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250"/>
                                        <p:tgtEl>
                                          <p:spTgt spid="3"/>
                                        </p:tgtEl>
                                      </p:cBhvr>
                                    </p:animEffect>
                                  </p:childTnLst>
                                </p:cTn>
                              </p:par>
                              <p:par>
                                <p:cTn id="28" presetID="42" presetClass="path" presetSubtype="0" decel="100000" fill="hold" grpId="1" nodeType="withEffect">
                                  <p:stCondLst>
                                    <p:cond delay="0"/>
                                  </p:stCondLst>
                                  <p:childTnLst>
                                    <p:animMotion origin="layout" path="M -0.01719 -0.00023 L -1.25E-6 1.85185E-6 " pathEditMode="relative" rAng="0" ptsTypes="AA">
                                      <p:cBhvr>
                                        <p:cTn id="29" dur="500" fill="hold"/>
                                        <p:tgtEl>
                                          <p:spTgt spid="3"/>
                                        </p:tgtEl>
                                        <p:attrNameLst>
                                          <p:attrName>ppt_x</p:attrName>
                                          <p:attrName>ppt_y</p:attrName>
                                        </p:attrNameLst>
                                      </p:cBhvr>
                                      <p:rCtr x="859" y="0"/>
                                    </p:animMotion>
                                  </p:childTnLst>
                                </p:cTn>
                              </p:par>
                              <p:par>
                                <p:cTn id="30" presetID="10" presetClass="entr" presetSubtype="0"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250"/>
                                        <p:tgtEl>
                                          <p:spTgt spid="5"/>
                                        </p:tgtEl>
                                      </p:cBhvr>
                                    </p:animEffect>
                                  </p:childTnLst>
                                </p:cTn>
                              </p:par>
                              <p:par>
                                <p:cTn id="33" presetID="42" presetClass="path" presetSubtype="0" decel="100000" fill="hold" grpId="1" nodeType="withEffect">
                                  <p:stCondLst>
                                    <p:cond delay="0"/>
                                  </p:stCondLst>
                                  <p:childTnLst>
                                    <p:animMotion origin="layout" path="M -0.01719 -0.00023 L -1.25E-6 1.85185E-6 " pathEditMode="relative" rAng="0" ptsTypes="AA">
                                      <p:cBhvr>
                                        <p:cTn id="34" dur="500" fill="hold"/>
                                        <p:tgtEl>
                                          <p:spTgt spid="5"/>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p:bldP spid="5" grpId="1"/>
      <p:bldP spid="3" grpId="0"/>
      <p:bldP spid="3" grpId="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935A2E-075B-0738-F9A4-7B30C4069D33}"/>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29BBA01E-1E88-A76C-78CF-4BCCC07223E0}"/>
              </a:ext>
            </a:extLst>
          </p:cNvPr>
          <p:cNvGrpSpPr/>
          <p:nvPr/>
        </p:nvGrpSpPr>
        <p:grpSpPr>
          <a:xfrm>
            <a:off x="4229100" y="2356"/>
            <a:ext cx="7962900" cy="6855643"/>
            <a:chOff x="4229100" y="2356"/>
            <a:chExt cx="7962900" cy="6855643"/>
          </a:xfrm>
        </p:grpSpPr>
        <p:sp>
          <p:nvSpPr>
            <p:cNvPr id="10" name="Rectangle 9">
              <a:extLst>
                <a:ext uri="{FF2B5EF4-FFF2-40B4-BE49-F238E27FC236}">
                  <a16:creationId xmlns:a16="http://schemas.microsoft.com/office/drawing/2014/main" id="{24B109ED-06F4-2E25-E234-48AE75A818BF}"/>
                </a:ext>
              </a:extLst>
            </p:cNvPr>
            <p:cNvSpPr/>
            <p:nvPr/>
          </p:nvSpPr>
          <p:spPr>
            <a:xfrm>
              <a:off x="4229100" y="2356"/>
              <a:ext cx="7962900" cy="6855643"/>
            </a:xfrm>
            <a:prstGeom prst="rect">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0" name="TextBox 49">
              <a:extLst>
                <a:ext uri="{FF2B5EF4-FFF2-40B4-BE49-F238E27FC236}">
                  <a16:creationId xmlns:a16="http://schemas.microsoft.com/office/drawing/2014/main" id="{142528BF-E83F-8471-DA4A-47DFF801D57B}"/>
                </a:ext>
              </a:extLst>
            </p:cNvPr>
            <p:cNvSpPr txBox="1"/>
            <p:nvPr/>
          </p:nvSpPr>
          <p:spPr>
            <a:xfrm>
              <a:off x="4615294" y="2594456"/>
              <a:ext cx="3149673" cy="1477328"/>
            </a:xfrm>
            <a:prstGeom prst="rect">
              <a:avLst/>
            </a:prstGeom>
            <a:noFill/>
          </p:spPr>
          <p:txBody>
            <a:bodyPr wrap="square" lIns="0" rIns="0" rtlCol="0">
              <a:spAutoFit/>
            </a:bodyPr>
            <a:lstStyle/>
            <a:p>
              <a:pPr algn="l">
                <a:spcAft>
                  <a:spcPts val="1200"/>
                </a:spcAft>
              </a:pPr>
              <a:r>
                <a:rPr lang="en-US" sz="1600" dirty="0"/>
                <a:t>You want the audience to listen to you, not be reading slide text</a:t>
              </a:r>
            </a:p>
            <a:p>
              <a:pPr>
                <a:spcAft>
                  <a:spcPts val="1200"/>
                </a:spcAft>
              </a:pPr>
              <a:r>
                <a:rPr lang="en-US" sz="1600" dirty="0"/>
                <a:t>Remember that slides are supporting the speaker, not replacing</a:t>
              </a:r>
            </a:p>
          </p:txBody>
        </p:sp>
        <p:sp>
          <p:nvSpPr>
            <p:cNvPr id="8" name="Text Placeholder 1">
              <a:extLst>
                <a:ext uri="{FF2B5EF4-FFF2-40B4-BE49-F238E27FC236}">
                  <a16:creationId xmlns:a16="http://schemas.microsoft.com/office/drawing/2014/main" id="{6D6FEFAC-81BB-2AB4-27DF-8C2544E8DEC8}"/>
                </a:ext>
              </a:extLst>
            </p:cNvPr>
            <p:cNvSpPr txBox="1">
              <a:spLocks/>
            </p:cNvSpPr>
            <p:nvPr/>
          </p:nvSpPr>
          <p:spPr>
            <a:xfrm>
              <a:off x="4602587" y="1880514"/>
              <a:ext cx="1551640" cy="235131"/>
            </a:xfrm>
            <a:prstGeom prst="rect">
              <a:avLst/>
            </a:prstGeom>
          </p:spPr>
          <p:txBody>
            <a:bodyPr vert="horz" lIns="0" tIns="45720" rIns="0" bIns="45720" rtlCol="0" anchor="t" anchorCtr="0">
              <a:noAutofit/>
            </a:bodyPr>
            <a:lstStyle>
              <a:lvl1pPr marL="0" indent="0" algn="l" defTabSz="914400" rtl="0" eaLnBrk="1" latinLnBrk="0" hangingPunct="1">
                <a:lnSpc>
                  <a:spcPct val="90000"/>
                </a:lnSpc>
                <a:spcBef>
                  <a:spcPts val="0"/>
                </a:spcBef>
                <a:spcAft>
                  <a:spcPts val="800"/>
                </a:spcAft>
                <a:buSzPct val="85000"/>
                <a:buFont typeface="Wingdings" panose="05000000000000000000" pitchFamily="2" charset="2"/>
                <a:buNone/>
                <a:defRPr kumimoji="0" lang="en-US" sz="1600" b="0" i="0" u="none" strike="noStrike" kern="1200" cap="all" spc="0" normalizeH="0" baseline="0" dirty="0" smtClean="0">
                  <a:ln>
                    <a:noFill/>
                  </a:ln>
                  <a:solidFill>
                    <a:schemeClr val="tx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5715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0"/>
                </a:spcBef>
                <a:spcAft>
                  <a:spcPts val="600"/>
                </a:spcAft>
                <a:buSzPct val="85000"/>
                <a:buFont typeface="Wingdings" panose="05000000000000000000" pitchFamily="2" charset="2"/>
                <a:buChar char="§"/>
                <a:defRPr sz="2000" kern="1200">
                  <a:solidFill>
                    <a:schemeClr val="tx1"/>
                  </a:solidFill>
                  <a:latin typeface="+mn-lt"/>
                  <a:ea typeface="+mn-ea"/>
                  <a:cs typeface="+mn-cs"/>
                </a:defRPr>
              </a:lvl3pPr>
              <a:lvl4pPr marL="120015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4pPr>
              <a:lvl5pPr marL="148590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r>
                <a:rPr lang="en-US" dirty="0">
                  <a:solidFill>
                    <a:schemeClr val="accent1"/>
                  </a:solidFill>
                </a:rPr>
                <a:t>01</a:t>
              </a:r>
            </a:p>
          </p:txBody>
        </p:sp>
      </p:grpSp>
      <p:sp>
        <p:nvSpPr>
          <p:cNvPr id="2" name="Text Placeholder 1">
            <a:extLst>
              <a:ext uri="{FF2B5EF4-FFF2-40B4-BE49-F238E27FC236}">
                <a16:creationId xmlns:a16="http://schemas.microsoft.com/office/drawing/2014/main" id="{D524D779-F4D6-6327-A4EB-44F0D7A53AF4}"/>
              </a:ext>
            </a:extLst>
          </p:cNvPr>
          <p:cNvSpPr>
            <a:spLocks noGrp="1"/>
          </p:cNvSpPr>
          <p:nvPr>
            <p:ph type="body" sz="quarter" idx="10"/>
          </p:nvPr>
        </p:nvSpPr>
        <p:spPr/>
        <p:txBody>
          <a:bodyPr/>
          <a:lstStyle/>
          <a:p>
            <a:r>
              <a:rPr lang="en-US" dirty="0"/>
              <a:t>Engage your audience</a:t>
            </a:r>
          </a:p>
        </p:txBody>
      </p:sp>
      <p:sp>
        <p:nvSpPr>
          <p:cNvPr id="5" name="Text Placeholder 4">
            <a:extLst>
              <a:ext uri="{FF2B5EF4-FFF2-40B4-BE49-F238E27FC236}">
                <a16:creationId xmlns:a16="http://schemas.microsoft.com/office/drawing/2014/main" id="{7BF09921-73B0-5301-C0F1-B8E2E01654D6}"/>
              </a:ext>
            </a:extLst>
          </p:cNvPr>
          <p:cNvSpPr>
            <a:spLocks noGrp="1"/>
          </p:cNvSpPr>
          <p:nvPr>
            <p:ph type="body" sz="quarter" idx="13"/>
          </p:nvPr>
        </p:nvSpPr>
        <p:spPr>
          <a:xfrm>
            <a:off x="496941" y="3876483"/>
            <a:ext cx="2766959" cy="1728220"/>
          </a:xfrm>
        </p:spPr>
        <p:txBody>
          <a:bodyPr/>
          <a:lstStyle/>
          <a:p>
            <a:r>
              <a:rPr lang="en-US" dirty="0"/>
              <a:t>Keeping slides simple helps your audience focus on you and your message</a:t>
            </a:r>
          </a:p>
        </p:txBody>
      </p:sp>
      <p:sp>
        <p:nvSpPr>
          <p:cNvPr id="3" name="Title 2">
            <a:extLst>
              <a:ext uri="{FF2B5EF4-FFF2-40B4-BE49-F238E27FC236}">
                <a16:creationId xmlns:a16="http://schemas.microsoft.com/office/drawing/2014/main" id="{0C95D972-EC7B-2829-6826-7BD9A93CF4BE}"/>
              </a:ext>
            </a:extLst>
          </p:cNvPr>
          <p:cNvSpPr>
            <a:spLocks noGrp="1"/>
          </p:cNvSpPr>
          <p:nvPr>
            <p:ph type="title"/>
          </p:nvPr>
        </p:nvSpPr>
        <p:spPr/>
        <p:txBody>
          <a:bodyPr/>
          <a:lstStyle/>
          <a:p>
            <a:r>
              <a:rPr lang="en-US" dirty="0"/>
              <a:t>Use simple slides</a:t>
            </a:r>
          </a:p>
        </p:txBody>
      </p:sp>
      <p:grpSp>
        <p:nvGrpSpPr>
          <p:cNvPr id="14" name="Group 13">
            <a:extLst>
              <a:ext uri="{FF2B5EF4-FFF2-40B4-BE49-F238E27FC236}">
                <a16:creationId xmlns:a16="http://schemas.microsoft.com/office/drawing/2014/main" id="{A5A66DB6-9432-39D3-37B4-D25D9826DF5A}"/>
              </a:ext>
            </a:extLst>
          </p:cNvPr>
          <p:cNvGrpSpPr/>
          <p:nvPr/>
        </p:nvGrpSpPr>
        <p:grpSpPr>
          <a:xfrm>
            <a:off x="8216900" y="2356"/>
            <a:ext cx="3975100" cy="6855643"/>
            <a:chOff x="8216900" y="2356"/>
            <a:chExt cx="3975100" cy="6855643"/>
          </a:xfrm>
        </p:grpSpPr>
        <p:sp>
          <p:nvSpPr>
            <p:cNvPr id="6" name="Rectangle 5">
              <a:extLst>
                <a:ext uri="{FF2B5EF4-FFF2-40B4-BE49-F238E27FC236}">
                  <a16:creationId xmlns:a16="http://schemas.microsoft.com/office/drawing/2014/main" id="{05C5BFE1-FF8F-F51B-D8B8-1A3E06458B7A}"/>
                </a:ext>
              </a:extLst>
            </p:cNvPr>
            <p:cNvSpPr/>
            <p:nvPr/>
          </p:nvSpPr>
          <p:spPr>
            <a:xfrm>
              <a:off x="8216900" y="2356"/>
              <a:ext cx="3975100" cy="6855643"/>
            </a:xfrm>
            <a:prstGeom prst="rect">
              <a:avLst/>
            </a:pr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1" name="TextBox 50">
              <a:extLst>
                <a:ext uri="{FF2B5EF4-FFF2-40B4-BE49-F238E27FC236}">
                  <a16:creationId xmlns:a16="http://schemas.microsoft.com/office/drawing/2014/main" id="{72893C18-DE43-9990-60EB-C80DA0CD9B9C}"/>
                </a:ext>
              </a:extLst>
            </p:cNvPr>
            <p:cNvSpPr txBox="1"/>
            <p:nvPr/>
          </p:nvSpPr>
          <p:spPr>
            <a:xfrm>
              <a:off x="8935125" y="2594456"/>
              <a:ext cx="2988316" cy="584775"/>
            </a:xfrm>
            <a:prstGeom prst="rect">
              <a:avLst/>
            </a:prstGeom>
            <a:noFill/>
          </p:spPr>
          <p:txBody>
            <a:bodyPr wrap="square" lIns="0" rIns="0" rtlCol="0">
              <a:spAutoFit/>
            </a:bodyPr>
            <a:lstStyle/>
            <a:p>
              <a:pPr algn="l">
                <a:spcAft>
                  <a:spcPts val="1200"/>
                </a:spcAft>
              </a:pPr>
              <a:r>
                <a:rPr lang="en-US" sz="1600" dirty="0"/>
                <a:t>Dividing content into bite-sized chunks helps with retention</a:t>
              </a:r>
            </a:p>
          </p:txBody>
        </p:sp>
        <p:sp>
          <p:nvSpPr>
            <p:cNvPr id="9" name="Text Placeholder 1">
              <a:extLst>
                <a:ext uri="{FF2B5EF4-FFF2-40B4-BE49-F238E27FC236}">
                  <a16:creationId xmlns:a16="http://schemas.microsoft.com/office/drawing/2014/main" id="{EDD3519D-F0C5-B148-0A0E-40DD75C448DE}"/>
                </a:ext>
              </a:extLst>
            </p:cNvPr>
            <p:cNvSpPr txBox="1">
              <a:spLocks/>
            </p:cNvSpPr>
            <p:nvPr/>
          </p:nvSpPr>
          <p:spPr>
            <a:xfrm>
              <a:off x="8935125" y="1880514"/>
              <a:ext cx="1551640" cy="235131"/>
            </a:xfrm>
            <a:prstGeom prst="rect">
              <a:avLst/>
            </a:prstGeom>
          </p:spPr>
          <p:txBody>
            <a:bodyPr vert="horz" lIns="0" tIns="45720" rIns="0" bIns="45720" rtlCol="0" anchor="t" anchorCtr="0">
              <a:noAutofit/>
            </a:bodyPr>
            <a:lstStyle>
              <a:lvl1pPr marL="0" indent="0" algn="l" defTabSz="914400" rtl="0" eaLnBrk="1" latinLnBrk="0" hangingPunct="1">
                <a:lnSpc>
                  <a:spcPct val="90000"/>
                </a:lnSpc>
                <a:spcBef>
                  <a:spcPts val="0"/>
                </a:spcBef>
                <a:spcAft>
                  <a:spcPts val="800"/>
                </a:spcAft>
                <a:buSzPct val="85000"/>
                <a:buFont typeface="Wingdings" panose="05000000000000000000" pitchFamily="2" charset="2"/>
                <a:buNone/>
                <a:defRPr kumimoji="0" lang="en-US" sz="1600" b="0" i="0" u="none" strike="noStrike" kern="1200" cap="all" spc="0" normalizeH="0" baseline="0" dirty="0" smtClean="0">
                  <a:ln>
                    <a:noFill/>
                  </a:ln>
                  <a:solidFill>
                    <a:schemeClr val="tx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5715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0"/>
                </a:spcBef>
                <a:spcAft>
                  <a:spcPts val="600"/>
                </a:spcAft>
                <a:buSzPct val="85000"/>
                <a:buFont typeface="Wingdings" panose="05000000000000000000" pitchFamily="2" charset="2"/>
                <a:buChar char="§"/>
                <a:defRPr sz="2000" kern="1200">
                  <a:solidFill>
                    <a:schemeClr val="tx1"/>
                  </a:solidFill>
                  <a:latin typeface="+mn-lt"/>
                  <a:ea typeface="+mn-ea"/>
                  <a:cs typeface="+mn-cs"/>
                </a:defRPr>
              </a:lvl3pPr>
              <a:lvl4pPr marL="120015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4pPr>
              <a:lvl5pPr marL="1485900" indent="-228600" algn="l" defTabSz="914400" rtl="0" eaLnBrk="1" latinLnBrk="0" hangingPunct="1">
                <a:lnSpc>
                  <a:spcPct val="9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r>
                <a:rPr lang="en-US" dirty="0">
                  <a:solidFill>
                    <a:schemeClr val="accent1"/>
                  </a:solidFill>
                </a:rPr>
                <a:t>02</a:t>
              </a:r>
            </a:p>
          </p:txBody>
        </p:sp>
      </p:grpSp>
      <p:sp>
        <p:nvSpPr>
          <p:cNvPr id="7" name="TextBox 6">
            <a:extLst>
              <a:ext uri="{FF2B5EF4-FFF2-40B4-BE49-F238E27FC236}">
                <a16:creationId xmlns:a16="http://schemas.microsoft.com/office/drawing/2014/main" id="{162E3809-5271-CE6D-F54D-6E7945018779}"/>
              </a:ext>
            </a:extLst>
          </p:cNvPr>
          <p:cNvSpPr txBox="1"/>
          <p:nvPr/>
        </p:nvSpPr>
        <p:spPr>
          <a:xfrm>
            <a:off x="-1046375" y="207390"/>
            <a:ext cx="857839" cy="830997"/>
          </a:xfrm>
          <a:prstGeom prst="rect">
            <a:avLst/>
          </a:prstGeom>
          <a:noFill/>
        </p:spPr>
        <p:txBody>
          <a:bodyPr wrap="square" lIns="0" rIns="0" rtlCol="0">
            <a:spAutoFit/>
          </a:bodyPr>
          <a:lstStyle/>
          <a:p>
            <a:pPr algn="l"/>
            <a:r>
              <a:rPr lang="en-US" sz="1200" dirty="0"/>
              <a:t>This slide is animated. View in slide show mode.</a:t>
            </a:r>
          </a:p>
        </p:txBody>
      </p:sp>
    </p:spTree>
    <p:extLst>
      <p:ext uri="{BB962C8B-B14F-4D97-AF65-F5344CB8AC3E}">
        <p14:creationId xmlns:p14="http://schemas.microsoft.com/office/powerpoint/2010/main" val="9849580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4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42" presetClass="path" presetSubtype="0" decel="100000" fill="hold" nodeType="withEffect">
                                  <p:stCondLst>
                                    <p:cond delay="400"/>
                                  </p:stCondLst>
                                  <p:childTnLst>
                                    <p:animMotion origin="layout" path="M 0.01666 -0.00046 L 3.75E-6 1.85185E-6 " pathEditMode="relative" rAng="0" ptsTypes="AA">
                                      <p:cBhvr>
                                        <p:cTn id="9" dur="500" fill="hold"/>
                                        <p:tgtEl>
                                          <p:spTgt spid="15"/>
                                        </p:tgtEl>
                                        <p:attrNameLst>
                                          <p:attrName>ppt_x</p:attrName>
                                          <p:attrName>ppt_y</p:attrName>
                                        </p:attrNameLst>
                                      </p:cBhvr>
                                      <p:rCtr x="-83300" y="2300"/>
                                    </p:animMotion>
                                  </p:childTnLst>
                                </p:cTn>
                              </p:par>
                              <p:par>
                                <p:cTn id="10" presetID="10" presetClass="entr" presetSubtype="0" fill="hold" nodeType="withEffect">
                                  <p:stCondLst>
                                    <p:cond delay="80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250"/>
                                        <p:tgtEl>
                                          <p:spTgt spid="14"/>
                                        </p:tgtEl>
                                      </p:cBhvr>
                                    </p:animEffect>
                                  </p:childTnLst>
                                </p:cTn>
                              </p:par>
                              <p:par>
                                <p:cTn id="13" presetID="42" presetClass="path" presetSubtype="0" decel="100000" fill="hold" nodeType="withEffect">
                                  <p:stCondLst>
                                    <p:cond delay="800"/>
                                  </p:stCondLst>
                                  <p:childTnLst>
                                    <p:animMotion origin="layout" path="M 0.01666 -0.00046 L 3.75E-6 1.85185E-6 " pathEditMode="relative" rAng="0" ptsTypes="AA">
                                      <p:cBhvr>
                                        <p:cTn id="14" dur="500" fill="hold"/>
                                        <p:tgtEl>
                                          <p:spTgt spid="14"/>
                                        </p:tgtEl>
                                        <p:attrNameLst>
                                          <p:attrName>ppt_x</p:attrName>
                                          <p:attrName>ppt_y</p:attrName>
                                        </p:attrNameLst>
                                      </p:cBhvr>
                                      <p:rCtr x="-83300" y="2300"/>
                                    </p:animMotion>
                                  </p:childTnLst>
                                </p:cTn>
                              </p:par>
                              <p:par>
                                <p:cTn id="15" presetID="10"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250"/>
                                        <p:tgtEl>
                                          <p:spTgt spid="2"/>
                                        </p:tgtEl>
                                      </p:cBhvr>
                                    </p:animEffect>
                                  </p:childTnLst>
                                </p:cTn>
                              </p:par>
                              <p:par>
                                <p:cTn id="18" presetID="42" presetClass="path" presetSubtype="0" decel="100000" fill="hold" grpId="1" nodeType="withEffect">
                                  <p:stCondLst>
                                    <p:cond delay="0"/>
                                  </p:stCondLst>
                                  <p:childTnLst>
                                    <p:animMotion origin="layout" path="M -0.01719 -0.00023 L -1.25E-6 1.85185E-6 " pathEditMode="relative" rAng="0" ptsTypes="AA">
                                      <p:cBhvr>
                                        <p:cTn id="19" dur="500" fill="hold"/>
                                        <p:tgtEl>
                                          <p:spTgt spid="2"/>
                                        </p:tgtEl>
                                        <p:attrNameLst>
                                          <p:attrName>ppt_x</p:attrName>
                                          <p:attrName>ppt_y</p:attrName>
                                        </p:attrNameLst>
                                      </p:cBhvr>
                                      <p:rCtr x="859" y="0"/>
                                    </p:animMotion>
                                  </p:childTnLst>
                                </p:cTn>
                              </p:par>
                              <p:par>
                                <p:cTn id="20" presetID="10" presetClass="entr" presetSubtype="0"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250"/>
                                        <p:tgtEl>
                                          <p:spTgt spid="3"/>
                                        </p:tgtEl>
                                      </p:cBhvr>
                                    </p:animEffect>
                                  </p:childTnLst>
                                </p:cTn>
                              </p:par>
                              <p:par>
                                <p:cTn id="23" presetID="42" presetClass="path" presetSubtype="0" decel="100000" fill="hold" grpId="1" nodeType="withEffect">
                                  <p:stCondLst>
                                    <p:cond delay="0"/>
                                  </p:stCondLst>
                                  <p:childTnLst>
                                    <p:animMotion origin="layout" path="M -0.01719 -0.00023 L -1.25E-6 1.85185E-6 " pathEditMode="relative" rAng="0" ptsTypes="AA">
                                      <p:cBhvr>
                                        <p:cTn id="24" dur="500" fill="hold"/>
                                        <p:tgtEl>
                                          <p:spTgt spid="3"/>
                                        </p:tgtEl>
                                        <p:attrNameLst>
                                          <p:attrName>ppt_x</p:attrName>
                                          <p:attrName>ppt_y</p:attrName>
                                        </p:attrNameLst>
                                      </p:cBhvr>
                                      <p:rCtr x="859" y="0"/>
                                    </p:animMotion>
                                  </p:childTnLst>
                                </p:cTn>
                              </p:par>
                              <p:par>
                                <p:cTn id="25" presetID="10"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250"/>
                                        <p:tgtEl>
                                          <p:spTgt spid="5"/>
                                        </p:tgtEl>
                                      </p:cBhvr>
                                    </p:animEffect>
                                  </p:childTnLst>
                                </p:cTn>
                              </p:par>
                              <p:par>
                                <p:cTn id="28" presetID="42" presetClass="path" presetSubtype="0" decel="100000" fill="hold" grpId="1" nodeType="withEffect">
                                  <p:stCondLst>
                                    <p:cond delay="0"/>
                                  </p:stCondLst>
                                  <p:childTnLst>
                                    <p:animMotion origin="layout" path="M -0.01719 -0.00023 L -1.25E-6 1.85185E-6 " pathEditMode="relative" rAng="0" ptsTypes="AA">
                                      <p:cBhvr>
                                        <p:cTn id="29" dur="500" fill="hold"/>
                                        <p:tgtEl>
                                          <p:spTgt spid="5"/>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p:bldP spid="5" grpId="1"/>
      <p:bldP spid="3" grpId="0"/>
      <p:bldP spid="3" grpId="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28F6BA8-D7C1-2253-B947-63C98ED9E63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C6EAF03-0719-37B0-D4D3-82BD4937384F}"/>
              </a:ext>
            </a:extLst>
          </p:cNvPr>
          <p:cNvSpPr>
            <a:spLocks noGrp="1"/>
          </p:cNvSpPr>
          <p:nvPr>
            <p:ph type="title"/>
          </p:nvPr>
        </p:nvSpPr>
        <p:spPr>
          <a:xfrm>
            <a:off x="928914" y="2327808"/>
            <a:ext cx="5704114" cy="957316"/>
          </a:xfrm>
        </p:spPr>
        <p:txBody>
          <a:bodyPr/>
          <a:lstStyle/>
          <a:p>
            <a:r>
              <a:rPr lang="en-US" dirty="0"/>
              <a:t>Use simple slides</a:t>
            </a:r>
          </a:p>
        </p:txBody>
      </p:sp>
      <p:sp>
        <p:nvSpPr>
          <p:cNvPr id="11" name="Text Placeholder 10">
            <a:extLst>
              <a:ext uri="{FF2B5EF4-FFF2-40B4-BE49-F238E27FC236}">
                <a16:creationId xmlns:a16="http://schemas.microsoft.com/office/drawing/2014/main" id="{0047624E-BBB5-484D-47D1-03E294C0A374}"/>
              </a:ext>
            </a:extLst>
          </p:cNvPr>
          <p:cNvSpPr>
            <a:spLocks noGrp="1"/>
          </p:cNvSpPr>
          <p:nvPr>
            <p:ph type="body" sz="quarter" idx="4294967295"/>
          </p:nvPr>
        </p:nvSpPr>
        <p:spPr>
          <a:xfrm>
            <a:off x="969058" y="3181350"/>
            <a:ext cx="4169000" cy="2286000"/>
          </a:xfrm>
        </p:spPr>
        <p:txBody>
          <a:bodyPr/>
          <a:lstStyle/>
          <a:p>
            <a:pPr marL="0" indent="0">
              <a:buNone/>
            </a:pPr>
            <a:r>
              <a:rPr lang="en-US" sz="2400" dirty="0"/>
              <a:t>Keeping slides simple helps your audience focus on you and your message</a:t>
            </a:r>
          </a:p>
          <a:p>
            <a:pPr marL="0" indent="0">
              <a:buNone/>
            </a:pPr>
            <a:endParaRPr lang="en-US" sz="2400" dirty="0"/>
          </a:p>
        </p:txBody>
      </p:sp>
      <p:grpSp>
        <p:nvGrpSpPr>
          <p:cNvPr id="2" name="Group 1">
            <a:extLst>
              <a:ext uri="{FF2B5EF4-FFF2-40B4-BE49-F238E27FC236}">
                <a16:creationId xmlns:a16="http://schemas.microsoft.com/office/drawing/2014/main" id="{AD8DFA2F-77B8-3121-A375-F93A81EF8A69}"/>
              </a:ext>
            </a:extLst>
          </p:cNvPr>
          <p:cNvGrpSpPr/>
          <p:nvPr/>
        </p:nvGrpSpPr>
        <p:grpSpPr>
          <a:xfrm>
            <a:off x="8216900" y="2356"/>
            <a:ext cx="3975100" cy="6855643"/>
            <a:chOff x="8216900" y="2356"/>
            <a:chExt cx="3975100" cy="6855643"/>
          </a:xfrm>
        </p:grpSpPr>
        <p:sp>
          <p:nvSpPr>
            <p:cNvPr id="6" name="Rectangle 5">
              <a:extLst>
                <a:ext uri="{FF2B5EF4-FFF2-40B4-BE49-F238E27FC236}">
                  <a16:creationId xmlns:a16="http://schemas.microsoft.com/office/drawing/2014/main" id="{A0750186-A81D-FF32-362A-C554A86A76BB}"/>
                </a:ext>
              </a:extLst>
            </p:cNvPr>
            <p:cNvSpPr/>
            <p:nvPr/>
          </p:nvSpPr>
          <p:spPr>
            <a:xfrm>
              <a:off x="8216900" y="2356"/>
              <a:ext cx="3975100" cy="6855643"/>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51" name="TextBox 50">
              <a:extLst>
                <a:ext uri="{FF2B5EF4-FFF2-40B4-BE49-F238E27FC236}">
                  <a16:creationId xmlns:a16="http://schemas.microsoft.com/office/drawing/2014/main" id="{8CB57AC0-C33A-6EB5-9671-77EB949EF066}"/>
                </a:ext>
              </a:extLst>
            </p:cNvPr>
            <p:cNvSpPr txBox="1"/>
            <p:nvPr/>
          </p:nvSpPr>
          <p:spPr>
            <a:xfrm>
              <a:off x="8935125" y="3181350"/>
              <a:ext cx="2988316" cy="1231106"/>
            </a:xfrm>
            <a:prstGeom prst="rect">
              <a:avLst/>
            </a:prstGeom>
            <a:noFill/>
          </p:spPr>
          <p:txBody>
            <a:bodyPr wrap="square" lIns="0" rIns="0" rtlCol="0">
              <a:spAutoFit/>
            </a:bodyPr>
            <a:lstStyle/>
            <a:p>
              <a:pPr algn="l">
                <a:spcAft>
                  <a:spcPts val="1200"/>
                </a:spcAft>
              </a:pPr>
              <a:r>
                <a:rPr lang="en-US" sz="1600" dirty="0"/>
                <a:t>Dividing content into bite-sized chunks helps with retention</a:t>
              </a:r>
            </a:p>
            <a:p>
              <a:pPr>
                <a:spcAft>
                  <a:spcPts val="1200"/>
                </a:spcAft>
              </a:pPr>
              <a:r>
                <a:rPr lang="en-US" sz="1600" dirty="0"/>
                <a:t>You want the audience to listen to you, not be reading slide text</a:t>
              </a:r>
            </a:p>
          </p:txBody>
        </p:sp>
        <p:sp>
          <p:nvSpPr>
            <p:cNvPr id="15" name="Freeform 38">
              <a:extLst>
                <a:ext uri="{FF2B5EF4-FFF2-40B4-BE49-F238E27FC236}">
                  <a16:creationId xmlns:a16="http://schemas.microsoft.com/office/drawing/2014/main" id="{6E6DEBB2-7817-9A05-65EF-C4A438771CA8}"/>
                </a:ext>
              </a:extLst>
            </p:cNvPr>
            <p:cNvSpPr/>
            <p:nvPr/>
          </p:nvSpPr>
          <p:spPr>
            <a:xfrm>
              <a:off x="8935125" y="2273071"/>
              <a:ext cx="457200" cy="533395"/>
            </a:xfrm>
            <a:custGeom>
              <a:avLst/>
              <a:gdLst>
                <a:gd name="csX0" fmla="*/ 438150 w 457200"/>
                <a:gd name="csY0" fmla="*/ 394493 h 533395"/>
                <a:gd name="csX1" fmla="*/ 238125 w 457200"/>
                <a:gd name="csY1" fmla="*/ 507554 h 533395"/>
                <a:gd name="csX2" fmla="*/ 238125 w 457200"/>
                <a:gd name="csY2" fmla="*/ 428621 h 533395"/>
                <a:gd name="csX3" fmla="*/ 219075 w 457200"/>
                <a:gd name="csY3" fmla="*/ 428621 h 533395"/>
                <a:gd name="csX4" fmla="*/ 219075 w 457200"/>
                <a:gd name="csY4" fmla="*/ 507554 h 533395"/>
                <a:gd name="csX5" fmla="*/ 19050 w 457200"/>
                <a:gd name="csY5" fmla="*/ 394493 h 533395"/>
                <a:gd name="csX6" fmla="*/ 19050 w 457200"/>
                <a:gd name="csY6" fmla="*/ 150538 h 533395"/>
                <a:gd name="csX7" fmla="*/ 80677 w 457200"/>
                <a:gd name="csY7" fmla="*/ 189057 h 533395"/>
                <a:gd name="csX8" fmla="*/ 90773 w 457200"/>
                <a:gd name="csY8" fmla="*/ 172893 h 533395"/>
                <a:gd name="csX9" fmla="*/ 28299 w 457200"/>
                <a:gd name="csY9" fmla="*/ 133850 h 533395"/>
                <a:gd name="csX10" fmla="*/ 233162 w 457200"/>
                <a:gd name="csY10" fmla="*/ 20465 h 533395"/>
                <a:gd name="csX11" fmla="*/ 428358 w 457200"/>
                <a:gd name="csY11" fmla="*/ 133193 h 533395"/>
                <a:gd name="csX12" fmla="*/ 357330 w 457200"/>
                <a:gd name="csY12" fmla="*/ 172646 h 533395"/>
                <a:gd name="csX13" fmla="*/ 366570 w 457200"/>
                <a:gd name="csY13" fmla="*/ 189305 h 533395"/>
                <a:gd name="csX14" fmla="*/ 438150 w 457200"/>
                <a:gd name="csY14" fmla="*/ 149538 h 533395"/>
                <a:gd name="csX15" fmla="*/ 438150 w 457200"/>
                <a:gd name="csY15" fmla="*/ 394493 h 533395"/>
                <a:gd name="csX16" fmla="*/ 452438 w 457200"/>
                <a:gd name="csY16" fmla="*/ 125097 h 533395"/>
                <a:gd name="csX17" fmla="*/ 238020 w 457200"/>
                <a:gd name="csY17" fmla="*/ 1272 h 533395"/>
                <a:gd name="csX18" fmla="*/ 228648 w 457200"/>
                <a:gd name="csY18" fmla="*/ 1186 h 533395"/>
                <a:gd name="csX19" fmla="*/ 4915 w 457200"/>
                <a:gd name="csY19" fmla="*/ 125011 h 533395"/>
                <a:gd name="csX20" fmla="*/ 0 w 457200"/>
                <a:gd name="csY20" fmla="*/ 133346 h 533395"/>
                <a:gd name="csX21" fmla="*/ 0 w 457200"/>
                <a:gd name="csY21" fmla="*/ 400046 h 533395"/>
                <a:gd name="csX22" fmla="*/ 4839 w 457200"/>
                <a:gd name="csY22" fmla="*/ 408342 h 533395"/>
                <a:gd name="csX23" fmla="*/ 223914 w 457200"/>
                <a:gd name="csY23" fmla="*/ 532167 h 533395"/>
                <a:gd name="csX24" fmla="*/ 228600 w 457200"/>
                <a:gd name="csY24" fmla="*/ 533396 h 533395"/>
                <a:gd name="csX25" fmla="*/ 233286 w 457200"/>
                <a:gd name="csY25" fmla="*/ 532167 h 533395"/>
                <a:gd name="csX26" fmla="*/ 452361 w 457200"/>
                <a:gd name="csY26" fmla="*/ 408342 h 533395"/>
                <a:gd name="csX27" fmla="*/ 457200 w 457200"/>
                <a:gd name="csY27" fmla="*/ 400046 h 533395"/>
                <a:gd name="csX28" fmla="*/ 457200 w 457200"/>
                <a:gd name="csY28" fmla="*/ 133346 h 533395"/>
                <a:gd name="csX29" fmla="*/ 452438 w 457200"/>
                <a:gd name="csY29" fmla="*/ 125097 h 533395"/>
                <a:gd name="csX30" fmla="*/ 452438 w 457200"/>
                <a:gd name="csY30" fmla="*/ 125097 h 533395"/>
                <a:gd name="csX31" fmla="*/ 333375 w 457200"/>
                <a:gd name="csY31" fmla="*/ 329942 h 533395"/>
                <a:gd name="csX32" fmla="*/ 238125 w 457200"/>
                <a:gd name="csY32" fmla="*/ 384939 h 533395"/>
                <a:gd name="csX33" fmla="*/ 238125 w 457200"/>
                <a:gd name="csY33" fmla="*/ 272592 h 533395"/>
                <a:gd name="csX34" fmla="*/ 333375 w 457200"/>
                <a:gd name="csY34" fmla="*/ 224967 h 533395"/>
                <a:gd name="csX35" fmla="*/ 333375 w 457200"/>
                <a:gd name="csY35" fmla="*/ 329942 h 533395"/>
                <a:gd name="csX36" fmla="*/ 231410 w 457200"/>
                <a:gd name="csY36" fmla="*/ 254646 h 533395"/>
                <a:gd name="csX37" fmla="*/ 138913 w 457200"/>
                <a:gd name="csY37" fmla="*/ 201192 h 533395"/>
                <a:gd name="csX38" fmla="*/ 228381 w 457200"/>
                <a:gd name="csY38" fmla="*/ 153777 h 533395"/>
                <a:gd name="csX39" fmla="*/ 322888 w 457200"/>
                <a:gd name="csY39" fmla="*/ 208907 h 533395"/>
                <a:gd name="csX40" fmla="*/ 231410 w 457200"/>
                <a:gd name="csY40" fmla="*/ 254646 h 533395"/>
                <a:gd name="csX41" fmla="*/ 219075 w 457200"/>
                <a:gd name="csY41" fmla="*/ 384939 h 533395"/>
                <a:gd name="csX42" fmla="*/ 123825 w 457200"/>
                <a:gd name="csY42" fmla="*/ 329942 h 533395"/>
                <a:gd name="csX43" fmla="*/ 123825 w 457200"/>
                <a:gd name="csY43" fmla="*/ 214470 h 533395"/>
                <a:gd name="csX44" fmla="*/ 219075 w 457200"/>
                <a:gd name="csY44" fmla="*/ 269515 h 533395"/>
                <a:gd name="csX45" fmla="*/ 219075 w 457200"/>
                <a:gd name="csY45" fmla="*/ 384939 h 533395"/>
                <a:gd name="csX46" fmla="*/ 347701 w 457200"/>
                <a:gd name="csY46" fmla="*/ 201326 h 533395"/>
                <a:gd name="csX47" fmla="*/ 233401 w 457200"/>
                <a:gd name="csY47" fmla="*/ 134651 h 533395"/>
                <a:gd name="csX48" fmla="*/ 224133 w 457200"/>
                <a:gd name="csY48" fmla="*/ 134460 h 533395"/>
                <a:gd name="csX49" fmla="*/ 109833 w 457200"/>
                <a:gd name="csY49" fmla="*/ 195039 h 533395"/>
                <a:gd name="csX50" fmla="*/ 104775 w 457200"/>
                <a:gd name="csY50" fmla="*/ 203459 h 533395"/>
                <a:gd name="csX51" fmla="*/ 104775 w 457200"/>
                <a:gd name="csY51" fmla="*/ 335438 h 533395"/>
                <a:gd name="csX52" fmla="*/ 109538 w 457200"/>
                <a:gd name="csY52" fmla="*/ 343696 h 533395"/>
                <a:gd name="csX53" fmla="*/ 223838 w 457200"/>
                <a:gd name="csY53" fmla="*/ 409685 h 533395"/>
                <a:gd name="csX54" fmla="*/ 228600 w 457200"/>
                <a:gd name="csY54" fmla="*/ 410961 h 533395"/>
                <a:gd name="csX55" fmla="*/ 233363 w 457200"/>
                <a:gd name="csY55" fmla="*/ 409685 h 533395"/>
                <a:gd name="csX56" fmla="*/ 347663 w 457200"/>
                <a:gd name="csY56" fmla="*/ 343696 h 533395"/>
                <a:gd name="csX57" fmla="*/ 352425 w 457200"/>
                <a:gd name="csY57" fmla="*/ 335438 h 533395"/>
                <a:gd name="csX58" fmla="*/ 352425 w 457200"/>
                <a:gd name="csY58" fmla="*/ 209546 h 533395"/>
                <a:gd name="csX59" fmla="*/ 347701 w 457200"/>
                <a:gd name="csY59" fmla="*/ 201326 h 533395"/>
                <a:gd name="csX60" fmla="*/ 347701 w 457200"/>
                <a:gd name="csY60" fmla="*/ 201326 h 5333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457200" h="533395">
                  <a:moveTo>
                    <a:pt x="438150" y="394493"/>
                  </a:moveTo>
                  <a:lnTo>
                    <a:pt x="238125" y="507554"/>
                  </a:lnTo>
                  <a:lnTo>
                    <a:pt x="238125" y="428621"/>
                  </a:lnTo>
                  <a:lnTo>
                    <a:pt x="219075" y="428621"/>
                  </a:lnTo>
                  <a:lnTo>
                    <a:pt x="219075" y="507554"/>
                  </a:lnTo>
                  <a:lnTo>
                    <a:pt x="19050" y="394493"/>
                  </a:lnTo>
                  <a:lnTo>
                    <a:pt x="19050" y="150538"/>
                  </a:lnTo>
                  <a:lnTo>
                    <a:pt x="80677" y="189057"/>
                  </a:lnTo>
                  <a:lnTo>
                    <a:pt x="90773" y="172893"/>
                  </a:lnTo>
                  <a:lnTo>
                    <a:pt x="28299" y="133850"/>
                  </a:lnTo>
                  <a:lnTo>
                    <a:pt x="233162" y="20465"/>
                  </a:lnTo>
                  <a:lnTo>
                    <a:pt x="428358" y="133193"/>
                  </a:lnTo>
                  <a:lnTo>
                    <a:pt x="357330" y="172646"/>
                  </a:lnTo>
                  <a:lnTo>
                    <a:pt x="366570" y="189305"/>
                  </a:lnTo>
                  <a:lnTo>
                    <a:pt x="438150" y="149538"/>
                  </a:lnTo>
                  <a:lnTo>
                    <a:pt x="438150" y="394493"/>
                  </a:lnTo>
                  <a:close/>
                  <a:moveTo>
                    <a:pt x="452438" y="125097"/>
                  </a:moveTo>
                  <a:lnTo>
                    <a:pt x="238020" y="1272"/>
                  </a:lnTo>
                  <a:cubicBezTo>
                    <a:pt x="235144" y="-395"/>
                    <a:pt x="231572" y="-423"/>
                    <a:pt x="228648" y="1186"/>
                  </a:cubicBezTo>
                  <a:lnTo>
                    <a:pt x="4915" y="125011"/>
                  </a:lnTo>
                  <a:cubicBezTo>
                    <a:pt x="1876" y="126697"/>
                    <a:pt x="0" y="129888"/>
                    <a:pt x="0" y="133346"/>
                  </a:cubicBezTo>
                  <a:lnTo>
                    <a:pt x="0" y="400046"/>
                  </a:lnTo>
                  <a:cubicBezTo>
                    <a:pt x="0" y="403484"/>
                    <a:pt x="1848" y="406656"/>
                    <a:pt x="4839" y="408342"/>
                  </a:cubicBezTo>
                  <a:lnTo>
                    <a:pt x="223914" y="532167"/>
                  </a:lnTo>
                  <a:cubicBezTo>
                    <a:pt x="225362" y="532996"/>
                    <a:pt x="226981" y="533396"/>
                    <a:pt x="228600" y="533396"/>
                  </a:cubicBezTo>
                  <a:cubicBezTo>
                    <a:pt x="230219" y="533396"/>
                    <a:pt x="231839" y="532996"/>
                    <a:pt x="233286" y="532167"/>
                  </a:cubicBezTo>
                  <a:lnTo>
                    <a:pt x="452361" y="408342"/>
                  </a:lnTo>
                  <a:cubicBezTo>
                    <a:pt x="455352" y="406656"/>
                    <a:pt x="457200" y="403484"/>
                    <a:pt x="457200" y="400046"/>
                  </a:cubicBezTo>
                  <a:lnTo>
                    <a:pt x="457200" y="133346"/>
                  </a:lnTo>
                  <a:cubicBezTo>
                    <a:pt x="457200" y="129945"/>
                    <a:pt x="455390" y="126802"/>
                    <a:pt x="452438" y="125097"/>
                  </a:cubicBezTo>
                  <a:lnTo>
                    <a:pt x="452438" y="125097"/>
                  </a:lnTo>
                  <a:close/>
                  <a:moveTo>
                    <a:pt x="333375" y="329942"/>
                  </a:moveTo>
                  <a:lnTo>
                    <a:pt x="238125" y="384939"/>
                  </a:lnTo>
                  <a:lnTo>
                    <a:pt x="238125" y="272592"/>
                  </a:lnTo>
                  <a:lnTo>
                    <a:pt x="333375" y="224967"/>
                  </a:lnTo>
                  <a:lnTo>
                    <a:pt x="333375" y="329942"/>
                  </a:lnTo>
                  <a:close/>
                  <a:moveTo>
                    <a:pt x="231410" y="254646"/>
                  </a:moveTo>
                  <a:lnTo>
                    <a:pt x="138913" y="201192"/>
                  </a:lnTo>
                  <a:lnTo>
                    <a:pt x="228381" y="153777"/>
                  </a:lnTo>
                  <a:lnTo>
                    <a:pt x="322888" y="208907"/>
                  </a:lnTo>
                  <a:lnTo>
                    <a:pt x="231410" y="254646"/>
                  </a:lnTo>
                  <a:close/>
                  <a:moveTo>
                    <a:pt x="219075" y="384939"/>
                  </a:moveTo>
                  <a:lnTo>
                    <a:pt x="123825" y="329942"/>
                  </a:lnTo>
                  <a:lnTo>
                    <a:pt x="123825" y="214470"/>
                  </a:lnTo>
                  <a:lnTo>
                    <a:pt x="219075" y="269515"/>
                  </a:lnTo>
                  <a:lnTo>
                    <a:pt x="219075" y="384939"/>
                  </a:lnTo>
                  <a:close/>
                  <a:moveTo>
                    <a:pt x="347701" y="201326"/>
                  </a:moveTo>
                  <a:lnTo>
                    <a:pt x="233401" y="134651"/>
                  </a:lnTo>
                  <a:cubicBezTo>
                    <a:pt x="230543" y="132974"/>
                    <a:pt x="227047" y="132917"/>
                    <a:pt x="224133" y="134460"/>
                  </a:cubicBezTo>
                  <a:lnTo>
                    <a:pt x="109833" y="195039"/>
                  </a:lnTo>
                  <a:cubicBezTo>
                    <a:pt x="106718" y="196696"/>
                    <a:pt x="104775" y="199935"/>
                    <a:pt x="104775" y="203459"/>
                  </a:cubicBezTo>
                  <a:lnTo>
                    <a:pt x="104775" y="335438"/>
                  </a:lnTo>
                  <a:cubicBezTo>
                    <a:pt x="104775" y="338848"/>
                    <a:pt x="106585" y="341991"/>
                    <a:pt x="109538" y="343696"/>
                  </a:cubicBezTo>
                  <a:lnTo>
                    <a:pt x="223838" y="409685"/>
                  </a:lnTo>
                  <a:cubicBezTo>
                    <a:pt x="225304" y="410533"/>
                    <a:pt x="226952" y="410961"/>
                    <a:pt x="228600" y="410961"/>
                  </a:cubicBezTo>
                  <a:cubicBezTo>
                    <a:pt x="230248" y="410961"/>
                    <a:pt x="231896" y="410533"/>
                    <a:pt x="233363" y="409685"/>
                  </a:cubicBezTo>
                  <a:lnTo>
                    <a:pt x="347663" y="343696"/>
                  </a:lnTo>
                  <a:cubicBezTo>
                    <a:pt x="350615" y="341991"/>
                    <a:pt x="352425" y="338848"/>
                    <a:pt x="352425" y="335438"/>
                  </a:cubicBezTo>
                  <a:lnTo>
                    <a:pt x="352425" y="209546"/>
                  </a:lnTo>
                  <a:cubicBezTo>
                    <a:pt x="352425" y="206164"/>
                    <a:pt x="350634" y="203031"/>
                    <a:pt x="347701" y="201326"/>
                  </a:cubicBezTo>
                  <a:lnTo>
                    <a:pt x="347701" y="201326"/>
                  </a:lnTo>
                  <a:close/>
                </a:path>
              </a:pathLst>
            </a:custGeom>
            <a:solidFill>
              <a:schemeClr val="accent1"/>
            </a:solidFill>
            <a:ln w="12700"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sp>
        <p:nvSpPr>
          <p:cNvPr id="5" name="TextBox 4">
            <a:extLst>
              <a:ext uri="{FF2B5EF4-FFF2-40B4-BE49-F238E27FC236}">
                <a16:creationId xmlns:a16="http://schemas.microsoft.com/office/drawing/2014/main" id="{609BCDDE-FB80-67C0-486F-B9A4FE15410A}"/>
              </a:ext>
            </a:extLst>
          </p:cNvPr>
          <p:cNvSpPr txBox="1"/>
          <p:nvPr/>
        </p:nvSpPr>
        <p:spPr>
          <a:xfrm>
            <a:off x="-1046375" y="207390"/>
            <a:ext cx="857839" cy="830997"/>
          </a:xfrm>
          <a:prstGeom prst="rect">
            <a:avLst/>
          </a:prstGeom>
          <a:noFill/>
        </p:spPr>
        <p:txBody>
          <a:bodyPr wrap="square" lIns="0" rIns="0" rtlCol="0">
            <a:spAutoFit/>
          </a:bodyPr>
          <a:lstStyle/>
          <a:p>
            <a:pPr algn="l"/>
            <a:r>
              <a:rPr lang="en-US" sz="1200" dirty="0"/>
              <a:t>This slide is animated. View in slide show mode.</a:t>
            </a:r>
          </a:p>
        </p:txBody>
      </p:sp>
    </p:spTree>
    <p:extLst>
      <p:ext uri="{BB962C8B-B14F-4D97-AF65-F5344CB8AC3E}">
        <p14:creationId xmlns:p14="http://schemas.microsoft.com/office/powerpoint/2010/main" val="636160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16="http://schemas.microsoft.com/office/drawing/2014/main"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par>
                                <p:cTn id="8" presetID="42" presetClass="path" presetSubtype="0" decel="100000" fill="hold" nodeType="withEffect">
                                  <p:stCondLst>
                                    <p:cond delay="0"/>
                                  </p:stCondLst>
                                  <p:childTnLst>
                                    <p:animMotion origin="layout" path="M 0.01666 -0.00046 L 3.75E-6 1.85185E-6 " pathEditMode="relative" rAng="0" ptsTypes="AA">
                                      <p:cBhvr>
                                        <p:cTn id="9" dur="500" fill="hold"/>
                                        <p:tgtEl>
                                          <p:spTgt spid="2"/>
                                        </p:tgtEl>
                                        <p:attrNameLst>
                                          <p:attrName>ppt_x</p:attrName>
                                          <p:attrName>ppt_y</p:attrName>
                                        </p:attrNameLst>
                                      </p:cBhvr>
                                      <p:rCtr x="-833" y="23"/>
                                    </p:animMotion>
                                  </p:childTnLst>
                                </p:cTn>
                              </p:par>
                              <p:par>
                                <p:cTn id="10" presetID="10"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50"/>
                                        <p:tgtEl>
                                          <p:spTgt spid="3"/>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3"/>
                                        </p:tgtEl>
                                        <p:attrNameLst>
                                          <p:attrName>ppt_x</p:attrName>
                                          <p:attrName>ppt_y</p:attrName>
                                        </p:attrNameLst>
                                      </p:cBhvr>
                                      <p:rCtr x="859" y="0"/>
                                    </p:animMotion>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par>
                                <p:cTn id="18" presetID="42" presetClass="path" presetSubtype="0" decel="100000" fill="hold" grpId="1" nodeType="withEffect">
                                  <p:stCondLst>
                                    <p:cond delay="0"/>
                                  </p:stCondLst>
                                  <p:childTnLst>
                                    <p:animMotion origin="layout" path="M -0.01719 -0.00023 L -1.25E-6 1.85185E-6 " pathEditMode="relative" rAng="0" ptsTypes="AA">
                                      <p:cBhvr>
                                        <p:cTn id="19" dur="500" fill="hold"/>
                                        <p:tgtEl>
                                          <p:spTgt spid="11"/>
                                        </p:tgtEl>
                                        <p:attrNameLst>
                                          <p:attrName>ppt_x</p:attrName>
                                          <p:attrName>ppt_y</p:attrName>
                                        </p:attrNameLst>
                                      </p:cBhvr>
                                      <p:rCtr x="85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11" grpId="0"/>
      <p:bldP spid="11" grpId="1"/>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9B30A53-03F6-B12F-B0FB-C89CC19A64F9}"/>
              </a:ext>
            </a:extLst>
          </p:cNvPr>
          <p:cNvSpPr>
            <a:spLocks noGrp="1"/>
          </p:cNvSpPr>
          <p:nvPr>
            <p:ph type="body" sz="quarter" idx="10"/>
          </p:nvPr>
        </p:nvSpPr>
        <p:spPr>
          <a:xfrm>
            <a:off x="471539" y="1880514"/>
            <a:ext cx="3361342" cy="235131"/>
          </a:xfrm>
        </p:spPr>
        <p:txBody>
          <a:bodyPr/>
          <a:lstStyle/>
          <a:p>
            <a:r>
              <a:rPr lang="en-US" dirty="0"/>
              <a:t>Content best practices</a:t>
            </a:r>
          </a:p>
        </p:txBody>
      </p:sp>
      <p:sp>
        <p:nvSpPr>
          <p:cNvPr id="9" name="Text Placeholder 8">
            <a:extLst>
              <a:ext uri="{FF2B5EF4-FFF2-40B4-BE49-F238E27FC236}">
                <a16:creationId xmlns:a16="http://schemas.microsoft.com/office/drawing/2014/main" id="{A555D226-CE6F-53F4-7127-AA5C0731BC4D}"/>
              </a:ext>
            </a:extLst>
          </p:cNvPr>
          <p:cNvSpPr>
            <a:spLocks noGrp="1"/>
          </p:cNvSpPr>
          <p:nvPr>
            <p:ph type="body" sz="quarter" idx="13"/>
          </p:nvPr>
        </p:nvSpPr>
        <p:spPr>
          <a:xfrm>
            <a:off x="496940" y="3876483"/>
            <a:ext cx="3357509" cy="1728220"/>
          </a:xfrm>
        </p:spPr>
        <p:txBody>
          <a:bodyPr/>
          <a:lstStyle/>
          <a:p>
            <a:r>
              <a:rPr lang="en-US" dirty="0"/>
              <a:t>Designing, simple clear slides can help your audience focus on you</a:t>
            </a:r>
          </a:p>
        </p:txBody>
      </p:sp>
      <p:sp>
        <p:nvSpPr>
          <p:cNvPr id="6" name="Title 5">
            <a:extLst>
              <a:ext uri="{FF2B5EF4-FFF2-40B4-BE49-F238E27FC236}">
                <a16:creationId xmlns:a16="http://schemas.microsoft.com/office/drawing/2014/main" id="{DD480737-5869-85D5-8C05-35BE4BBD222A}"/>
              </a:ext>
            </a:extLst>
          </p:cNvPr>
          <p:cNvSpPr>
            <a:spLocks noGrp="1"/>
          </p:cNvSpPr>
          <p:nvPr>
            <p:ph type="title"/>
          </p:nvPr>
        </p:nvSpPr>
        <p:spPr>
          <a:xfrm>
            <a:off x="471540" y="2235759"/>
            <a:ext cx="3357510" cy="1640724"/>
          </a:xfrm>
        </p:spPr>
        <p:txBody>
          <a:bodyPr/>
          <a:lstStyle/>
          <a:p>
            <a:r>
              <a:rPr lang="en-US" dirty="0"/>
              <a:t>Engage your audience</a:t>
            </a:r>
          </a:p>
        </p:txBody>
      </p:sp>
      <p:grpSp>
        <p:nvGrpSpPr>
          <p:cNvPr id="8" name="Group 7">
            <a:extLst>
              <a:ext uri="{FF2B5EF4-FFF2-40B4-BE49-F238E27FC236}">
                <a16:creationId xmlns:a16="http://schemas.microsoft.com/office/drawing/2014/main" id="{C41EAE32-6540-A8BB-7A05-E3894C0A8E09}"/>
              </a:ext>
            </a:extLst>
          </p:cNvPr>
          <p:cNvGrpSpPr/>
          <p:nvPr/>
        </p:nvGrpSpPr>
        <p:grpSpPr>
          <a:xfrm>
            <a:off x="5262138" y="5834"/>
            <a:ext cx="3460050" cy="3463910"/>
            <a:chOff x="5262138" y="5834"/>
            <a:chExt cx="3460050" cy="3463910"/>
          </a:xfrm>
        </p:grpSpPr>
        <p:sp>
          <p:nvSpPr>
            <p:cNvPr id="11" name="Rectangle 10">
              <a:extLst>
                <a:ext uri="{FF2B5EF4-FFF2-40B4-BE49-F238E27FC236}">
                  <a16:creationId xmlns:a16="http://schemas.microsoft.com/office/drawing/2014/main" id="{448BCF55-7435-8F32-970D-2C4628398C1E}"/>
                </a:ext>
              </a:extLst>
            </p:cNvPr>
            <p:cNvSpPr/>
            <p:nvPr/>
          </p:nvSpPr>
          <p:spPr>
            <a:xfrm>
              <a:off x="5262138" y="5834"/>
              <a:ext cx="3460050" cy="3463910"/>
            </a:xfrm>
            <a:prstGeom prst="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6" name="TextBox 15">
              <a:extLst>
                <a:ext uri="{FF2B5EF4-FFF2-40B4-BE49-F238E27FC236}">
                  <a16:creationId xmlns:a16="http://schemas.microsoft.com/office/drawing/2014/main" id="{C4DA04BA-B836-51C1-56FC-33DEB1FCC474}"/>
                </a:ext>
              </a:extLst>
            </p:cNvPr>
            <p:cNvSpPr txBox="1"/>
            <p:nvPr/>
          </p:nvSpPr>
          <p:spPr>
            <a:xfrm>
              <a:off x="5659496" y="914444"/>
              <a:ext cx="2616187" cy="400110"/>
            </a:xfrm>
            <a:prstGeom prst="rect">
              <a:avLst/>
            </a:prstGeom>
            <a:noFill/>
          </p:spPr>
          <p:txBody>
            <a:bodyPr wrap="square" lIns="0" rIns="0" rtlCol="0">
              <a:spAutoFit/>
            </a:bodyPr>
            <a:lstStyle/>
            <a:p>
              <a:pPr algn="l"/>
              <a:r>
                <a:rPr lang="en-US" sz="2000" dirty="0">
                  <a:latin typeface="+mj-lt"/>
                </a:rPr>
                <a:t>Limit focus</a:t>
              </a:r>
            </a:p>
          </p:txBody>
        </p:sp>
        <p:sp>
          <p:nvSpPr>
            <p:cNvPr id="18" name="TextBox 17">
              <a:extLst>
                <a:ext uri="{FF2B5EF4-FFF2-40B4-BE49-F238E27FC236}">
                  <a16:creationId xmlns:a16="http://schemas.microsoft.com/office/drawing/2014/main" id="{F9B6F55F-3718-D080-C4B9-71066D9C632F}"/>
                </a:ext>
              </a:extLst>
            </p:cNvPr>
            <p:cNvSpPr txBox="1"/>
            <p:nvPr/>
          </p:nvSpPr>
          <p:spPr>
            <a:xfrm>
              <a:off x="5659496" y="1641142"/>
              <a:ext cx="2521748" cy="923330"/>
            </a:xfrm>
            <a:prstGeom prst="rect">
              <a:avLst/>
            </a:prstGeom>
            <a:noFill/>
          </p:spPr>
          <p:txBody>
            <a:bodyPr wrap="square" lIns="0" rIns="0" rtlCol="0">
              <a:spAutoFit/>
            </a:bodyPr>
            <a:lstStyle/>
            <a:p>
              <a:pPr algn="l"/>
              <a:r>
                <a:rPr lang="en-US" dirty="0"/>
                <a:t>You want the audience to listen to you, not be reading slide text</a:t>
              </a:r>
            </a:p>
          </p:txBody>
        </p:sp>
      </p:grpSp>
      <p:grpSp>
        <p:nvGrpSpPr>
          <p:cNvPr id="10" name="Group 9">
            <a:extLst>
              <a:ext uri="{FF2B5EF4-FFF2-40B4-BE49-F238E27FC236}">
                <a16:creationId xmlns:a16="http://schemas.microsoft.com/office/drawing/2014/main" id="{301ABC68-C6C0-7312-A837-4BAAB5A68234}"/>
              </a:ext>
            </a:extLst>
          </p:cNvPr>
          <p:cNvGrpSpPr/>
          <p:nvPr/>
        </p:nvGrpSpPr>
        <p:grpSpPr>
          <a:xfrm>
            <a:off x="8719250" y="0"/>
            <a:ext cx="3460050" cy="3463910"/>
            <a:chOff x="8719250" y="0"/>
            <a:chExt cx="3460050" cy="3463910"/>
          </a:xfrm>
        </p:grpSpPr>
        <p:sp>
          <p:nvSpPr>
            <p:cNvPr id="12" name="Rectangle 11">
              <a:extLst>
                <a:ext uri="{FF2B5EF4-FFF2-40B4-BE49-F238E27FC236}">
                  <a16:creationId xmlns:a16="http://schemas.microsoft.com/office/drawing/2014/main" id="{836C1FAA-CEB1-0FF9-D42A-DDD01BF908AD}"/>
                </a:ext>
              </a:extLst>
            </p:cNvPr>
            <p:cNvSpPr/>
            <p:nvPr/>
          </p:nvSpPr>
          <p:spPr>
            <a:xfrm>
              <a:off x="8719250" y="0"/>
              <a:ext cx="3460050" cy="3463910"/>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0" name="TextBox 19">
              <a:extLst>
                <a:ext uri="{FF2B5EF4-FFF2-40B4-BE49-F238E27FC236}">
                  <a16:creationId xmlns:a16="http://schemas.microsoft.com/office/drawing/2014/main" id="{E3B91DB7-E4E2-72F8-E677-58D5506A2494}"/>
                </a:ext>
              </a:extLst>
            </p:cNvPr>
            <p:cNvSpPr txBox="1"/>
            <p:nvPr/>
          </p:nvSpPr>
          <p:spPr>
            <a:xfrm>
              <a:off x="9260194" y="908355"/>
              <a:ext cx="2616187" cy="400110"/>
            </a:xfrm>
            <a:prstGeom prst="rect">
              <a:avLst/>
            </a:prstGeom>
            <a:noFill/>
          </p:spPr>
          <p:txBody>
            <a:bodyPr wrap="square" lIns="0" rIns="0" rtlCol="0">
              <a:spAutoFit/>
            </a:bodyPr>
            <a:lstStyle/>
            <a:p>
              <a:pPr algn="l"/>
              <a:r>
                <a:rPr lang="en-US" sz="2000" dirty="0">
                  <a:latin typeface="+mj-lt"/>
                </a:rPr>
                <a:t>Break it up</a:t>
              </a:r>
            </a:p>
          </p:txBody>
        </p:sp>
        <p:sp>
          <p:nvSpPr>
            <p:cNvPr id="22" name="TextBox 21">
              <a:extLst>
                <a:ext uri="{FF2B5EF4-FFF2-40B4-BE49-F238E27FC236}">
                  <a16:creationId xmlns:a16="http://schemas.microsoft.com/office/drawing/2014/main" id="{C2663DE5-C5AE-FF4B-1200-C42B83D8200F}"/>
                </a:ext>
              </a:extLst>
            </p:cNvPr>
            <p:cNvSpPr txBox="1"/>
            <p:nvPr/>
          </p:nvSpPr>
          <p:spPr>
            <a:xfrm>
              <a:off x="9260194" y="1641142"/>
              <a:ext cx="2456874" cy="923330"/>
            </a:xfrm>
            <a:prstGeom prst="rect">
              <a:avLst/>
            </a:prstGeom>
            <a:noFill/>
          </p:spPr>
          <p:txBody>
            <a:bodyPr wrap="square" lIns="0" rIns="0" rtlCol="0">
              <a:spAutoFit/>
            </a:bodyPr>
            <a:lstStyle/>
            <a:p>
              <a:pPr algn="l"/>
              <a:r>
                <a:rPr lang="en-US" dirty="0"/>
                <a:t>Dividing content into bite-sized chunks helps with retention</a:t>
              </a:r>
            </a:p>
          </p:txBody>
        </p:sp>
      </p:grpSp>
      <p:grpSp>
        <p:nvGrpSpPr>
          <p:cNvPr id="15" name="Group 14">
            <a:extLst>
              <a:ext uri="{FF2B5EF4-FFF2-40B4-BE49-F238E27FC236}">
                <a16:creationId xmlns:a16="http://schemas.microsoft.com/office/drawing/2014/main" id="{51565523-E34D-F0BB-71D7-C0A6CE9FBC93}"/>
              </a:ext>
            </a:extLst>
          </p:cNvPr>
          <p:cNvGrpSpPr/>
          <p:nvPr/>
        </p:nvGrpSpPr>
        <p:grpSpPr>
          <a:xfrm>
            <a:off x="5262138" y="3463910"/>
            <a:ext cx="3460050" cy="3388256"/>
            <a:chOff x="5262138" y="3463910"/>
            <a:chExt cx="3460050" cy="3388256"/>
          </a:xfrm>
        </p:grpSpPr>
        <p:sp>
          <p:nvSpPr>
            <p:cNvPr id="13" name="Rectangle 12">
              <a:extLst>
                <a:ext uri="{FF2B5EF4-FFF2-40B4-BE49-F238E27FC236}">
                  <a16:creationId xmlns:a16="http://schemas.microsoft.com/office/drawing/2014/main" id="{851640A3-99AA-BC0B-28AC-37B0DFD18E9D}"/>
                </a:ext>
              </a:extLst>
            </p:cNvPr>
            <p:cNvSpPr/>
            <p:nvPr/>
          </p:nvSpPr>
          <p:spPr>
            <a:xfrm>
              <a:off x="5262138" y="3463910"/>
              <a:ext cx="3460050" cy="3388256"/>
            </a:xfrm>
            <a:prstGeom prst="rect">
              <a:avLst/>
            </a:prstGeom>
            <a:solidFill>
              <a:srgbClr val="2626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4" name="TextBox 23">
              <a:extLst>
                <a:ext uri="{FF2B5EF4-FFF2-40B4-BE49-F238E27FC236}">
                  <a16:creationId xmlns:a16="http://schemas.microsoft.com/office/drawing/2014/main" id="{26F590D4-EB30-5159-3403-229CB20B5D23}"/>
                </a:ext>
              </a:extLst>
            </p:cNvPr>
            <p:cNvSpPr txBox="1"/>
            <p:nvPr/>
          </p:nvSpPr>
          <p:spPr>
            <a:xfrm>
              <a:off x="5659496" y="4030235"/>
              <a:ext cx="2616187" cy="400110"/>
            </a:xfrm>
            <a:prstGeom prst="rect">
              <a:avLst/>
            </a:prstGeom>
            <a:noFill/>
          </p:spPr>
          <p:txBody>
            <a:bodyPr wrap="square" lIns="0" rIns="0" rtlCol="0">
              <a:spAutoFit/>
            </a:bodyPr>
            <a:lstStyle/>
            <a:p>
              <a:pPr algn="l"/>
              <a:r>
                <a:rPr lang="en-US" sz="2000" dirty="0">
                  <a:latin typeface="+mj-lt"/>
                </a:rPr>
                <a:t>Simplify </a:t>
              </a:r>
              <a:r>
                <a:rPr lang="en-US" sz="2000" dirty="0" err="1">
                  <a:latin typeface="+mj-lt"/>
                </a:rPr>
                <a:t>simplify</a:t>
              </a:r>
              <a:endParaRPr lang="en-US" sz="2000" dirty="0">
                <a:latin typeface="+mj-lt"/>
              </a:endParaRPr>
            </a:p>
          </p:txBody>
        </p:sp>
        <p:sp>
          <p:nvSpPr>
            <p:cNvPr id="26" name="TextBox 25">
              <a:extLst>
                <a:ext uri="{FF2B5EF4-FFF2-40B4-BE49-F238E27FC236}">
                  <a16:creationId xmlns:a16="http://schemas.microsoft.com/office/drawing/2014/main" id="{DA9A3FFD-1626-7F27-5AD2-EE8C50A36798}"/>
                </a:ext>
              </a:extLst>
            </p:cNvPr>
            <p:cNvSpPr txBox="1"/>
            <p:nvPr/>
          </p:nvSpPr>
          <p:spPr>
            <a:xfrm>
              <a:off x="5659496" y="4636752"/>
              <a:ext cx="2521748" cy="923330"/>
            </a:xfrm>
            <a:prstGeom prst="rect">
              <a:avLst/>
            </a:prstGeom>
            <a:noFill/>
          </p:spPr>
          <p:txBody>
            <a:bodyPr wrap="square" lIns="0" rIns="0" rtlCol="0">
              <a:spAutoFit/>
            </a:bodyPr>
            <a:lstStyle/>
            <a:p>
              <a:r>
                <a:rPr lang="en-US" dirty="0"/>
                <a:t>Remember that slides are supporting, not replacing, the speaker</a:t>
              </a:r>
            </a:p>
          </p:txBody>
        </p:sp>
      </p:grpSp>
      <p:grpSp>
        <p:nvGrpSpPr>
          <p:cNvPr id="17" name="Group 16">
            <a:extLst>
              <a:ext uri="{FF2B5EF4-FFF2-40B4-BE49-F238E27FC236}">
                <a16:creationId xmlns:a16="http://schemas.microsoft.com/office/drawing/2014/main" id="{7611FF3B-F03C-8AC5-C8BA-E00C12517942}"/>
              </a:ext>
            </a:extLst>
          </p:cNvPr>
          <p:cNvGrpSpPr/>
          <p:nvPr/>
        </p:nvGrpSpPr>
        <p:grpSpPr>
          <a:xfrm>
            <a:off x="8719250" y="3463910"/>
            <a:ext cx="3460050" cy="3388256"/>
            <a:chOff x="8719250" y="3463910"/>
            <a:chExt cx="3460050" cy="3388256"/>
          </a:xfrm>
        </p:grpSpPr>
        <p:sp>
          <p:nvSpPr>
            <p:cNvPr id="14" name="Rectangle 13">
              <a:extLst>
                <a:ext uri="{FF2B5EF4-FFF2-40B4-BE49-F238E27FC236}">
                  <a16:creationId xmlns:a16="http://schemas.microsoft.com/office/drawing/2014/main" id="{6B4D0402-89D2-9389-AEC5-93C15D392E8C}"/>
                </a:ext>
              </a:extLst>
            </p:cNvPr>
            <p:cNvSpPr/>
            <p:nvPr/>
          </p:nvSpPr>
          <p:spPr>
            <a:xfrm>
              <a:off x="8719250" y="3463910"/>
              <a:ext cx="3460050" cy="3388256"/>
            </a:xfrm>
            <a:prstGeom prst="rect">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7" name="TextBox 26">
              <a:extLst>
                <a:ext uri="{FF2B5EF4-FFF2-40B4-BE49-F238E27FC236}">
                  <a16:creationId xmlns:a16="http://schemas.microsoft.com/office/drawing/2014/main" id="{8FF52926-1699-044D-7A6A-3634F018D4AB}"/>
                </a:ext>
              </a:extLst>
            </p:cNvPr>
            <p:cNvSpPr txBox="1"/>
            <p:nvPr/>
          </p:nvSpPr>
          <p:spPr>
            <a:xfrm>
              <a:off x="9260194" y="4035959"/>
              <a:ext cx="2616187" cy="400110"/>
            </a:xfrm>
            <a:prstGeom prst="rect">
              <a:avLst/>
            </a:prstGeom>
            <a:noFill/>
          </p:spPr>
          <p:txBody>
            <a:bodyPr wrap="square" lIns="0" rIns="0" rtlCol="0">
              <a:spAutoFit/>
            </a:bodyPr>
            <a:lstStyle/>
            <a:p>
              <a:pPr algn="l"/>
              <a:r>
                <a:rPr lang="en-US" sz="2000" dirty="0">
                  <a:latin typeface="+mj-lt"/>
                </a:rPr>
                <a:t>Focus on the audience</a:t>
              </a:r>
            </a:p>
          </p:txBody>
        </p:sp>
        <p:sp>
          <p:nvSpPr>
            <p:cNvPr id="28" name="TextBox 27">
              <a:extLst>
                <a:ext uri="{FF2B5EF4-FFF2-40B4-BE49-F238E27FC236}">
                  <a16:creationId xmlns:a16="http://schemas.microsoft.com/office/drawing/2014/main" id="{D54059A5-4860-3502-AB5C-B0F47C49B40F}"/>
                </a:ext>
              </a:extLst>
            </p:cNvPr>
            <p:cNvSpPr txBox="1"/>
            <p:nvPr/>
          </p:nvSpPr>
          <p:spPr>
            <a:xfrm>
              <a:off x="9260194" y="4642476"/>
              <a:ext cx="2741083" cy="646331"/>
            </a:xfrm>
            <a:prstGeom prst="rect">
              <a:avLst/>
            </a:prstGeom>
            <a:noFill/>
          </p:spPr>
          <p:txBody>
            <a:bodyPr wrap="square" lIns="0" rIns="0" rtlCol="0">
              <a:spAutoFit/>
            </a:bodyPr>
            <a:lstStyle/>
            <a:p>
              <a:pPr algn="l"/>
              <a:r>
                <a:rPr lang="en-US" dirty="0"/>
                <a:t>To maintain engagement, don’t read your slides</a:t>
              </a:r>
            </a:p>
          </p:txBody>
        </p:sp>
      </p:grpSp>
      <p:grpSp>
        <p:nvGrpSpPr>
          <p:cNvPr id="5" name="Group 4">
            <a:extLst>
              <a:ext uri="{FF2B5EF4-FFF2-40B4-BE49-F238E27FC236}">
                <a16:creationId xmlns:a16="http://schemas.microsoft.com/office/drawing/2014/main" id="{BD3AA8CC-EE6F-07E7-7A00-A61742FC1240}"/>
              </a:ext>
            </a:extLst>
          </p:cNvPr>
          <p:cNvGrpSpPr/>
          <p:nvPr/>
        </p:nvGrpSpPr>
        <p:grpSpPr>
          <a:xfrm>
            <a:off x="8348551" y="3093211"/>
            <a:ext cx="741397" cy="741397"/>
            <a:chOff x="8348551" y="3093211"/>
            <a:chExt cx="741397" cy="741397"/>
          </a:xfrm>
        </p:grpSpPr>
        <p:sp>
          <p:nvSpPr>
            <p:cNvPr id="2" name="Rectangle 1">
              <a:extLst>
                <a:ext uri="{FF2B5EF4-FFF2-40B4-BE49-F238E27FC236}">
                  <a16:creationId xmlns:a16="http://schemas.microsoft.com/office/drawing/2014/main" id="{3A742046-DFCE-AE7D-88DC-F15E37AFEA02}"/>
                </a:ext>
              </a:extLst>
            </p:cNvPr>
            <p:cNvSpPr/>
            <p:nvPr/>
          </p:nvSpPr>
          <p:spPr>
            <a:xfrm>
              <a:off x="8348551" y="3093211"/>
              <a:ext cx="741397" cy="74139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4" name="Freeform 38">
              <a:extLst>
                <a:ext uri="{FF2B5EF4-FFF2-40B4-BE49-F238E27FC236}">
                  <a16:creationId xmlns:a16="http://schemas.microsoft.com/office/drawing/2014/main" id="{EC653472-5A94-9310-417C-3A6153BC0C47}"/>
                </a:ext>
              </a:extLst>
            </p:cNvPr>
            <p:cNvSpPr/>
            <p:nvPr/>
          </p:nvSpPr>
          <p:spPr>
            <a:xfrm>
              <a:off x="8490649" y="3197211"/>
              <a:ext cx="457200" cy="533395"/>
            </a:xfrm>
            <a:custGeom>
              <a:avLst/>
              <a:gdLst>
                <a:gd name="csX0" fmla="*/ 438150 w 457200"/>
                <a:gd name="csY0" fmla="*/ 394493 h 533395"/>
                <a:gd name="csX1" fmla="*/ 238125 w 457200"/>
                <a:gd name="csY1" fmla="*/ 507554 h 533395"/>
                <a:gd name="csX2" fmla="*/ 238125 w 457200"/>
                <a:gd name="csY2" fmla="*/ 428621 h 533395"/>
                <a:gd name="csX3" fmla="*/ 219075 w 457200"/>
                <a:gd name="csY3" fmla="*/ 428621 h 533395"/>
                <a:gd name="csX4" fmla="*/ 219075 w 457200"/>
                <a:gd name="csY4" fmla="*/ 507554 h 533395"/>
                <a:gd name="csX5" fmla="*/ 19050 w 457200"/>
                <a:gd name="csY5" fmla="*/ 394493 h 533395"/>
                <a:gd name="csX6" fmla="*/ 19050 w 457200"/>
                <a:gd name="csY6" fmla="*/ 150538 h 533395"/>
                <a:gd name="csX7" fmla="*/ 80677 w 457200"/>
                <a:gd name="csY7" fmla="*/ 189057 h 533395"/>
                <a:gd name="csX8" fmla="*/ 90773 w 457200"/>
                <a:gd name="csY8" fmla="*/ 172893 h 533395"/>
                <a:gd name="csX9" fmla="*/ 28299 w 457200"/>
                <a:gd name="csY9" fmla="*/ 133850 h 533395"/>
                <a:gd name="csX10" fmla="*/ 233162 w 457200"/>
                <a:gd name="csY10" fmla="*/ 20465 h 533395"/>
                <a:gd name="csX11" fmla="*/ 428358 w 457200"/>
                <a:gd name="csY11" fmla="*/ 133193 h 533395"/>
                <a:gd name="csX12" fmla="*/ 357330 w 457200"/>
                <a:gd name="csY12" fmla="*/ 172646 h 533395"/>
                <a:gd name="csX13" fmla="*/ 366570 w 457200"/>
                <a:gd name="csY13" fmla="*/ 189305 h 533395"/>
                <a:gd name="csX14" fmla="*/ 438150 w 457200"/>
                <a:gd name="csY14" fmla="*/ 149538 h 533395"/>
                <a:gd name="csX15" fmla="*/ 438150 w 457200"/>
                <a:gd name="csY15" fmla="*/ 394493 h 533395"/>
                <a:gd name="csX16" fmla="*/ 452438 w 457200"/>
                <a:gd name="csY16" fmla="*/ 125097 h 533395"/>
                <a:gd name="csX17" fmla="*/ 238020 w 457200"/>
                <a:gd name="csY17" fmla="*/ 1272 h 533395"/>
                <a:gd name="csX18" fmla="*/ 228648 w 457200"/>
                <a:gd name="csY18" fmla="*/ 1186 h 533395"/>
                <a:gd name="csX19" fmla="*/ 4915 w 457200"/>
                <a:gd name="csY19" fmla="*/ 125011 h 533395"/>
                <a:gd name="csX20" fmla="*/ 0 w 457200"/>
                <a:gd name="csY20" fmla="*/ 133346 h 533395"/>
                <a:gd name="csX21" fmla="*/ 0 w 457200"/>
                <a:gd name="csY21" fmla="*/ 400046 h 533395"/>
                <a:gd name="csX22" fmla="*/ 4839 w 457200"/>
                <a:gd name="csY22" fmla="*/ 408342 h 533395"/>
                <a:gd name="csX23" fmla="*/ 223914 w 457200"/>
                <a:gd name="csY23" fmla="*/ 532167 h 533395"/>
                <a:gd name="csX24" fmla="*/ 228600 w 457200"/>
                <a:gd name="csY24" fmla="*/ 533396 h 533395"/>
                <a:gd name="csX25" fmla="*/ 233286 w 457200"/>
                <a:gd name="csY25" fmla="*/ 532167 h 533395"/>
                <a:gd name="csX26" fmla="*/ 452361 w 457200"/>
                <a:gd name="csY26" fmla="*/ 408342 h 533395"/>
                <a:gd name="csX27" fmla="*/ 457200 w 457200"/>
                <a:gd name="csY27" fmla="*/ 400046 h 533395"/>
                <a:gd name="csX28" fmla="*/ 457200 w 457200"/>
                <a:gd name="csY28" fmla="*/ 133346 h 533395"/>
                <a:gd name="csX29" fmla="*/ 452438 w 457200"/>
                <a:gd name="csY29" fmla="*/ 125097 h 533395"/>
                <a:gd name="csX30" fmla="*/ 452438 w 457200"/>
                <a:gd name="csY30" fmla="*/ 125097 h 533395"/>
                <a:gd name="csX31" fmla="*/ 333375 w 457200"/>
                <a:gd name="csY31" fmla="*/ 329942 h 533395"/>
                <a:gd name="csX32" fmla="*/ 238125 w 457200"/>
                <a:gd name="csY32" fmla="*/ 384939 h 533395"/>
                <a:gd name="csX33" fmla="*/ 238125 w 457200"/>
                <a:gd name="csY33" fmla="*/ 272592 h 533395"/>
                <a:gd name="csX34" fmla="*/ 333375 w 457200"/>
                <a:gd name="csY34" fmla="*/ 224967 h 533395"/>
                <a:gd name="csX35" fmla="*/ 333375 w 457200"/>
                <a:gd name="csY35" fmla="*/ 329942 h 533395"/>
                <a:gd name="csX36" fmla="*/ 231410 w 457200"/>
                <a:gd name="csY36" fmla="*/ 254646 h 533395"/>
                <a:gd name="csX37" fmla="*/ 138913 w 457200"/>
                <a:gd name="csY37" fmla="*/ 201192 h 533395"/>
                <a:gd name="csX38" fmla="*/ 228381 w 457200"/>
                <a:gd name="csY38" fmla="*/ 153777 h 533395"/>
                <a:gd name="csX39" fmla="*/ 322888 w 457200"/>
                <a:gd name="csY39" fmla="*/ 208907 h 533395"/>
                <a:gd name="csX40" fmla="*/ 231410 w 457200"/>
                <a:gd name="csY40" fmla="*/ 254646 h 533395"/>
                <a:gd name="csX41" fmla="*/ 219075 w 457200"/>
                <a:gd name="csY41" fmla="*/ 384939 h 533395"/>
                <a:gd name="csX42" fmla="*/ 123825 w 457200"/>
                <a:gd name="csY42" fmla="*/ 329942 h 533395"/>
                <a:gd name="csX43" fmla="*/ 123825 w 457200"/>
                <a:gd name="csY43" fmla="*/ 214470 h 533395"/>
                <a:gd name="csX44" fmla="*/ 219075 w 457200"/>
                <a:gd name="csY44" fmla="*/ 269515 h 533395"/>
                <a:gd name="csX45" fmla="*/ 219075 w 457200"/>
                <a:gd name="csY45" fmla="*/ 384939 h 533395"/>
                <a:gd name="csX46" fmla="*/ 347701 w 457200"/>
                <a:gd name="csY46" fmla="*/ 201326 h 533395"/>
                <a:gd name="csX47" fmla="*/ 233401 w 457200"/>
                <a:gd name="csY47" fmla="*/ 134651 h 533395"/>
                <a:gd name="csX48" fmla="*/ 224133 w 457200"/>
                <a:gd name="csY48" fmla="*/ 134460 h 533395"/>
                <a:gd name="csX49" fmla="*/ 109833 w 457200"/>
                <a:gd name="csY49" fmla="*/ 195039 h 533395"/>
                <a:gd name="csX50" fmla="*/ 104775 w 457200"/>
                <a:gd name="csY50" fmla="*/ 203459 h 533395"/>
                <a:gd name="csX51" fmla="*/ 104775 w 457200"/>
                <a:gd name="csY51" fmla="*/ 335438 h 533395"/>
                <a:gd name="csX52" fmla="*/ 109538 w 457200"/>
                <a:gd name="csY52" fmla="*/ 343696 h 533395"/>
                <a:gd name="csX53" fmla="*/ 223838 w 457200"/>
                <a:gd name="csY53" fmla="*/ 409685 h 533395"/>
                <a:gd name="csX54" fmla="*/ 228600 w 457200"/>
                <a:gd name="csY54" fmla="*/ 410961 h 533395"/>
                <a:gd name="csX55" fmla="*/ 233363 w 457200"/>
                <a:gd name="csY55" fmla="*/ 409685 h 533395"/>
                <a:gd name="csX56" fmla="*/ 347663 w 457200"/>
                <a:gd name="csY56" fmla="*/ 343696 h 533395"/>
                <a:gd name="csX57" fmla="*/ 352425 w 457200"/>
                <a:gd name="csY57" fmla="*/ 335438 h 533395"/>
                <a:gd name="csX58" fmla="*/ 352425 w 457200"/>
                <a:gd name="csY58" fmla="*/ 209546 h 533395"/>
                <a:gd name="csX59" fmla="*/ 347701 w 457200"/>
                <a:gd name="csY59" fmla="*/ 201326 h 533395"/>
                <a:gd name="csX60" fmla="*/ 347701 w 457200"/>
                <a:gd name="csY60" fmla="*/ 201326 h 5333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457200" h="533395">
                  <a:moveTo>
                    <a:pt x="438150" y="394493"/>
                  </a:moveTo>
                  <a:lnTo>
                    <a:pt x="238125" y="507554"/>
                  </a:lnTo>
                  <a:lnTo>
                    <a:pt x="238125" y="428621"/>
                  </a:lnTo>
                  <a:lnTo>
                    <a:pt x="219075" y="428621"/>
                  </a:lnTo>
                  <a:lnTo>
                    <a:pt x="219075" y="507554"/>
                  </a:lnTo>
                  <a:lnTo>
                    <a:pt x="19050" y="394493"/>
                  </a:lnTo>
                  <a:lnTo>
                    <a:pt x="19050" y="150538"/>
                  </a:lnTo>
                  <a:lnTo>
                    <a:pt x="80677" y="189057"/>
                  </a:lnTo>
                  <a:lnTo>
                    <a:pt x="90773" y="172893"/>
                  </a:lnTo>
                  <a:lnTo>
                    <a:pt x="28299" y="133850"/>
                  </a:lnTo>
                  <a:lnTo>
                    <a:pt x="233162" y="20465"/>
                  </a:lnTo>
                  <a:lnTo>
                    <a:pt x="428358" y="133193"/>
                  </a:lnTo>
                  <a:lnTo>
                    <a:pt x="357330" y="172646"/>
                  </a:lnTo>
                  <a:lnTo>
                    <a:pt x="366570" y="189305"/>
                  </a:lnTo>
                  <a:lnTo>
                    <a:pt x="438150" y="149538"/>
                  </a:lnTo>
                  <a:lnTo>
                    <a:pt x="438150" y="394493"/>
                  </a:lnTo>
                  <a:close/>
                  <a:moveTo>
                    <a:pt x="452438" y="125097"/>
                  </a:moveTo>
                  <a:lnTo>
                    <a:pt x="238020" y="1272"/>
                  </a:lnTo>
                  <a:cubicBezTo>
                    <a:pt x="235144" y="-395"/>
                    <a:pt x="231572" y="-423"/>
                    <a:pt x="228648" y="1186"/>
                  </a:cubicBezTo>
                  <a:lnTo>
                    <a:pt x="4915" y="125011"/>
                  </a:lnTo>
                  <a:cubicBezTo>
                    <a:pt x="1876" y="126697"/>
                    <a:pt x="0" y="129888"/>
                    <a:pt x="0" y="133346"/>
                  </a:cubicBezTo>
                  <a:lnTo>
                    <a:pt x="0" y="400046"/>
                  </a:lnTo>
                  <a:cubicBezTo>
                    <a:pt x="0" y="403484"/>
                    <a:pt x="1848" y="406656"/>
                    <a:pt x="4839" y="408342"/>
                  </a:cubicBezTo>
                  <a:lnTo>
                    <a:pt x="223914" y="532167"/>
                  </a:lnTo>
                  <a:cubicBezTo>
                    <a:pt x="225362" y="532996"/>
                    <a:pt x="226981" y="533396"/>
                    <a:pt x="228600" y="533396"/>
                  </a:cubicBezTo>
                  <a:cubicBezTo>
                    <a:pt x="230219" y="533396"/>
                    <a:pt x="231839" y="532996"/>
                    <a:pt x="233286" y="532167"/>
                  </a:cubicBezTo>
                  <a:lnTo>
                    <a:pt x="452361" y="408342"/>
                  </a:lnTo>
                  <a:cubicBezTo>
                    <a:pt x="455352" y="406656"/>
                    <a:pt x="457200" y="403484"/>
                    <a:pt x="457200" y="400046"/>
                  </a:cubicBezTo>
                  <a:lnTo>
                    <a:pt x="457200" y="133346"/>
                  </a:lnTo>
                  <a:cubicBezTo>
                    <a:pt x="457200" y="129945"/>
                    <a:pt x="455390" y="126802"/>
                    <a:pt x="452438" y="125097"/>
                  </a:cubicBezTo>
                  <a:lnTo>
                    <a:pt x="452438" y="125097"/>
                  </a:lnTo>
                  <a:close/>
                  <a:moveTo>
                    <a:pt x="333375" y="329942"/>
                  </a:moveTo>
                  <a:lnTo>
                    <a:pt x="238125" y="384939"/>
                  </a:lnTo>
                  <a:lnTo>
                    <a:pt x="238125" y="272592"/>
                  </a:lnTo>
                  <a:lnTo>
                    <a:pt x="333375" y="224967"/>
                  </a:lnTo>
                  <a:lnTo>
                    <a:pt x="333375" y="329942"/>
                  </a:lnTo>
                  <a:close/>
                  <a:moveTo>
                    <a:pt x="231410" y="254646"/>
                  </a:moveTo>
                  <a:lnTo>
                    <a:pt x="138913" y="201192"/>
                  </a:lnTo>
                  <a:lnTo>
                    <a:pt x="228381" y="153777"/>
                  </a:lnTo>
                  <a:lnTo>
                    <a:pt x="322888" y="208907"/>
                  </a:lnTo>
                  <a:lnTo>
                    <a:pt x="231410" y="254646"/>
                  </a:lnTo>
                  <a:close/>
                  <a:moveTo>
                    <a:pt x="219075" y="384939"/>
                  </a:moveTo>
                  <a:lnTo>
                    <a:pt x="123825" y="329942"/>
                  </a:lnTo>
                  <a:lnTo>
                    <a:pt x="123825" y="214470"/>
                  </a:lnTo>
                  <a:lnTo>
                    <a:pt x="219075" y="269515"/>
                  </a:lnTo>
                  <a:lnTo>
                    <a:pt x="219075" y="384939"/>
                  </a:lnTo>
                  <a:close/>
                  <a:moveTo>
                    <a:pt x="347701" y="201326"/>
                  </a:moveTo>
                  <a:lnTo>
                    <a:pt x="233401" y="134651"/>
                  </a:lnTo>
                  <a:cubicBezTo>
                    <a:pt x="230543" y="132974"/>
                    <a:pt x="227047" y="132917"/>
                    <a:pt x="224133" y="134460"/>
                  </a:cubicBezTo>
                  <a:lnTo>
                    <a:pt x="109833" y="195039"/>
                  </a:lnTo>
                  <a:cubicBezTo>
                    <a:pt x="106718" y="196696"/>
                    <a:pt x="104775" y="199935"/>
                    <a:pt x="104775" y="203459"/>
                  </a:cubicBezTo>
                  <a:lnTo>
                    <a:pt x="104775" y="335438"/>
                  </a:lnTo>
                  <a:cubicBezTo>
                    <a:pt x="104775" y="338848"/>
                    <a:pt x="106585" y="341991"/>
                    <a:pt x="109538" y="343696"/>
                  </a:cubicBezTo>
                  <a:lnTo>
                    <a:pt x="223838" y="409685"/>
                  </a:lnTo>
                  <a:cubicBezTo>
                    <a:pt x="225304" y="410533"/>
                    <a:pt x="226952" y="410961"/>
                    <a:pt x="228600" y="410961"/>
                  </a:cubicBezTo>
                  <a:cubicBezTo>
                    <a:pt x="230248" y="410961"/>
                    <a:pt x="231896" y="410533"/>
                    <a:pt x="233363" y="409685"/>
                  </a:cubicBezTo>
                  <a:lnTo>
                    <a:pt x="347663" y="343696"/>
                  </a:lnTo>
                  <a:cubicBezTo>
                    <a:pt x="350615" y="341991"/>
                    <a:pt x="352425" y="338848"/>
                    <a:pt x="352425" y="335438"/>
                  </a:cubicBezTo>
                  <a:lnTo>
                    <a:pt x="352425" y="209546"/>
                  </a:lnTo>
                  <a:cubicBezTo>
                    <a:pt x="352425" y="206164"/>
                    <a:pt x="350634" y="203031"/>
                    <a:pt x="347701" y="201326"/>
                  </a:cubicBezTo>
                  <a:lnTo>
                    <a:pt x="347701" y="201326"/>
                  </a:lnTo>
                  <a:close/>
                </a:path>
              </a:pathLst>
            </a:custGeom>
            <a:solidFill>
              <a:schemeClr val="tx1"/>
            </a:solidFill>
            <a:ln w="12700"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sp>
        <p:nvSpPr>
          <p:cNvPr id="19" name="TextBox 18">
            <a:extLst>
              <a:ext uri="{FF2B5EF4-FFF2-40B4-BE49-F238E27FC236}">
                <a16:creationId xmlns:a16="http://schemas.microsoft.com/office/drawing/2014/main" id="{7521EC13-FFA7-C782-57F9-B8C6113DE47E}"/>
              </a:ext>
            </a:extLst>
          </p:cNvPr>
          <p:cNvSpPr txBox="1"/>
          <p:nvPr/>
        </p:nvSpPr>
        <p:spPr>
          <a:xfrm>
            <a:off x="-1046375" y="207390"/>
            <a:ext cx="857839" cy="830997"/>
          </a:xfrm>
          <a:prstGeom prst="rect">
            <a:avLst/>
          </a:prstGeom>
          <a:noFill/>
        </p:spPr>
        <p:txBody>
          <a:bodyPr wrap="square" lIns="0" rIns="0" rtlCol="0">
            <a:spAutoFit/>
          </a:bodyPr>
          <a:lstStyle/>
          <a:p>
            <a:pPr algn="l"/>
            <a:r>
              <a:rPr lang="en-US" sz="1200" dirty="0"/>
              <a:t>This slide is animated. View in slide show mode.</a:t>
            </a:r>
          </a:p>
        </p:txBody>
      </p:sp>
    </p:spTree>
    <p:extLst>
      <p:ext uri="{BB962C8B-B14F-4D97-AF65-F5344CB8AC3E}">
        <p14:creationId xmlns:p14="http://schemas.microsoft.com/office/powerpoint/2010/main" val="17366733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childTnLst>
                                </p:cTn>
                              </p:par>
                              <p:par>
                                <p:cTn id="8" presetID="42" presetClass="path" presetSubtype="0" decel="100000" fill="hold" grpId="1" nodeType="withEffect">
                                  <p:stCondLst>
                                    <p:cond delay="0"/>
                                  </p:stCondLst>
                                  <p:childTnLst>
                                    <p:animMotion origin="layout" path="M -0.01719 -0.00023 L -1.25E-6 1.85185E-6 " pathEditMode="relative" rAng="0" ptsTypes="AA">
                                      <p:cBhvr>
                                        <p:cTn id="9" dur="500" fill="hold"/>
                                        <p:tgtEl>
                                          <p:spTgt spid="7"/>
                                        </p:tgtEl>
                                        <p:attrNameLst>
                                          <p:attrName>ppt_x</p:attrName>
                                          <p:attrName>ppt_y</p:attrName>
                                        </p:attrNameLst>
                                      </p:cBhvr>
                                      <p:rCtr x="859" y="0"/>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par>
                                <p:cTn id="13" presetID="42" presetClass="path" presetSubtype="0" decel="100000" fill="hold" grpId="1" nodeType="withEffect">
                                  <p:stCondLst>
                                    <p:cond delay="0"/>
                                  </p:stCondLst>
                                  <p:childTnLst>
                                    <p:animMotion origin="layout" path="M -0.01719 -0.00023 L -1.25E-6 1.85185E-6 " pathEditMode="relative" rAng="0" ptsTypes="AA">
                                      <p:cBhvr>
                                        <p:cTn id="14" dur="500" fill="hold"/>
                                        <p:tgtEl>
                                          <p:spTgt spid="6"/>
                                        </p:tgtEl>
                                        <p:attrNameLst>
                                          <p:attrName>ppt_x</p:attrName>
                                          <p:attrName>ppt_y</p:attrName>
                                        </p:attrNameLst>
                                      </p:cBhvr>
                                      <p:rCtr x="859" y="0"/>
                                    </p:animMotion>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250"/>
                                        <p:tgtEl>
                                          <p:spTgt spid="9"/>
                                        </p:tgtEl>
                                      </p:cBhvr>
                                    </p:animEffect>
                                  </p:childTnLst>
                                </p:cTn>
                              </p:par>
                              <p:par>
                                <p:cTn id="18" presetID="42" presetClass="path" presetSubtype="0" decel="100000" fill="hold" grpId="1" nodeType="withEffect">
                                  <p:stCondLst>
                                    <p:cond delay="0"/>
                                  </p:stCondLst>
                                  <p:childTnLst>
                                    <p:animMotion origin="layout" path="M -0.01719 -0.00023 L -1.25E-6 1.85185E-6 " pathEditMode="relative" rAng="0" ptsTypes="AA">
                                      <p:cBhvr>
                                        <p:cTn id="19" dur="500" fill="hold"/>
                                        <p:tgtEl>
                                          <p:spTgt spid="9"/>
                                        </p:tgtEl>
                                        <p:attrNameLst>
                                          <p:attrName>ppt_x</p:attrName>
                                          <p:attrName>ppt_y</p:attrName>
                                        </p:attrNameLst>
                                      </p:cBhvr>
                                      <p:rCtr x="859" y="0"/>
                                    </p:animMotion>
                                  </p:childTnLst>
                                </p:cTn>
                              </p:par>
                              <p:par>
                                <p:cTn id="20" presetID="10" presetClass="entr" presetSubtype="0" fill="hold" nodeType="withEffect">
                                  <p:stCondLst>
                                    <p:cond delay="2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50"/>
                                        <p:tgtEl>
                                          <p:spTgt spid="8"/>
                                        </p:tgtEl>
                                      </p:cBhvr>
                                    </p:animEffect>
                                  </p:childTnLst>
                                </p:cTn>
                              </p:par>
                              <p:par>
                                <p:cTn id="23" presetID="42" presetClass="path" presetSubtype="0" decel="100000" fill="hold" nodeType="withEffect">
                                  <p:stCondLst>
                                    <p:cond delay="200"/>
                                  </p:stCondLst>
                                  <p:childTnLst>
                                    <p:animMotion origin="layout" path="M -3.75E-6 -0.03472 L -3.75E-6 1.85185E-6 " pathEditMode="relative" rAng="0" ptsTypes="AA">
                                      <p:cBhvr>
                                        <p:cTn id="24" dur="500" fill="hold"/>
                                        <p:tgtEl>
                                          <p:spTgt spid="8"/>
                                        </p:tgtEl>
                                        <p:attrNameLst>
                                          <p:attrName>ppt_x</p:attrName>
                                          <p:attrName>ppt_y</p:attrName>
                                        </p:attrNameLst>
                                      </p:cBhvr>
                                      <p:rCtr x="0" y="1736"/>
                                    </p:animMotion>
                                  </p:childTnLst>
                                </p:cTn>
                              </p:par>
                              <p:par>
                                <p:cTn id="25" presetID="10" presetClass="entr" presetSubtype="0" fill="hold" nodeType="withEffect">
                                  <p:stCondLst>
                                    <p:cond delay="40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250"/>
                                        <p:tgtEl>
                                          <p:spTgt spid="10"/>
                                        </p:tgtEl>
                                      </p:cBhvr>
                                    </p:animEffect>
                                  </p:childTnLst>
                                </p:cTn>
                              </p:par>
                              <p:par>
                                <p:cTn id="28" presetID="42" presetClass="path" presetSubtype="0" decel="100000" fill="hold" nodeType="withEffect">
                                  <p:stCondLst>
                                    <p:cond delay="400"/>
                                  </p:stCondLst>
                                  <p:childTnLst>
                                    <p:animMotion origin="layout" path="M -3.75E-6 -0.03472 L -3.75E-6 1.85185E-6 " pathEditMode="relative" rAng="0" ptsTypes="AA">
                                      <p:cBhvr>
                                        <p:cTn id="29" dur="500" fill="hold"/>
                                        <p:tgtEl>
                                          <p:spTgt spid="10"/>
                                        </p:tgtEl>
                                        <p:attrNameLst>
                                          <p:attrName>ppt_x</p:attrName>
                                          <p:attrName>ppt_y</p:attrName>
                                        </p:attrNameLst>
                                      </p:cBhvr>
                                      <p:rCtr x="0" y="1736"/>
                                    </p:animMotion>
                                  </p:childTnLst>
                                </p:cTn>
                              </p:par>
                              <p:par>
                                <p:cTn id="30" presetID="10" presetClass="entr" presetSubtype="0" fill="hold" nodeType="withEffect">
                                  <p:stCondLst>
                                    <p:cond delay="60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250"/>
                                        <p:tgtEl>
                                          <p:spTgt spid="15"/>
                                        </p:tgtEl>
                                      </p:cBhvr>
                                    </p:animEffect>
                                  </p:childTnLst>
                                </p:cTn>
                              </p:par>
                              <p:par>
                                <p:cTn id="33" presetID="42" presetClass="path" presetSubtype="0" decel="100000" fill="hold" nodeType="withEffect">
                                  <p:stCondLst>
                                    <p:cond delay="600"/>
                                  </p:stCondLst>
                                  <p:childTnLst>
                                    <p:animMotion origin="layout" path="M 1.25E-6 0.03889 L 1.25E-6 1.85185E-6 " pathEditMode="relative" rAng="0" ptsTypes="AA">
                                      <p:cBhvr>
                                        <p:cTn id="34" dur="500" fill="hold"/>
                                        <p:tgtEl>
                                          <p:spTgt spid="15"/>
                                        </p:tgtEl>
                                        <p:attrNameLst>
                                          <p:attrName>ppt_x</p:attrName>
                                          <p:attrName>ppt_y</p:attrName>
                                        </p:attrNameLst>
                                      </p:cBhvr>
                                      <p:rCtr x="0" y="-1944"/>
                                    </p:animMotion>
                                  </p:childTnLst>
                                </p:cTn>
                              </p:par>
                              <p:par>
                                <p:cTn id="35" presetID="10" presetClass="entr" presetSubtype="0" fill="hold" nodeType="withEffect">
                                  <p:stCondLst>
                                    <p:cond delay="80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250"/>
                                        <p:tgtEl>
                                          <p:spTgt spid="17"/>
                                        </p:tgtEl>
                                      </p:cBhvr>
                                    </p:animEffect>
                                  </p:childTnLst>
                                </p:cTn>
                              </p:par>
                              <p:par>
                                <p:cTn id="38" presetID="42" presetClass="path" presetSubtype="0" decel="100000" fill="hold" nodeType="withEffect">
                                  <p:stCondLst>
                                    <p:cond delay="800"/>
                                  </p:stCondLst>
                                  <p:childTnLst>
                                    <p:animMotion origin="layout" path="M 1.25E-6 0.03889 L 1.25E-6 1.85185E-6 " pathEditMode="relative" rAng="0" ptsTypes="AA">
                                      <p:cBhvr>
                                        <p:cTn id="39" dur="500" fill="hold"/>
                                        <p:tgtEl>
                                          <p:spTgt spid="17"/>
                                        </p:tgtEl>
                                        <p:attrNameLst>
                                          <p:attrName>ppt_x</p:attrName>
                                          <p:attrName>ppt_y</p:attrName>
                                        </p:attrNameLst>
                                      </p:cBhvr>
                                      <p:rCtr x="0" y="-1944"/>
                                    </p:animMotion>
                                  </p:childTnLst>
                                </p:cTn>
                              </p:par>
                              <p:par>
                                <p:cTn id="40" presetID="10" presetClass="entr" presetSubtype="0" fill="hold" nodeType="withEffect">
                                  <p:stCondLst>
                                    <p:cond delay="100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childTnLst>
                                </p:cTn>
                              </p:par>
                              <p:par>
                                <p:cTn id="43" presetID="6" presetClass="emph" presetSubtype="0" fill="hold" nodeType="withEffect">
                                  <p:stCondLst>
                                    <p:cond delay="1000"/>
                                  </p:stCondLst>
                                  <p:childTnLst>
                                    <p:animScale>
                                      <p:cBhvr>
                                        <p:cTn id="44" dur="10" fill="hold"/>
                                        <p:tgtEl>
                                          <p:spTgt spid="5"/>
                                        </p:tgtEl>
                                      </p:cBhvr>
                                      <p:by x="125000" y="125000"/>
                                    </p:animScale>
                                  </p:childTnLst>
                                </p:cTn>
                              </p:par>
                              <p:par>
                                <p:cTn id="45" presetID="6" presetClass="emph" presetSubtype="0" decel="100000" fill="hold" nodeType="withEffect">
                                  <p:stCondLst>
                                    <p:cond delay="1000"/>
                                  </p:stCondLst>
                                  <p:childTnLst>
                                    <p:animScale>
                                      <p:cBhvr>
                                        <p:cTn id="46" dur="750" fill="hold"/>
                                        <p:tgtEl>
                                          <p:spTgt spid="5"/>
                                        </p:tgtEl>
                                      </p:cBhvr>
                                      <p:by x="80000" y="8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P spid="6" grpId="0"/>
      <p:bldP spid="6" grpId="1"/>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BF7CF02-17FB-95A8-B01B-815A84BE84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55A9BC-761A-9D2A-A28E-B903D0AB44F2}"/>
              </a:ext>
            </a:extLst>
          </p:cNvPr>
          <p:cNvSpPr>
            <a:spLocks noGrp="1"/>
          </p:cNvSpPr>
          <p:nvPr>
            <p:ph type="title"/>
          </p:nvPr>
        </p:nvSpPr>
        <p:spPr/>
        <p:txBody>
          <a:bodyPr/>
          <a:lstStyle/>
          <a:p>
            <a:r>
              <a:rPr lang="en-US" dirty="0"/>
              <a:t>Timeline example</a:t>
            </a:r>
          </a:p>
        </p:txBody>
      </p:sp>
      <p:sp>
        <p:nvSpPr>
          <p:cNvPr id="15" name="Text Placeholder 14">
            <a:extLst>
              <a:ext uri="{FF2B5EF4-FFF2-40B4-BE49-F238E27FC236}">
                <a16:creationId xmlns:a16="http://schemas.microsoft.com/office/drawing/2014/main" id="{944D2742-2495-5D7C-A207-803EB2D0E058}"/>
              </a:ext>
            </a:extLst>
          </p:cNvPr>
          <p:cNvSpPr>
            <a:spLocks noGrp="1"/>
          </p:cNvSpPr>
          <p:nvPr>
            <p:ph type="body" sz="quarter" idx="10"/>
          </p:nvPr>
        </p:nvSpPr>
        <p:spPr/>
        <p:txBody>
          <a:bodyPr/>
          <a:lstStyle/>
          <a:p>
            <a:r>
              <a:rPr lang="en-US" dirty="0"/>
              <a:t>How the project developed</a:t>
            </a:r>
          </a:p>
        </p:txBody>
      </p:sp>
      <p:sp>
        <p:nvSpPr>
          <p:cNvPr id="2" name="Rectangle 1">
            <a:extLst>
              <a:ext uri="{FF2B5EF4-FFF2-40B4-BE49-F238E27FC236}">
                <a16:creationId xmlns:a16="http://schemas.microsoft.com/office/drawing/2014/main" id="{BBE7A313-6A17-B667-1E81-067A9321D447}"/>
              </a:ext>
            </a:extLst>
          </p:cNvPr>
          <p:cNvSpPr/>
          <p:nvPr/>
        </p:nvSpPr>
        <p:spPr>
          <a:xfrm>
            <a:off x="0" y="3251200"/>
            <a:ext cx="12192000" cy="1778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4" name="TextBox 3">
            <a:extLst>
              <a:ext uri="{FF2B5EF4-FFF2-40B4-BE49-F238E27FC236}">
                <a16:creationId xmlns:a16="http://schemas.microsoft.com/office/drawing/2014/main" id="{045BCC09-FAFD-C639-0A4F-CF4D226328C8}"/>
              </a:ext>
            </a:extLst>
          </p:cNvPr>
          <p:cNvSpPr txBox="1"/>
          <p:nvPr/>
        </p:nvSpPr>
        <p:spPr>
          <a:xfrm>
            <a:off x="803731" y="4241279"/>
            <a:ext cx="1808956" cy="307777"/>
          </a:xfrm>
          <a:prstGeom prst="rect">
            <a:avLst/>
          </a:prstGeom>
          <a:noFill/>
        </p:spPr>
        <p:txBody>
          <a:bodyPr wrap="square" lIns="0" rIns="0" rtlCol="0">
            <a:spAutoFit/>
          </a:bodyPr>
          <a:lstStyle/>
          <a:p>
            <a:pPr algn="l"/>
            <a:r>
              <a:rPr lang="en-US" sz="1400" dirty="0"/>
              <a:t>Project identified</a:t>
            </a:r>
          </a:p>
        </p:txBody>
      </p:sp>
      <p:sp>
        <p:nvSpPr>
          <p:cNvPr id="6" name="TextBox 5">
            <a:extLst>
              <a:ext uri="{FF2B5EF4-FFF2-40B4-BE49-F238E27FC236}">
                <a16:creationId xmlns:a16="http://schemas.microsoft.com/office/drawing/2014/main" id="{E5458B8C-DA74-4F2F-F5BB-471D662ED16D}"/>
              </a:ext>
            </a:extLst>
          </p:cNvPr>
          <p:cNvSpPr txBox="1"/>
          <p:nvPr/>
        </p:nvSpPr>
        <p:spPr>
          <a:xfrm>
            <a:off x="2643167" y="2408087"/>
            <a:ext cx="2144715" cy="523220"/>
          </a:xfrm>
          <a:prstGeom prst="rect">
            <a:avLst/>
          </a:prstGeom>
          <a:noFill/>
        </p:spPr>
        <p:txBody>
          <a:bodyPr wrap="square" lIns="0" rIns="0" rtlCol="0">
            <a:spAutoFit/>
          </a:bodyPr>
          <a:lstStyle/>
          <a:p>
            <a:pPr algn="l"/>
            <a:r>
              <a:rPr lang="en-US" sz="1400" dirty="0"/>
              <a:t>Site evaluation and project feasibility survey</a:t>
            </a:r>
          </a:p>
        </p:txBody>
      </p:sp>
      <p:sp>
        <p:nvSpPr>
          <p:cNvPr id="7" name="TextBox 6">
            <a:extLst>
              <a:ext uri="{FF2B5EF4-FFF2-40B4-BE49-F238E27FC236}">
                <a16:creationId xmlns:a16="http://schemas.microsoft.com/office/drawing/2014/main" id="{E7EBF8D4-24F9-3E1E-1AEC-07A844078FD5}"/>
              </a:ext>
            </a:extLst>
          </p:cNvPr>
          <p:cNvSpPr txBox="1"/>
          <p:nvPr/>
        </p:nvSpPr>
        <p:spPr>
          <a:xfrm>
            <a:off x="4402785" y="4241279"/>
            <a:ext cx="1554322" cy="523220"/>
          </a:xfrm>
          <a:prstGeom prst="rect">
            <a:avLst/>
          </a:prstGeom>
          <a:noFill/>
        </p:spPr>
        <p:txBody>
          <a:bodyPr wrap="square" lIns="0" rIns="0" rtlCol="0">
            <a:spAutoFit/>
          </a:bodyPr>
          <a:lstStyle/>
          <a:p>
            <a:pPr algn="l"/>
            <a:r>
              <a:rPr lang="en-US" sz="1400" dirty="0"/>
              <a:t>Funding secured and team assigned</a:t>
            </a:r>
          </a:p>
        </p:txBody>
      </p:sp>
      <p:sp>
        <p:nvSpPr>
          <p:cNvPr id="8" name="TextBox 7">
            <a:extLst>
              <a:ext uri="{FF2B5EF4-FFF2-40B4-BE49-F238E27FC236}">
                <a16:creationId xmlns:a16="http://schemas.microsoft.com/office/drawing/2014/main" id="{1E92AF0C-62B9-E42F-092B-1F3C973C296C}"/>
              </a:ext>
            </a:extLst>
          </p:cNvPr>
          <p:cNvSpPr txBox="1"/>
          <p:nvPr/>
        </p:nvSpPr>
        <p:spPr>
          <a:xfrm>
            <a:off x="8076842" y="2408087"/>
            <a:ext cx="1026538" cy="523220"/>
          </a:xfrm>
          <a:prstGeom prst="rect">
            <a:avLst/>
          </a:prstGeom>
          <a:noFill/>
        </p:spPr>
        <p:txBody>
          <a:bodyPr wrap="square" lIns="0" rIns="0" rtlCol="0">
            <a:spAutoFit/>
          </a:bodyPr>
          <a:lstStyle/>
          <a:p>
            <a:pPr algn="l"/>
            <a:r>
              <a:rPr lang="en-US" sz="1400" dirty="0"/>
              <a:t>Migration is a success</a:t>
            </a:r>
          </a:p>
        </p:txBody>
      </p:sp>
      <p:sp>
        <p:nvSpPr>
          <p:cNvPr id="9" name="TextBox 8">
            <a:extLst>
              <a:ext uri="{FF2B5EF4-FFF2-40B4-BE49-F238E27FC236}">
                <a16:creationId xmlns:a16="http://schemas.microsoft.com/office/drawing/2014/main" id="{83780394-04E4-DE86-D052-E7F946FCA401}"/>
              </a:ext>
            </a:extLst>
          </p:cNvPr>
          <p:cNvSpPr txBox="1"/>
          <p:nvPr/>
        </p:nvSpPr>
        <p:spPr>
          <a:xfrm>
            <a:off x="9869114" y="4241279"/>
            <a:ext cx="1296168" cy="523220"/>
          </a:xfrm>
          <a:prstGeom prst="rect">
            <a:avLst/>
          </a:prstGeom>
          <a:noFill/>
        </p:spPr>
        <p:txBody>
          <a:bodyPr wrap="square" lIns="0" rIns="0" rtlCol="0">
            <a:spAutoFit/>
          </a:bodyPr>
          <a:lstStyle/>
          <a:p>
            <a:pPr algn="l"/>
            <a:r>
              <a:rPr lang="en-US" sz="1400" dirty="0"/>
              <a:t>Planning for next project</a:t>
            </a:r>
          </a:p>
        </p:txBody>
      </p:sp>
      <p:grpSp>
        <p:nvGrpSpPr>
          <p:cNvPr id="10" name="Group 9">
            <a:extLst>
              <a:ext uri="{FF2B5EF4-FFF2-40B4-BE49-F238E27FC236}">
                <a16:creationId xmlns:a16="http://schemas.microsoft.com/office/drawing/2014/main" id="{54D25370-842F-EAE0-EC58-EA05E991CE65}"/>
              </a:ext>
            </a:extLst>
          </p:cNvPr>
          <p:cNvGrpSpPr/>
          <p:nvPr/>
        </p:nvGrpSpPr>
        <p:grpSpPr>
          <a:xfrm>
            <a:off x="542722" y="3251200"/>
            <a:ext cx="930019" cy="944563"/>
            <a:chOff x="542722" y="3251200"/>
            <a:chExt cx="930019" cy="944563"/>
          </a:xfrm>
        </p:grpSpPr>
        <p:sp>
          <p:nvSpPr>
            <p:cNvPr id="11" name="Rectangle 10">
              <a:extLst>
                <a:ext uri="{FF2B5EF4-FFF2-40B4-BE49-F238E27FC236}">
                  <a16:creationId xmlns:a16="http://schemas.microsoft.com/office/drawing/2014/main" id="{50DEB925-8BE6-459B-1ADB-78E8E23540D6}"/>
                </a:ext>
              </a:extLst>
            </p:cNvPr>
            <p:cNvSpPr/>
            <p:nvPr/>
          </p:nvSpPr>
          <p:spPr>
            <a:xfrm>
              <a:off x="542722" y="3251200"/>
              <a:ext cx="185702" cy="177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12" name="Rectangle 11">
              <a:extLst>
                <a:ext uri="{FF2B5EF4-FFF2-40B4-BE49-F238E27FC236}">
                  <a16:creationId xmlns:a16="http://schemas.microsoft.com/office/drawing/2014/main" id="{FDD1A369-817E-2B81-4407-AB3D260DFCC4}"/>
                </a:ext>
              </a:extLst>
            </p:cNvPr>
            <p:cNvSpPr/>
            <p:nvPr/>
          </p:nvSpPr>
          <p:spPr>
            <a:xfrm>
              <a:off x="628255" y="3878574"/>
              <a:ext cx="844486" cy="317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rPr>
                <a:t>2021</a:t>
              </a:r>
            </a:p>
          </p:txBody>
        </p:sp>
        <p:cxnSp>
          <p:nvCxnSpPr>
            <p:cNvPr id="13" name="Straight Connector 12">
              <a:extLst>
                <a:ext uri="{FF2B5EF4-FFF2-40B4-BE49-F238E27FC236}">
                  <a16:creationId xmlns:a16="http://schemas.microsoft.com/office/drawing/2014/main" id="{A9C4454E-58B8-8557-7A14-7B39B24430BC}"/>
                </a:ext>
              </a:extLst>
            </p:cNvPr>
            <p:cNvCxnSpPr/>
            <p:nvPr/>
          </p:nvCxnSpPr>
          <p:spPr>
            <a:xfrm>
              <a:off x="635573" y="3429000"/>
              <a:ext cx="0" cy="765144"/>
            </a:xfrm>
            <a:prstGeom prst="line">
              <a:avLst/>
            </a:prstGeom>
            <a:ln w="19050" cap="flat">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8474B445-472C-3DFF-5F23-950796BE3E27}"/>
              </a:ext>
            </a:extLst>
          </p:cNvPr>
          <p:cNvGrpSpPr/>
          <p:nvPr/>
        </p:nvGrpSpPr>
        <p:grpSpPr>
          <a:xfrm flipV="1">
            <a:off x="2370883" y="2049460"/>
            <a:ext cx="930019" cy="1379540"/>
            <a:chOff x="542722" y="3243298"/>
            <a:chExt cx="930019" cy="1379540"/>
          </a:xfrm>
        </p:grpSpPr>
        <p:sp>
          <p:nvSpPr>
            <p:cNvPr id="16" name="Rectangle 15">
              <a:extLst>
                <a:ext uri="{FF2B5EF4-FFF2-40B4-BE49-F238E27FC236}">
                  <a16:creationId xmlns:a16="http://schemas.microsoft.com/office/drawing/2014/main" id="{E8135F01-A25F-CF2C-28E6-71D89254AC9E}"/>
                </a:ext>
              </a:extLst>
            </p:cNvPr>
            <p:cNvSpPr/>
            <p:nvPr/>
          </p:nvSpPr>
          <p:spPr>
            <a:xfrm>
              <a:off x="542722" y="3243298"/>
              <a:ext cx="185702" cy="177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17" name="Rectangle 16">
              <a:extLst>
                <a:ext uri="{FF2B5EF4-FFF2-40B4-BE49-F238E27FC236}">
                  <a16:creationId xmlns:a16="http://schemas.microsoft.com/office/drawing/2014/main" id="{D80CBE6C-125D-E6EF-AA63-1C3052D6D3D1}"/>
                </a:ext>
              </a:extLst>
            </p:cNvPr>
            <p:cNvSpPr/>
            <p:nvPr/>
          </p:nvSpPr>
          <p:spPr>
            <a:xfrm flipV="1">
              <a:off x="628255" y="4305649"/>
              <a:ext cx="844486" cy="317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rPr>
                <a:t>2022</a:t>
              </a:r>
            </a:p>
          </p:txBody>
        </p:sp>
        <p:cxnSp>
          <p:nvCxnSpPr>
            <p:cNvPr id="18" name="Straight Connector 17">
              <a:extLst>
                <a:ext uri="{FF2B5EF4-FFF2-40B4-BE49-F238E27FC236}">
                  <a16:creationId xmlns:a16="http://schemas.microsoft.com/office/drawing/2014/main" id="{A298BC34-358F-A9DC-60C1-B1B9A0A8B147}"/>
                </a:ext>
              </a:extLst>
            </p:cNvPr>
            <p:cNvCxnSpPr>
              <a:cxnSpLocks/>
            </p:cNvCxnSpPr>
            <p:nvPr/>
          </p:nvCxnSpPr>
          <p:spPr>
            <a:xfrm>
              <a:off x="635573" y="3421098"/>
              <a:ext cx="0" cy="1198562"/>
            </a:xfrm>
            <a:prstGeom prst="line">
              <a:avLst/>
            </a:prstGeom>
            <a:ln w="19050" cap="flat">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93278655-B9A1-7902-DEB2-EC2B98236E08}"/>
              </a:ext>
            </a:extLst>
          </p:cNvPr>
          <p:cNvGrpSpPr/>
          <p:nvPr/>
        </p:nvGrpSpPr>
        <p:grpSpPr>
          <a:xfrm>
            <a:off x="4149154" y="3251200"/>
            <a:ext cx="930019" cy="944563"/>
            <a:chOff x="542722" y="3251200"/>
            <a:chExt cx="930019" cy="944563"/>
          </a:xfrm>
        </p:grpSpPr>
        <p:sp>
          <p:nvSpPr>
            <p:cNvPr id="30" name="Rectangle 29">
              <a:extLst>
                <a:ext uri="{FF2B5EF4-FFF2-40B4-BE49-F238E27FC236}">
                  <a16:creationId xmlns:a16="http://schemas.microsoft.com/office/drawing/2014/main" id="{C0D528C7-D36A-05D5-B3F8-2F3D78838B3A}"/>
                </a:ext>
              </a:extLst>
            </p:cNvPr>
            <p:cNvSpPr/>
            <p:nvPr/>
          </p:nvSpPr>
          <p:spPr>
            <a:xfrm>
              <a:off x="542722" y="3251200"/>
              <a:ext cx="185702" cy="177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46" name="Rectangle 45">
              <a:extLst>
                <a:ext uri="{FF2B5EF4-FFF2-40B4-BE49-F238E27FC236}">
                  <a16:creationId xmlns:a16="http://schemas.microsoft.com/office/drawing/2014/main" id="{3E44A642-9058-E596-73E0-569160AF7D17}"/>
                </a:ext>
              </a:extLst>
            </p:cNvPr>
            <p:cNvSpPr/>
            <p:nvPr/>
          </p:nvSpPr>
          <p:spPr>
            <a:xfrm>
              <a:off x="628255" y="3878574"/>
              <a:ext cx="844486" cy="317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rPr>
                <a:t>2023</a:t>
              </a:r>
            </a:p>
          </p:txBody>
        </p:sp>
        <p:cxnSp>
          <p:nvCxnSpPr>
            <p:cNvPr id="47" name="Straight Connector 46">
              <a:extLst>
                <a:ext uri="{FF2B5EF4-FFF2-40B4-BE49-F238E27FC236}">
                  <a16:creationId xmlns:a16="http://schemas.microsoft.com/office/drawing/2014/main" id="{95CDE68A-6491-837D-6BBF-15E13F029322}"/>
                </a:ext>
              </a:extLst>
            </p:cNvPr>
            <p:cNvCxnSpPr/>
            <p:nvPr/>
          </p:nvCxnSpPr>
          <p:spPr>
            <a:xfrm>
              <a:off x="635573" y="3429000"/>
              <a:ext cx="0" cy="765144"/>
            </a:xfrm>
            <a:prstGeom prst="line">
              <a:avLst/>
            </a:prstGeom>
            <a:ln w="19050" cap="flat">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48" name="Group 47">
            <a:extLst>
              <a:ext uri="{FF2B5EF4-FFF2-40B4-BE49-F238E27FC236}">
                <a16:creationId xmlns:a16="http://schemas.microsoft.com/office/drawing/2014/main" id="{E1849B0D-3223-7AEC-FB02-F276BC0C3838}"/>
              </a:ext>
            </a:extLst>
          </p:cNvPr>
          <p:cNvGrpSpPr/>
          <p:nvPr/>
        </p:nvGrpSpPr>
        <p:grpSpPr>
          <a:xfrm flipV="1">
            <a:off x="7817664" y="2049460"/>
            <a:ext cx="930019" cy="1379540"/>
            <a:chOff x="542722" y="3243298"/>
            <a:chExt cx="930019" cy="1379540"/>
          </a:xfrm>
        </p:grpSpPr>
        <p:sp>
          <p:nvSpPr>
            <p:cNvPr id="49" name="Rectangle 48">
              <a:extLst>
                <a:ext uri="{FF2B5EF4-FFF2-40B4-BE49-F238E27FC236}">
                  <a16:creationId xmlns:a16="http://schemas.microsoft.com/office/drawing/2014/main" id="{EF23F054-AB60-5ECB-8C6C-10321C4B8684}"/>
                </a:ext>
              </a:extLst>
            </p:cNvPr>
            <p:cNvSpPr/>
            <p:nvPr/>
          </p:nvSpPr>
          <p:spPr>
            <a:xfrm>
              <a:off x="542722" y="3243298"/>
              <a:ext cx="185702" cy="177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50" name="Rectangle 49">
              <a:extLst>
                <a:ext uri="{FF2B5EF4-FFF2-40B4-BE49-F238E27FC236}">
                  <a16:creationId xmlns:a16="http://schemas.microsoft.com/office/drawing/2014/main" id="{3DC42A1D-FBB0-CA65-F556-8084DA4FCDF3}"/>
                </a:ext>
              </a:extLst>
            </p:cNvPr>
            <p:cNvSpPr/>
            <p:nvPr/>
          </p:nvSpPr>
          <p:spPr>
            <a:xfrm flipV="1">
              <a:off x="628255" y="4305649"/>
              <a:ext cx="844486" cy="317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rPr>
                <a:t>2025</a:t>
              </a:r>
            </a:p>
          </p:txBody>
        </p:sp>
        <p:cxnSp>
          <p:nvCxnSpPr>
            <p:cNvPr id="51" name="Straight Connector 50">
              <a:extLst>
                <a:ext uri="{FF2B5EF4-FFF2-40B4-BE49-F238E27FC236}">
                  <a16:creationId xmlns:a16="http://schemas.microsoft.com/office/drawing/2014/main" id="{619EB528-29A8-65C7-2470-2567B87C2689}"/>
                </a:ext>
              </a:extLst>
            </p:cNvPr>
            <p:cNvCxnSpPr>
              <a:cxnSpLocks/>
              <a:stCxn id="49" idx="2"/>
            </p:cNvCxnSpPr>
            <p:nvPr/>
          </p:nvCxnSpPr>
          <p:spPr>
            <a:xfrm>
              <a:off x="635573" y="3421098"/>
              <a:ext cx="0" cy="1198562"/>
            </a:xfrm>
            <a:prstGeom prst="line">
              <a:avLst/>
            </a:prstGeom>
            <a:ln w="19050" cap="flat">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F17DB9B4-C649-0CA2-A950-DFEE6C0BB35A}"/>
              </a:ext>
            </a:extLst>
          </p:cNvPr>
          <p:cNvGrpSpPr/>
          <p:nvPr/>
        </p:nvGrpSpPr>
        <p:grpSpPr>
          <a:xfrm>
            <a:off x="9587179" y="3251200"/>
            <a:ext cx="930019" cy="944563"/>
            <a:chOff x="542722" y="3251200"/>
            <a:chExt cx="930019" cy="944563"/>
          </a:xfrm>
        </p:grpSpPr>
        <p:sp>
          <p:nvSpPr>
            <p:cNvPr id="53" name="Rectangle 52">
              <a:extLst>
                <a:ext uri="{FF2B5EF4-FFF2-40B4-BE49-F238E27FC236}">
                  <a16:creationId xmlns:a16="http://schemas.microsoft.com/office/drawing/2014/main" id="{E3083BE7-B9FB-DCB2-9E9D-669FFB4113A4}"/>
                </a:ext>
              </a:extLst>
            </p:cNvPr>
            <p:cNvSpPr/>
            <p:nvPr/>
          </p:nvSpPr>
          <p:spPr>
            <a:xfrm>
              <a:off x="542722" y="3251200"/>
              <a:ext cx="185702" cy="177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54" name="Rectangle 53">
              <a:extLst>
                <a:ext uri="{FF2B5EF4-FFF2-40B4-BE49-F238E27FC236}">
                  <a16:creationId xmlns:a16="http://schemas.microsoft.com/office/drawing/2014/main" id="{26C51BD6-0F7D-793F-C454-E65D5621BCB9}"/>
                </a:ext>
              </a:extLst>
            </p:cNvPr>
            <p:cNvSpPr/>
            <p:nvPr/>
          </p:nvSpPr>
          <p:spPr>
            <a:xfrm>
              <a:off x="628255" y="3878574"/>
              <a:ext cx="844486" cy="3171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rPr>
                <a:t>2026</a:t>
              </a:r>
            </a:p>
          </p:txBody>
        </p:sp>
        <p:cxnSp>
          <p:nvCxnSpPr>
            <p:cNvPr id="55" name="Straight Connector 54">
              <a:extLst>
                <a:ext uri="{FF2B5EF4-FFF2-40B4-BE49-F238E27FC236}">
                  <a16:creationId xmlns:a16="http://schemas.microsoft.com/office/drawing/2014/main" id="{50F67EB0-FFB9-5601-30CC-8A2B2AD842BF}"/>
                </a:ext>
              </a:extLst>
            </p:cNvPr>
            <p:cNvCxnSpPr>
              <a:cxnSpLocks/>
            </p:cNvCxnSpPr>
            <p:nvPr/>
          </p:nvCxnSpPr>
          <p:spPr>
            <a:xfrm>
              <a:off x="635573" y="3429000"/>
              <a:ext cx="0" cy="765144"/>
            </a:xfrm>
            <a:prstGeom prst="line">
              <a:avLst/>
            </a:prstGeom>
            <a:ln w="19050" cap="flat">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8071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7DBFDF-D5CE-03BC-7B5A-52CADB04B36F}"/>
              </a:ext>
            </a:extLst>
          </p:cNvPr>
          <p:cNvSpPr>
            <a:spLocks noGrp="1"/>
          </p:cNvSpPr>
          <p:nvPr>
            <p:ph type="title"/>
          </p:nvPr>
        </p:nvSpPr>
        <p:spPr>
          <a:xfrm>
            <a:off x="1301750" y="1357313"/>
            <a:ext cx="8737600" cy="1943100"/>
          </a:xfrm>
        </p:spPr>
        <p:txBody>
          <a:bodyPr/>
          <a:lstStyle/>
          <a:p>
            <a:r>
              <a:rPr lang="en-US" dirty="0"/>
              <a:t>We transformed from a model of chasing tickets and racking servers to a model of durable teams that can move and pursue value quickly on AWS.</a:t>
            </a:r>
          </a:p>
        </p:txBody>
      </p:sp>
      <p:sp>
        <p:nvSpPr>
          <p:cNvPr id="20" name="Text Placeholder 19">
            <a:extLst>
              <a:ext uri="{FF2B5EF4-FFF2-40B4-BE49-F238E27FC236}">
                <a16:creationId xmlns:a16="http://schemas.microsoft.com/office/drawing/2014/main" id="{16EF269A-E28F-02E3-ED75-645F9661FE86}"/>
              </a:ext>
            </a:extLst>
          </p:cNvPr>
          <p:cNvSpPr>
            <a:spLocks noGrp="1"/>
          </p:cNvSpPr>
          <p:nvPr>
            <p:ph type="body" sz="quarter" idx="14"/>
          </p:nvPr>
        </p:nvSpPr>
        <p:spPr>
          <a:xfrm>
            <a:off x="1301749" y="4607714"/>
            <a:ext cx="5020861" cy="319831"/>
          </a:xfrm>
        </p:spPr>
        <p:txBody>
          <a:bodyPr/>
          <a:lstStyle/>
          <a:p>
            <a:r>
              <a:rPr lang="en-US" dirty="0"/>
              <a:t>Suren Pillay</a:t>
            </a:r>
          </a:p>
        </p:txBody>
      </p:sp>
      <p:sp>
        <p:nvSpPr>
          <p:cNvPr id="21" name="Text Placeholder 20">
            <a:extLst>
              <a:ext uri="{FF2B5EF4-FFF2-40B4-BE49-F238E27FC236}">
                <a16:creationId xmlns:a16="http://schemas.microsoft.com/office/drawing/2014/main" id="{8BFFB866-F5EC-F532-080C-7693B0D2D4B1}"/>
              </a:ext>
            </a:extLst>
          </p:cNvPr>
          <p:cNvSpPr>
            <a:spLocks noGrp="1"/>
          </p:cNvSpPr>
          <p:nvPr>
            <p:ph type="body" sz="quarter" idx="15"/>
          </p:nvPr>
        </p:nvSpPr>
        <p:spPr>
          <a:xfrm>
            <a:off x="1310646" y="4927545"/>
            <a:ext cx="5011964" cy="369332"/>
          </a:xfrm>
        </p:spPr>
        <p:txBody>
          <a:bodyPr/>
          <a:lstStyle/>
          <a:p>
            <a:r>
              <a:rPr lang="en-US" dirty="0"/>
              <a:t>CTO, ABSA</a:t>
            </a:r>
          </a:p>
        </p:txBody>
      </p:sp>
    </p:spTree>
    <p:extLst>
      <p:ext uri="{BB962C8B-B14F-4D97-AF65-F5344CB8AC3E}">
        <p14:creationId xmlns:p14="http://schemas.microsoft.com/office/powerpoint/2010/main" val="2622245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7FA5894-EF2E-BE30-D9C8-6B613188AC34}"/>
              </a:ext>
            </a:extLst>
          </p:cNvPr>
          <p:cNvSpPr/>
          <p:nvPr/>
        </p:nvSpPr>
        <p:spPr>
          <a:xfrm>
            <a:off x="4393599" y="3182277"/>
            <a:ext cx="3419964" cy="2841451"/>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32" name="Rectangle 31">
            <a:extLst>
              <a:ext uri="{FF2B5EF4-FFF2-40B4-BE49-F238E27FC236}">
                <a16:creationId xmlns:a16="http://schemas.microsoft.com/office/drawing/2014/main" id="{1ABE591E-F484-AA0C-4873-BFCD496145E3}"/>
              </a:ext>
            </a:extLst>
          </p:cNvPr>
          <p:cNvSpPr/>
          <p:nvPr/>
        </p:nvSpPr>
        <p:spPr>
          <a:xfrm>
            <a:off x="8382000" y="3182277"/>
            <a:ext cx="3419964" cy="2841451"/>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30" name="Rectangle 29">
            <a:extLst>
              <a:ext uri="{FF2B5EF4-FFF2-40B4-BE49-F238E27FC236}">
                <a16:creationId xmlns:a16="http://schemas.microsoft.com/office/drawing/2014/main" id="{FBF44FDB-7C17-8E52-7DD4-ADF29C1BBECD}"/>
              </a:ext>
            </a:extLst>
          </p:cNvPr>
          <p:cNvSpPr/>
          <p:nvPr/>
        </p:nvSpPr>
        <p:spPr>
          <a:xfrm>
            <a:off x="390036" y="3182277"/>
            <a:ext cx="3419964" cy="2841451"/>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 name="Title 1">
            <a:extLst>
              <a:ext uri="{FF2B5EF4-FFF2-40B4-BE49-F238E27FC236}">
                <a16:creationId xmlns:a16="http://schemas.microsoft.com/office/drawing/2014/main" id="{EE01B982-E773-1469-EF6A-531075A01617}"/>
              </a:ext>
            </a:extLst>
          </p:cNvPr>
          <p:cNvSpPr>
            <a:spLocks noGrp="1"/>
          </p:cNvSpPr>
          <p:nvPr>
            <p:ph type="title"/>
          </p:nvPr>
        </p:nvSpPr>
        <p:spPr>
          <a:xfrm>
            <a:off x="342900" y="692277"/>
            <a:ext cx="11506200" cy="957316"/>
          </a:xfrm>
        </p:spPr>
        <p:txBody>
          <a:bodyPr/>
          <a:lstStyle/>
          <a:p>
            <a:r>
              <a:rPr lang="en-US" dirty="0"/>
              <a:t>Case study: Slide guidance</a:t>
            </a:r>
          </a:p>
        </p:txBody>
      </p:sp>
      <p:sp>
        <p:nvSpPr>
          <p:cNvPr id="29" name="Text Placeholder 28">
            <a:extLst>
              <a:ext uri="{FF2B5EF4-FFF2-40B4-BE49-F238E27FC236}">
                <a16:creationId xmlns:a16="http://schemas.microsoft.com/office/drawing/2014/main" id="{517C74EF-DC5E-B27E-7E8B-11EC9A46662D}"/>
              </a:ext>
            </a:extLst>
          </p:cNvPr>
          <p:cNvSpPr>
            <a:spLocks noGrp="1"/>
          </p:cNvSpPr>
          <p:nvPr>
            <p:ph idx="1"/>
          </p:nvPr>
        </p:nvSpPr>
        <p:spPr>
          <a:xfrm>
            <a:off x="342900" y="1690430"/>
            <a:ext cx="7470663" cy="818879"/>
          </a:xfrm>
        </p:spPr>
        <p:txBody>
          <a:bodyPr/>
          <a:lstStyle/>
          <a:p>
            <a:pPr marL="0" indent="0">
              <a:buNone/>
            </a:pPr>
            <a:r>
              <a:rPr lang="en-US" sz="1600" dirty="0"/>
              <a:t>About the company: Include pertinent details, such as company size, operating area, types of customer served, scale, and more</a:t>
            </a:r>
          </a:p>
        </p:txBody>
      </p:sp>
      <p:sp>
        <p:nvSpPr>
          <p:cNvPr id="3" name="Rectangle 2">
            <a:extLst>
              <a:ext uri="{FF2B5EF4-FFF2-40B4-BE49-F238E27FC236}">
                <a16:creationId xmlns:a16="http://schemas.microsoft.com/office/drawing/2014/main" id="{241B0575-0476-CA66-B175-812BAD853F6A}"/>
              </a:ext>
            </a:extLst>
          </p:cNvPr>
          <p:cNvSpPr/>
          <p:nvPr/>
        </p:nvSpPr>
        <p:spPr>
          <a:xfrm>
            <a:off x="10668000" y="1"/>
            <a:ext cx="1524000" cy="1524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4" name="TextBox 3">
            <a:extLst>
              <a:ext uri="{FF2B5EF4-FFF2-40B4-BE49-F238E27FC236}">
                <a16:creationId xmlns:a16="http://schemas.microsoft.com/office/drawing/2014/main" id="{FE66D310-455C-6545-9B89-A63F7E45AC9A}"/>
              </a:ext>
            </a:extLst>
          </p:cNvPr>
          <p:cNvSpPr txBox="1"/>
          <p:nvPr/>
        </p:nvSpPr>
        <p:spPr>
          <a:xfrm>
            <a:off x="10668000" y="397262"/>
            <a:ext cx="1524000" cy="707886"/>
          </a:xfrm>
          <a:prstGeom prst="rect">
            <a:avLst/>
          </a:prstGeom>
          <a:noFill/>
        </p:spPr>
        <p:txBody>
          <a:bodyPr wrap="square" lIns="0" rIns="0" rtlCol="0">
            <a:spAutoFit/>
          </a:bodyPr>
          <a:lstStyle/>
          <a:p>
            <a:pPr algn="ctr"/>
            <a:r>
              <a:rPr lang="en-US" sz="2000" dirty="0">
                <a:solidFill>
                  <a:schemeClr val="bg1"/>
                </a:solidFill>
                <a:latin typeface="+mj-lt"/>
              </a:rPr>
              <a:t>Customer logo</a:t>
            </a:r>
          </a:p>
        </p:txBody>
      </p:sp>
      <p:sp>
        <p:nvSpPr>
          <p:cNvPr id="33" name="TextBox 32">
            <a:extLst>
              <a:ext uri="{FF2B5EF4-FFF2-40B4-BE49-F238E27FC236}">
                <a16:creationId xmlns:a16="http://schemas.microsoft.com/office/drawing/2014/main" id="{6EA4A076-EBAD-CDDA-3F22-7F99C34B4B42}"/>
              </a:ext>
            </a:extLst>
          </p:cNvPr>
          <p:cNvSpPr txBox="1"/>
          <p:nvPr/>
        </p:nvSpPr>
        <p:spPr>
          <a:xfrm>
            <a:off x="527248" y="3348706"/>
            <a:ext cx="2979457" cy="2354491"/>
          </a:xfrm>
          <a:prstGeom prst="rect">
            <a:avLst/>
          </a:prstGeom>
          <a:noFill/>
        </p:spPr>
        <p:txBody>
          <a:bodyPr wrap="square" lIns="0" rIns="0" rtlCol="0">
            <a:spAutoFit/>
          </a:bodyPr>
          <a:lstStyle/>
          <a:p>
            <a:pPr algn="l">
              <a:spcAft>
                <a:spcPts val="1200"/>
              </a:spcAft>
            </a:pPr>
            <a:r>
              <a:rPr lang="en-US" sz="1600" dirty="0"/>
              <a:t>Briefly describe the main challenge of the project or primary goal</a:t>
            </a:r>
          </a:p>
          <a:p>
            <a:pPr algn="l">
              <a:spcAft>
                <a:spcPts val="600"/>
              </a:spcAft>
            </a:pPr>
            <a:r>
              <a:rPr lang="en-US" sz="1600" dirty="0"/>
              <a:t>You can summarize it as a bulleted list</a:t>
            </a:r>
          </a:p>
          <a:p>
            <a:pPr marL="285750" indent="-285750" algn="l">
              <a:spcAft>
                <a:spcPts val="600"/>
              </a:spcAft>
              <a:buFont typeface="Ember Modern Text" panose="020B0503020204020204" pitchFamily="34" charset="0"/>
              <a:buChar char="•"/>
            </a:pPr>
            <a:r>
              <a:rPr lang="en-US" sz="1400" dirty="0"/>
              <a:t>Control thing 1</a:t>
            </a:r>
          </a:p>
          <a:p>
            <a:pPr marL="285750" indent="-285750" algn="l">
              <a:spcAft>
                <a:spcPts val="600"/>
              </a:spcAft>
              <a:buFont typeface="Ember Modern Text" panose="020B0503020204020204" pitchFamily="34" charset="0"/>
              <a:buChar char="•"/>
            </a:pPr>
            <a:r>
              <a:rPr lang="en-US" sz="1400" dirty="0"/>
              <a:t>Fix thing 2</a:t>
            </a:r>
          </a:p>
          <a:p>
            <a:pPr marL="285750" indent="-285750" algn="l">
              <a:spcAft>
                <a:spcPts val="600"/>
              </a:spcAft>
              <a:buFont typeface="Ember Modern Text" panose="020B0503020204020204" pitchFamily="34" charset="0"/>
              <a:buChar char="•"/>
            </a:pPr>
            <a:r>
              <a:rPr lang="en-US" sz="1400" dirty="0"/>
              <a:t>Scale thing 3</a:t>
            </a:r>
          </a:p>
        </p:txBody>
      </p:sp>
      <p:sp>
        <p:nvSpPr>
          <p:cNvPr id="34" name="TextBox 33">
            <a:extLst>
              <a:ext uri="{FF2B5EF4-FFF2-40B4-BE49-F238E27FC236}">
                <a16:creationId xmlns:a16="http://schemas.microsoft.com/office/drawing/2014/main" id="{2801B9CF-54FE-FA59-BF2B-E78E41292BD6}"/>
              </a:ext>
            </a:extLst>
          </p:cNvPr>
          <p:cNvSpPr txBox="1"/>
          <p:nvPr/>
        </p:nvSpPr>
        <p:spPr>
          <a:xfrm>
            <a:off x="4541373" y="3348706"/>
            <a:ext cx="2733774" cy="1815882"/>
          </a:xfrm>
          <a:prstGeom prst="rect">
            <a:avLst/>
          </a:prstGeom>
          <a:noFill/>
        </p:spPr>
        <p:txBody>
          <a:bodyPr wrap="square" lIns="0" rIns="0" rtlCol="0">
            <a:spAutoFit/>
          </a:bodyPr>
          <a:lstStyle/>
          <a:p>
            <a:pPr algn="l"/>
            <a:r>
              <a:rPr lang="en-US" sz="1600" dirty="0"/>
              <a:t>Concisely describe the solution they chose and how it was implemented</a:t>
            </a:r>
          </a:p>
          <a:p>
            <a:pPr algn="l"/>
            <a:endParaRPr lang="en-US" sz="1600" dirty="0"/>
          </a:p>
          <a:p>
            <a:pPr algn="l"/>
            <a:r>
              <a:rPr lang="en-US" sz="1600" dirty="0"/>
              <a:t>Remember you will be there to explain it, so don’t put everything on the slide</a:t>
            </a:r>
          </a:p>
        </p:txBody>
      </p:sp>
      <p:sp>
        <p:nvSpPr>
          <p:cNvPr id="35" name="TextBox 34">
            <a:extLst>
              <a:ext uri="{FF2B5EF4-FFF2-40B4-BE49-F238E27FC236}">
                <a16:creationId xmlns:a16="http://schemas.microsoft.com/office/drawing/2014/main" id="{BA5C12FA-7685-419C-C40F-CA734586E853}"/>
              </a:ext>
            </a:extLst>
          </p:cNvPr>
          <p:cNvSpPr txBox="1"/>
          <p:nvPr/>
        </p:nvSpPr>
        <p:spPr>
          <a:xfrm>
            <a:off x="8534887" y="3348706"/>
            <a:ext cx="2793163" cy="830997"/>
          </a:xfrm>
          <a:prstGeom prst="rect">
            <a:avLst/>
          </a:prstGeom>
          <a:noFill/>
        </p:spPr>
        <p:txBody>
          <a:bodyPr wrap="square" lIns="0" rIns="0" rtlCol="0">
            <a:spAutoFit/>
          </a:bodyPr>
          <a:lstStyle/>
          <a:p>
            <a:pPr algn="l"/>
            <a:r>
              <a:rPr lang="en-US" sz="1600" dirty="0"/>
              <a:t>Describe the results, including benefits, specific metrics, and any unexpected benefits</a:t>
            </a:r>
          </a:p>
        </p:txBody>
      </p:sp>
      <p:sp>
        <p:nvSpPr>
          <p:cNvPr id="41" name="Rounded Rectangle 7">
            <a:extLst>
              <a:ext uri="{FF2B5EF4-FFF2-40B4-BE49-F238E27FC236}">
                <a16:creationId xmlns:a16="http://schemas.microsoft.com/office/drawing/2014/main" id="{A5CF98E8-FB88-DD28-5DA6-322A0E710114}"/>
              </a:ext>
            </a:extLst>
          </p:cNvPr>
          <p:cNvSpPr/>
          <p:nvPr/>
        </p:nvSpPr>
        <p:spPr>
          <a:xfrm>
            <a:off x="390035" y="2829840"/>
            <a:ext cx="2273300" cy="352437"/>
          </a:xfrm>
          <a:prstGeom prst="roundRect">
            <a:avLst>
              <a:gd name="adj" fmla="val 0"/>
            </a:avLst>
          </a:prstGeom>
          <a:solidFill>
            <a:schemeClr val="accent3"/>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i="0" u="none" strike="noStrike" kern="0" cap="all" spc="3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Challenge</a:t>
            </a:r>
          </a:p>
        </p:txBody>
      </p:sp>
      <p:sp>
        <p:nvSpPr>
          <p:cNvPr id="42" name="Rounded Rectangle 7">
            <a:extLst>
              <a:ext uri="{FF2B5EF4-FFF2-40B4-BE49-F238E27FC236}">
                <a16:creationId xmlns:a16="http://schemas.microsoft.com/office/drawing/2014/main" id="{010006D7-8B79-5F6A-2837-E1B47CD73BF1}"/>
              </a:ext>
            </a:extLst>
          </p:cNvPr>
          <p:cNvSpPr/>
          <p:nvPr/>
        </p:nvSpPr>
        <p:spPr>
          <a:xfrm>
            <a:off x="4393599" y="2829840"/>
            <a:ext cx="2282945" cy="352437"/>
          </a:xfrm>
          <a:prstGeom prst="roundRect">
            <a:avLst>
              <a:gd name="adj" fmla="val 0"/>
            </a:avLst>
          </a:prstGeom>
          <a:solidFill>
            <a:schemeClr val="accent5"/>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i="0" u="none" strike="noStrike" kern="0" cap="all" spc="3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Solution</a:t>
            </a:r>
          </a:p>
        </p:txBody>
      </p:sp>
      <p:sp>
        <p:nvSpPr>
          <p:cNvPr id="43" name="Rounded Rectangle 7">
            <a:extLst>
              <a:ext uri="{FF2B5EF4-FFF2-40B4-BE49-F238E27FC236}">
                <a16:creationId xmlns:a16="http://schemas.microsoft.com/office/drawing/2014/main" id="{400D151A-A15A-726B-1866-BA53A75AAF2E}"/>
              </a:ext>
            </a:extLst>
          </p:cNvPr>
          <p:cNvSpPr/>
          <p:nvPr/>
        </p:nvSpPr>
        <p:spPr>
          <a:xfrm>
            <a:off x="8382000" y="2829840"/>
            <a:ext cx="2286000" cy="352437"/>
          </a:xfrm>
          <a:prstGeom prst="roundRect">
            <a:avLst>
              <a:gd name="adj" fmla="val 0"/>
            </a:avLst>
          </a:prstGeom>
          <a:solidFill>
            <a:schemeClr val="accent1"/>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i="0" u="none" strike="noStrike" kern="0" cap="all" spc="3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Results</a:t>
            </a:r>
          </a:p>
        </p:txBody>
      </p:sp>
    </p:spTree>
    <p:extLst>
      <p:ext uri="{BB962C8B-B14F-4D97-AF65-F5344CB8AC3E}">
        <p14:creationId xmlns:p14="http://schemas.microsoft.com/office/powerpoint/2010/main" val="1712080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16="http://schemas.microsoft.com/office/drawing/2014/main"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66E709D-D258-A7E6-26C8-3574A8A2A675}"/>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4FED687E-33AC-D6C9-7645-B7976B35986A}"/>
              </a:ext>
            </a:extLst>
          </p:cNvPr>
          <p:cNvSpPr/>
          <p:nvPr/>
        </p:nvSpPr>
        <p:spPr>
          <a:xfrm>
            <a:off x="4393599" y="3182277"/>
            <a:ext cx="3419964" cy="284145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32" name="Rectangle 31">
            <a:extLst>
              <a:ext uri="{FF2B5EF4-FFF2-40B4-BE49-F238E27FC236}">
                <a16:creationId xmlns:a16="http://schemas.microsoft.com/office/drawing/2014/main" id="{9778822D-54A0-E938-CFFD-F7EAF5F020E0}"/>
              </a:ext>
            </a:extLst>
          </p:cNvPr>
          <p:cNvSpPr/>
          <p:nvPr/>
        </p:nvSpPr>
        <p:spPr>
          <a:xfrm>
            <a:off x="8382000" y="3182277"/>
            <a:ext cx="3419964" cy="284145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30" name="Rectangle 29">
            <a:extLst>
              <a:ext uri="{FF2B5EF4-FFF2-40B4-BE49-F238E27FC236}">
                <a16:creationId xmlns:a16="http://schemas.microsoft.com/office/drawing/2014/main" id="{AA057B02-BFCA-D3AC-219E-76FD0433D1A9}"/>
              </a:ext>
            </a:extLst>
          </p:cNvPr>
          <p:cNvSpPr/>
          <p:nvPr/>
        </p:nvSpPr>
        <p:spPr>
          <a:xfrm>
            <a:off x="390036" y="3182277"/>
            <a:ext cx="3419964" cy="284145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 name="Title 1">
            <a:extLst>
              <a:ext uri="{FF2B5EF4-FFF2-40B4-BE49-F238E27FC236}">
                <a16:creationId xmlns:a16="http://schemas.microsoft.com/office/drawing/2014/main" id="{4E23F86E-18F5-42E2-164D-3C1D669B91D2}"/>
              </a:ext>
            </a:extLst>
          </p:cNvPr>
          <p:cNvSpPr>
            <a:spLocks noGrp="1"/>
          </p:cNvSpPr>
          <p:nvPr>
            <p:ph type="title"/>
          </p:nvPr>
        </p:nvSpPr>
        <p:spPr/>
        <p:txBody>
          <a:bodyPr/>
          <a:lstStyle/>
          <a:p>
            <a:r>
              <a:rPr lang="en-US"/>
              <a:t>Case study: Slide guidance</a:t>
            </a:r>
            <a:endParaRPr lang="en-US" dirty="0"/>
          </a:p>
        </p:txBody>
      </p:sp>
      <p:sp>
        <p:nvSpPr>
          <p:cNvPr id="29" name="Text Placeholder 28">
            <a:extLst>
              <a:ext uri="{FF2B5EF4-FFF2-40B4-BE49-F238E27FC236}">
                <a16:creationId xmlns:a16="http://schemas.microsoft.com/office/drawing/2014/main" id="{903332DE-7B6A-C0FB-5502-90E167F150B1}"/>
              </a:ext>
            </a:extLst>
          </p:cNvPr>
          <p:cNvSpPr>
            <a:spLocks noGrp="1"/>
          </p:cNvSpPr>
          <p:nvPr>
            <p:ph idx="4294967295"/>
          </p:nvPr>
        </p:nvSpPr>
        <p:spPr>
          <a:xfrm>
            <a:off x="342900" y="1501775"/>
            <a:ext cx="7470663" cy="781050"/>
          </a:xfrm>
        </p:spPr>
        <p:txBody>
          <a:bodyPr/>
          <a:lstStyle/>
          <a:p>
            <a:pPr marL="0" indent="0">
              <a:buNone/>
            </a:pPr>
            <a:r>
              <a:rPr lang="en-US" sz="1600" dirty="0"/>
              <a:t>About the company: Include pertinent details, such as company size, operating area, types of customer served, scale, and more</a:t>
            </a:r>
          </a:p>
        </p:txBody>
      </p:sp>
      <p:sp>
        <p:nvSpPr>
          <p:cNvPr id="3" name="Rectangle 2">
            <a:extLst>
              <a:ext uri="{FF2B5EF4-FFF2-40B4-BE49-F238E27FC236}">
                <a16:creationId xmlns:a16="http://schemas.microsoft.com/office/drawing/2014/main" id="{57A12F38-80B5-6422-5F03-3127A8B026F4}"/>
              </a:ext>
            </a:extLst>
          </p:cNvPr>
          <p:cNvSpPr/>
          <p:nvPr/>
        </p:nvSpPr>
        <p:spPr>
          <a:xfrm>
            <a:off x="10668000" y="1"/>
            <a:ext cx="1524000" cy="1524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4" name="TextBox 3">
            <a:extLst>
              <a:ext uri="{FF2B5EF4-FFF2-40B4-BE49-F238E27FC236}">
                <a16:creationId xmlns:a16="http://schemas.microsoft.com/office/drawing/2014/main" id="{0C1B7E7D-AE60-BB4A-8BAD-1AA85530E07F}"/>
              </a:ext>
            </a:extLst>
          </p:cNvPr>
          <p:cNvSpPr txBox="1"/>
          <p:nvPr/>
        </p:nvSpPr>
        <p:spPr>
          <a:xfrm>
            <a:off x="10668000" y="397262"/>
            <a:ext cx="1524000" cy="707886"/>
          </a:xfrm>
          <a:prstGeom prst="rect">
            <a:avLst/>
          </a:prstGeom>
          <a:noFill/>
        </p:spPr>
        <p:txBody>
          <a:bodyPr wrap="square" lIns="0" rIns="0" rtlCol="0">
            <a:spAutoFit/>
          </a:bodyPr>
          <a:lstStyle/>
          <a:p>
            <a:pPr algn="ctr"/>
            <a:r>
              <a:rPr lang="en-US" sz="2000" dirty="0">
                <a:solidFill>
                  <a:schemeClr val="bg1"/>
                </a:solidFill>
                <a:latin typeface="+mj-lt"/>
              </a:rPr>
              <a:t>Customer logo</a:t>
            </a:r>
          </a:p>
        </p:txBody>
      </p:sp>
      <p:sp>
        <p:nvSpPr>
          <p:cNvPr id="33" name="TextBox 32">
            <a:extLst>
              <a:ext uri="{FF2B5EF4-FFF2-40B4-BE49-F238E27FC236}">
                <a16:creationId xmlns:a16="http://schemas.microsoft.com/office/drawing/2014/main" id="{CC4CCB9E-2449-FF32-7691-6C21AA045474}"/>
              </a:ext>
            </a:extLst>
          </p:cNvPr>
          <p:cNvSpPr txBox="1"/>
          <p:nvPr/>
        </p:nvSpPr>
        <p:spPr>
          <a:xfrm>
            <a:off x="527248" y="3348706"/>
            <a:ext cx="2979457" cy="2354491"/>
          </a:xfrm>
          <a:prstGeom prst="rect">
            <a:avLst/>
          </a:prstGeom>
          <a:noFill/>
        </p:spPr>
        <p:txBody>
          <a:bodyPr wrap="square" lIns="0" rIns="0" rtlCol="0">
            <a:spAutoFit/>
          </a:bodyPr>
          <a:lstStyle/>
          <a:p>
            <a:pPr algn="l">
              <a:spcAft>
                <a:spcPts val="1200"/>
              </a:spcAft>
            </a:pPr>
            <a:r>
              <a:rPr lang="en-US" sz="1600" dirty="0"/>
              <a:t>Briefly describe the main challenge of the project or primary goal</a:t>
            </a:r>
          </a:p>
          <a:p>
            <a:pPr algn="l">
              <a:spcAft>
                <a:spcPts val="600"/>
              </a:spcAft>
            </a:pPr>
            <a:r>
              <a:rPr lang="en-US" sz="1600" dirty="0"/>
              <a:t>You can summarize it as a bulleted list</a:t>
            </a:r>
          </a:p>
          <a:p>
            <a:pPr marL="285750" indent="-285750" algn="l">
              <a:spcAft>
                <a:spcPts val="600"/>
              </a:spcAft>
              <a:buFont typeface="Ember Modern Text" panose="020B0503020204020204" pitchFamily="34" charset="0"/>
              <a:buChar char="•"/>
            </a:pPr>
            <a:r>
              <a:rPr lang="en-US" sz="1400" dirty="0"/>
              <a:t>Control thing 1</a:t>
            </a:r>
          </a:p>
          <a:p>
            <a:pPr marL="285750" indent="-285750" algn="l">
              <a:spcAft>
                <a:spcPts val="600"/>
              </a:spcAft>
              <a:buFont typeface="Ember Modern Text" panose="020B0503020204020204" pitchFamily="34" charset="0"/>
              <a:buChar char="•"/>
            </a:pPr>
            <a:r>
              <a:rPr lang="en-US" sz="1400" dirty="0"/>
              <a:t>Fix thing 2</a:t>
            </a:r>
          </a:p>
          <a:p>
            <a:pPr marL="285750" indent="-285750" algn="l">
              <a:spcAft>
                <a:spcPts val="600"/>
              </a:spcAft>
              <a:buFont typeface="Ember Modern Text" panose="020B0503020204020204" pitchFamily="34" charset="0"/>
              <a:buChar char="•"/>
            </a:pPr>
            <a:r>
              <a:rPr lang="en-US" sz="1400" dirty="0"/>
              <a:t>Scale thing 3</a:t>
            </a:r>
          </a:p>
        </p:txBody>
      </p:sp>
      <p:sp>
        <p:nvSpPr>
          <p:cNvPr id="34" name="TextBox 33">
            <a:extLst>
              <a:ext uri="{FF2B5EF4-FFF2-40B4-BE49-F238E27FC236}">
                <a16:creationId xmlns:a16="http://schemas.microsoft.com/office/drawing/2014/main" id="{2ADD3827-9EAE-AFE5-51D9-2622D20DC687}"/>
              </a:ext>
            </a:extLst>
          </p:cNvPr>
          <p:cNvSpPr txBox="1"/>
          <p:nvPr/>
        </p:nvSpPr>
        <p:spPr>
          <a:xfrm>
            <a:off x="4541373" y="3348706"/>
            <a:ext cx="2733774" cy="1815882"/>
          </a:xfrm>
          <a:prstGeom prst="rect">
            <a:avLst/>
          </a:prstGeom>
          <a:noFill/>
        </p:spPr>
        <p:txBody>
          <a:bodyPr wrap="square" lIns="0" rIns="0" rtlCol="0">
            <a:spAutoFit/>
          </a:bodyPr>
          <a:lstStyle/>
          <a:p>
            <a:pPr algn="l"/>
            <a:r>
              <a:rPr lang="en-US" sz="1600" dirty="0"/>
              <a:t>Concisely describe the solution they chose and how it was implemented</a:t>
            </a:r>
          </a:p>
          <a:p>
            <a:pPr algn="l"/>
            <a:endParaRPr lang="en-US" sz="1600" dirty="0"/>
          </a:p>
          <a:p>
            <a:pPr algn="l"/>
            <a:r>
              <a:rPr lang="en-US" sz="1600" dirty="0"/>
              <a:t>Remember you will be there to explain it, so don’t put everything on the slide</a:t>
            </a:r>
          </a:p>
        </p:txBody>
      </p:sp>
      <p:sp>
        <p:nvSpPr>
          <p:cNvPr id="35" name="TextBox 34">
            <a:extLst>
              <a:ext uri="{FF2B5EF4-FFF2-40B4-BE49-F238E27FC236}">
                <a16:creationId xmlns:a16="http://schemas.microsoft.com/office/drawing/2014/main" id="{9CDB73A9-B667-FFE7-1288-3569BB0BE129}"/>
              </a:ext>
            </a:extLst>
          </p:cNvPr>
          <p:cNvSpPr txBox="1"/>
          <p:nvPr/>
        </p:nvSpPr>
        <p:spPr>
          <a:xfrm>
            <a:off x="8534887" y="3348706"/>
            <a:ext cx="2793163" cy="830997"/>
          </a:xfrm>
          <a:prstGeom prst="rect">
            <a:avLst/>
          </a:prstGeom>
          <a:noFill/>
        </p:spPr>
        <p:txBody>
          <a:bodyPr wrap="square" lIns="0" rIns="0" rtlCol="0">
            <a:spAutoFit/>
          </a:bodyPr>
          <a:lstStyle/>
          <a:p>
            <a:pPr algn="l"/>
            <a:r>
              <a:rPr lang="en-US" sz="1600" dirty="0"/>
              <a:t>Describe the results, including benefits, specific metrics, and any unexpected benefits</a:t>
            </a:r>
          </a:p>
        </p:txBody>
      </p:sp>
      <p:sp>
        <p:nvSpPr>
          <p:cNvPr id="7" name="Rounded Rectangle 7">
            <a:extLst>
              <a:ext uri="{FF2B5EF4-FFF2-40B4-BE49-F238E27FC236}">
                <a16:creationId xmlns:a16="http://schemas.microsoft.com/office/drawing/2014/main" id="{4C0E8824-494F-10AB-5021-77AEA0A96DD0}"/>
              </a:ext>
            </a:extLst>
          </p:cNvPr>
          <p:cNvSpPr/>
          <p:nvPr/>
        </p:nvSpPr>
        <p:spPr>
          <a:xfrm>
            <a:off x="390035" y="2829840"/>
            <a:ext cx="2273300" cy="352437"/>
          </a:xfrm>
          <a:prstGeom prst="roundRect">
            <a:avLst>
              <a:gd name="adj" fmla="val 0"/>
            </a:avLst>
          </a:prstGeom>
          <a:solidFill>
            <a:schemeClr val="accent1"/>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i="0" u="none" strike="noStrike" kern="0" cap="all" spc="3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Challenge</a:t>
            </a:r>
          </a:p>
        </p:txBody>
      </p:sp>
      <p:sp>
        <p:nvSpPr>
          <p:cNvPr id="9" name="Rounded Rectangle 7">
            <a:extLst>
              <a:ext uri="{FF2B5EF4-FFF2-40B4-BE49-F238E27FC236}">
                <a16:creationId xmlns:a16="http://schemas.microsoft.com/office/drawing/2014/main" id="{61B4EB85-580E-4D03-7A8D-1E66334A458A}"/>
              </a:ext>
            </a:extLst>
          </p:cNvPr>
          <p:cNvSpPr/>
          <p:nvPr/>
        </p:nvSpPr>
        <p:spPr>
          <a:xfrm>
            <a:off x="4393599" y="2829840"/>
            <a:ext cx="2282945" cy="352437"/>
          </a:xfrm>
          <a:prstGeom prst="roundRect">
            <a:avLst>
              <a:gd name="adj" fmla="val 0"/>
            </a:avLst>
          </a:prstGeom>
          <a:solidFill>
            <a:schemeClr val="accent4"/>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i="0" u="none" strike="noStrike" kern="0" cap="all" spc="3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Solution</a:t>
            </a:r>
          </a:p>
        </p:txBody>
      </p:sp>
      <p:sp>
        <p:nvSpPr>
          <p:cNvPr id="11" name="Rounded Rectangle 7">
            <a:extLst>
              <a:ext uri="{FF2B5EF4-FFF2-40B4-BE49-F238E27FC236}">
                <a16:creationId xmlns:a16="http://schemas.microsoft.com/office/drawing/2014/main" id="{9A4CFE9E-D677-68F4-6383-ED2B323006FD}"/>
              </a:ext>
            </a:extLst>
          </p:cNvPr>
          <p:cNvSpPr/>
          <p:nvPr/>
        </p:nvSpPr>
        <p:spPr>
          <a:xfrm>
            <a:off x="8382000" y="2829840"/>
            <a:ext cx="2286000" cy="352437"/>
          </a:xfrm>
          <a:prstGeom prst="roundRect">
            <a:avLst>
              <a:gd name="adj" fmla="val 0"/>
            </a:avLst>
          </a:prstGeom>
          <a:solidFill>
            <a:schemeClr val="accent5"/>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i="0" u="none" strike="noStrike" kern="0" cap="all" spc="3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Results</a:t>
            </a:r>
          </a:p>
        </p:txBody>
      </p:sp>
    </p:spTree>
    <p:extLst>
      <p:ext uri="{BB962C8B-B14F-4D97-AF65-F5344CB8AC3E}">
        <p14:creationId xmlns:p14="http://schemas.microsoft.com/office/powerpoint/2010/main" val="27073531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16="http://schemas.microsoft.com/office/drawing/2014/main"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3907171-8EFC-54B7-BC61-4F32DF9950B4}"/>
              </a:ext>
            </a:extLst>
          </p:cNvPr>
          <p:cNvSpPr>
            <a:spLocks noGrp="1"/>
          </p:cNvSpPr>
          <p:nvPr>
            <p:ph type="body" sz="quarter" idx="10"/>
          </p:nvPr>
        </p:nvSpPr>
        <p:spPr/>
        <p:txBody>
          <a:bodyPr/>
          <a:lstStyle/>
          <a:p>
            <a:r>
              <a:rPr lang="en-US" dirty="0"/>
              <a:t>Ana Carolina Silva</a:t>
            </a:r>
          </a:p>
        </p:txBody>
      </p:sp>
      <p:sp>
        <p:nvSpPr>
          <p:cNvPr id="6" name="Text Placeholder 5">
            <a:extLst>
              <a:ext uri="{FF2B5EF4-FFF2-40B4-BE49-F238E27FC236}">
                <a16:creationId xmlns:a16="http://schemas.microsoft.com/office/drawing/2014/main" id="{57A50C02-4D04-1EF0-F16B-767F42CF854B}"/>
              </a:ext>
            </a:extLst>
          </p:cNvPr>
          <p:cNvSpPr>
            <a:spLocks noGrp="1"/>
          </p:cNvSpPr>
          <p:nvPr>
            <p:ph type="body" sz="quarter" idx="11"/>
          </p:nvPr>
        </p:nvSpPr>
        <p:spPr>
          <a:xfrm>
            <a:off x="903202" y="4549200"/>
            <a:ext cx="3097298" cy="1128486"/>
          </a:xfrm>
        </p:spPr>
        <p:txBody>
          <a:bodyPr/>
          <a:lstStyle/>
          <a:p>
            <a:r>
              <a:rPr lang="en-US" dirty="0"/>
              <a:t>email@example.com</a:t>
            </a:r>
          </a:p>
          <a:p>
            <a:r>
              <a:rPr lang="en-US" dirty="0"/>
              <a:t>linkedin.com/</a:t>
            </a:r>
            <a:r>
              <a:rPr lang="en-US" dirty="0" err="1"/>
              <a:t>examplename</a:t>
            </a:r>
            <a:endParaRPr lang="en-US" dirty="0"/>
          </a:p>
        </p:txBody>
      </p:sp>
      <p:sp>
        <p:nvSpPr>
          <p:cNvPr id="4" name="Title 3">
            <a:extLst>
              <a:ext uri="{FF2B5EF4-FFF2-40B4-BE49-F238E27FC236}">
                <a16:creationId xmlns:a16="http://schemas.microsoft.com/office/drawing/2014/main" id="{D9B32F83-92FF-4F80-A980-257A2225AC02}"/>
              </a:ext>
            </a:extLst>
          </p:cNvPr>
          <p:cNvSpPr>
            <a:spLocks noGrp="1"/>
          </p:cNvSpPr>
          <p:nvPr>
            <p:ph type="title"/>
          </p:nvPr>
        </p:nvSpPr>
        <p:spPr/>
        <p:txBody>
          <a:bodyPr/>
          <a:lstStyle/>
          <a:p>
            <a:r>
              <a:rPr lang="en-US" dirty="0"/>
              <a:t>Thank you</a:t>
            </a:r>
          </a:p>
        </p:txBody>
      </p:sp>
      <p:pic>
        <p:nvPicPr>
          <p:cNvPr id="12" name="Graphic 11" descr="Envelope with solid fill">
            <a:extLst>
              <a:ext uri="{FF2B5EF4-FFF2-40B4-BE49-F238E27FC236}">
                <a16:creationId xmlns:a16="http://schemas.microsoft.com/office/drawing/2014/main" id="{49BBD521-28F5-873D-3E5D-6F7DDE47832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1500" y="4533518"/>
            <a:ext cx="259557" cy="259557"/>
          </a:xfrm>
          <a:prstGeom prst="rect">
            <a:avLst/>
          </a:prstGeom>
        </p:spPr>
      </p:pic>
      <p:pic>
        <p:nvPicPr>
          <p:cNvPr id="14" name="Picture 13">
            <a:extLst>
              <a:ext uri="{FF2B5EF4-FFF2-40B4-BE49-F238E27FC236}">
                <a16:creationId xmlns:a16="http://schemas.microsoft.com/office/drawing/2014/main" id="{6D782E81-A030-CD38-9A07-94B2505C19A3}"/>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87783" y="4863314"/>
            <a:ext cx="226989" cy="226989"/>
          </a:xfrm>
          <a:prstGeom prst="rect">
            <a:avLst/>
          </a:prstGeom>
        </p:spPr>
      </p:pic>
      <p:pic>
        <p:nvPicPr>
          <p:cNvPr id="16" name="Picture 15">
            <a:extLst>
              <a:ext uri="{FF2B5EF4-FFF2-40B4-BE49-F238E27FC236}">
                <a16:creationId xmlns:a16="http://schemas.microsoft.com/office/drawing/2014/main" id="{D917AA9E-DC75-DB3A-C204-F3830956A13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75056" y="5470914"/>
            <a:ext cx="206772" cy="206772"/>
          </a:xfrm>
          <a:prstGeom prst="rect">
            <a:avLst/>
          </a:prstGeom>
        </p:spPr>
      </p:pic>
      <p:pic>
        <p:nvPicPr>
          <p:cNvPr id="18" name="Graphic 17">
            <a:extLst>
              <a:ext uri="{FF2B5EF4-FFF2-40B4-BE49-F238E27FC236}">
                <a16:creationId xmlns:a16="http://schemas.microsoft.com/office/drawing/2014/main" id="{2BB6BD74-05D0-4E3F-FD88-E30C3FF50D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3485" y="5158108"/>
            <a:ext cx="235201" cy="207457"/>
          </a:xfrm>
          <a:prstGeom prst="rect">
            <a:avLst/>
          </a:prstGeom>
        </p:spPr>
      </p:pic>
      <p:pic>
        <p:nvPicPr>
          <p:cNvPr id="20" name="Graphic 19">
            <a:extLst>
              <a:ext uri="{FF2B5EF4-FFF2-40B4-BE49-F238E27FC236}">
                <a16:creationId xmlns:a16="http://schemas.microsoft.com/office/drawing/2014/main" id="{82161FDA-A8E1-31BC-5065-01549FA9D11C}"/>
              </a:ext>
            </a:extLst>
          </p:cNvPr>
          <p:cNvPicPr>
            <a:picLocks noChangeAspect="1"/>
          </p:cNvPicPr>
          <p:nvPr/>
        </p:nvPicPr>
        <p:blipFill>
          <a:blip>
            <a:extLst>
              <a:ext uri="{96DAC541-7B7A-43D3-8B79-37D633B846F1}">
                <asvg:svgBlip xmlns:asvg="http://schemas.microsoft.com/office/drawing/2016/SVG/main" r:embed="rId6"/>
              </a:ext>
            </a:extLst>
          </a:blip>
          <a:srcRect r="75962"/>
          <a:stretch>
            <a:fillRect/>
          </a:stretch>
        </p:blipFill>
        <p:spPr>
          <a:xfrm>
            <a:off x="-417555" y="4493431"/>
            <a:ext cx="238937" cy="226990"/>
          </a:xfrm>
          <a:prstGeom prst="rect">
            <a:avLst/>
          </a:prstGeom>
        </p:spPr>
      </p:pic>
      <p:pic>
        <p:nvPicPr>
          <p:cNvPr id="21" name="Graphic 20" descr="Envelope with solid fill">
            <a:extLst>
              <a:ext uri="{FF2B5EF4-FFF2-40B4-BE49-F238E27FC236}">
                <a16:creationId xmlns:a16="http://schemas.microsoft.com/office/drawing/2014/main" id="{F940B57A-405D-D775-A947-9897B3FEAA0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7555" y="4128525"/>
            <a:ext cx="259557" cy="259557"/>
          </a:xfrm>
          <a:prstGeom prst="rect">
            <a:avLst/>
          </a:prstGeom>
        </p:spPr>
      </p:pic>
      <p:pic>
        <p:nvPicPr>
          <p:cNvPr id="22" name="Picture 21">
            <a:extLst>
              <a:ext uri="{FF2B5EF4-FFF2-40B4-BE49-F238E27FC236}">
                <a16:creationId xmlns:a16="http://schemas.microsoft.com/office/drawing/2014/main" id="{14080529-1497-2928-6617-12D479147B42}"/>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01270" y="4825770"/>
            <a:ext cx="226989" cy="226989"/>
          </a:xfrm>
          <a:prstGeom prst="rect">
            <a:avLst/>
          </a:prstGeom>
        </p:spPr>
      </p:pic>
    </p:spTree>
    <p:extLst>
      <p:ext uri="{BB962C8B-B14F-4D97-AF65-F5344CB8AC3E}">
        <p14:creationId xmlns:p14="http://schemas.microsoft.com/office/powerpoint/2010/main" val="12601167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F8E49-965C-DBC8-AA2D-E78D7C3C9AD0}"/>
              </a:ext>
            </a:extLst>
          </p:cNvPr>
          <p:cNvSpPr>
            <a:spLocks noGrp="1"/>
          </p:cNvSpPr>
          <p:nvPr>
            <p:ph type="title"/>
          </p:nvPr>
        </p:nvSpPr>
        <p:spPr>
          <a:xfrm>
            <a:off x="342900" y="-838200"/>
            <a:ext cx="11506200" cy="660400"/>
          </a:xfrm>
        </p:spPr>
        <p:txBody>
          <a:bodyPr/>
          <a:lstStyle/>
          <a:p>
            <a:r>
              <a:rPr lang="en-US" dirty="0">
                <a:solidFill>
                  <a:schemeClr val="bg2"/>
                </a:solidFill>
              </a:rPr>
              <a:t>Example for a statement slide</a:t>
            </a:r>
            <a:endParaRPr lang="en-US" dirty="0"/>
          </a:p>
        </p:txBody>
      </p:sp>
      <p:sp>
        <p:nvSpPr>
          <p:cNvPr id="4" name="TextBox 3">
            <a:extLst>
              <a:ext uri="{FF2B5EF4-FFF2-40B4-BE49-F238E27FC236}">
                <a16:creationId xmlns:a16="http://schemas.microsoft.com/office/drawing/2014/main" id="{E6B0A312-304B-5DBF-12D1-30F91FE48B48}"/>
              </a:ext>
            </a:extLst>
          </p:cNvPr>
          <p:cNvSpPr txBox="1"/>
          <p:nvPr/>
        </p:nvSpPr>
        <p:spPr>
          <a:xfrm flipH="1">
            <a:off x="6096000" y="2708870"/>
            <a:ext cx="2540001" cy="923330"/>
          </a:xfrm>
          <a:prstGeom prst="rect">
            <a:avLst/>
          </a:prstGeom>
          <a:solidFill>
            <a:schemeClr val="accent1"/>
          </a:solidFill>
        </p:spPr>
        <p:txBody>
          <a:bodyPr wrap="square" lIns="274320" rIns="27432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Ember Modern Display Medium" panose="020B0503020204020204" pitchFamily="34" charset="0"/>
                <a:ea typeface="Ember Modern Text" panose="020B0503020204020204" pitchFamily="34" charset="0"/>
                <a:cs typeface="Ember Modern Text" panose="020B0503020204020204" pitchFamily="34" charset="0"/>
              </a:rPr>
              <a:t>callout</a:t>
            </a:r>
          </a:p>
        </p:txBody>
      </p:sp>
      <p:sp>
        <p:nvSpPr>
          <p:cNvPr id="6" name="TextBox 5">
            <a:extLst>
              <a:ext uri="{FF2B5EF4-FFF2-40B4-BE49-F238E27FC236}">
                <a16:creationId xmlns:a16="http://schemas.microsoft.com/office/drawing/2014/main" id="{D8E18ACD-984B-A8C4-F5C5-DC7727AC80DE}"/>
              </a:ext>
            </a:extLst>
          </p:cNvPr>
          <p:cNvSpPr txBox="1"/>
          <p:nvPr/>
        </p:nvSpPr>
        <p:spPr>
          <a:xfrm>
            <a:off x="1612902" y="2708870"/>
            <a:ext cx="4241800" cy="923330"/>
          </a:xfrm>
          <a:prstGeom prst="rect">
            <a:avLst/>
          </a:prstGeom>
          <a:noFill/>
        </p:spPr>
        <p:txBody>
          <a:bodyPr wrap="square" lIns="54864" rIns="54864"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5400" dirty="0">
                <a:solidFill>
                  <a:srgbClr val="FFFFFF"/>
                </a:solidFill>
                <a:latin typeface="Ember Modern Display Medium" panose="020B0503020204020204" pitchFamily="34" charset="0"/>
                <a:ea typeface="Ember Modern Text" panose="020B0503020204020204" pitchFamily="34" charset="0"/>
                <a:cs typeface="Ember Modern Text" panose="020B0503020204020204" pitchFamily="34" charset="0"/>
              </a:rPr>
              <a:t>Emphasis</a:t>
            </a:r>
            <a:endParaRPr kumimoji="0" lang="en-US" sz="5400" b="0" i="0" u="none" strike="noStrike" kern="1200" cap="none" spc="0" normalizeH="0" baseline="0" noProof="0" dirty="0">
              <a:ln>
                <a:noFill/>
              </a:ln>
              <a:solidFill>
                <a:srgbClr val="FFFFFF"/>
              </a:solidFill>
              <a:effectLst/>
              <a:uLnTx/>
              <a:uFillTx/>
              <a:latin typeface="Ember Modern Display Medium" panose="020B0503020204020204" pitchFamily="34" charset="0"/>
              <a:ea typeface="Ember Modern Text" panose="020B0503020204020204" pitchFamily="34" charset="0"/>
              <a:cs typeface="Ember Modern Text" panose="020B0503020204020204" pitchFamily="34" charset="0"/>
            </a:endParaRPr>
          </a:p>
        </p:txBody>
      </p:sp>
      <p:sp>
        <p:nvSpPr>
          <p:cNvPr id="9" name="TextBox 8">
            <a:extLst>
              <a:ext uri="{FF2B5EF4-FFF2-40B4-BE49-F238E27FC236}">
                <a16:creationId xmlns:a16="http://schemas.microsoft.com/office/drawing/2014/main" id="{77B3E6A8-D461-D736-5893-02E12ADFF51E}"/>
              </a:ext>
            </a:extLst>
          </p:cNvPr>
          <p:cNvSpPr txBox="1"/>
          <p:nvPr/>
        </p:nvSpPr>
        <p:spPr>
          <a:xfrm>
            <a:off x="-2315184" y="431800"/>
            <a:ext cx="2137383" cy="954107"/>
          </a:xfrm>
          <a:prstGeom prst="rect">
            <a:avLst/>
          </a:prstGeom>
          <a:noFill/>
        </p:spPr>
        <p:txBody>
          <a:bodyPr wrap="square" lIns="0" rIns="0" rtlCol="0">
            <a:spAutoFit/>
          </a:bodyPr>
          <a:lstStyle/>
          <a:p>
            <a:pPr algn="l"/>
            <a:r>
              <a:rPr lang="en-US" sz="1400" dirty="0"/>
              <a:t>You can use this design to really emphasize an important point, usually with just 1 to 3 words. </a:t>
            </a:r>
          </a:p>
        </p:txBody>
      </p:sp>
    </p:spTree>
    <p:extLst>
      <p:ext uri="{BB962C8B-B14F-4D97-AF65-F5344CB8AC3E}">
        <p14:creationId xmlns:p14="http://schemas.microsoft.com/office/powerpoint/2010/main" val="5070978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16="http://schemas.microsoft.com/office/drawing/2014/main"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05411A3-BE15-84E0-BBE0-3A388BD7722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C63F79A-A02C-4259-8B59-71213317253F}"/>
              </a:ext>
            </a:extLst>
          </p:cNvPr>
          <p:cNvSpPr/>
          <p:nvPr/>
        </p:nvSpPr>
        <p:spPr>
          <a:xfrm>
            <a:off x="3205480" y="3209698"/>
            <a:ext cx="1803400"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4" name="Title 3">
            <a:extLst>
              <a:ext uri="{FF2B5EF4-FFF2-40B4-BE49-F238E27FC236}">
                <a16:creationId xmlns:a16="http://schemas.microsoft.com/office/drawing/2014/main" id="{6094B792-3C0C-C83D-6948-15A4FCAD14D9}"/>
              </a:ext>
            </a:extLst>
          </p:cNvPr>
          <p:cNvSpPr>
            <a:spLocks noGrp="1"/>
          </p:cNvSpPr>
          <p:nvPr>
            <p:ph type="title"/>
          </p:nvPr>
        </p:nvSpPr>
        <p:spPr>
          <a:xfrm>
            <a:off x="872490" y="2471684"/>
            <a:ext cx="4551680" cy="957316"/>
          </a:xfrm>
        </p:spPr>
        <p:txBody>
          <a:bodyPr/>
          <a:lstStyle/>
          <a:p>
            <a:pPr>
              <a:lnSpc>
                <a:spcPct val="90000"/>
              </a:lnSpc>
            </a:pPr>
            <a:r>
              <a:rPr lang="en-US" sz="5400" dirty="0"/>
              <a:t>A game plan you can   trust</a:t>
            </a:r>
          </a:p>
        </p:txBody>
      </p:sp>
      <p:pic>
        <p:nvPicPr>
          <p:cNvPr id="10" name="Picture Placeholder 9">
            <a:extLst>
              <a:ext uri="{FF2B5EF4-FFF2-40B4-BE49-F238E27FC236}">
                <a16:creationId xmlns:a16="http://schemas.microsoft.com/office/drawing/2014/main" id="{BDAFAA1F-E8CB-32CA-05F0-DC2E2553B9A5}"/>
              </a:ext>
            </a:extLst>
          </p:cNvPr>
          <p:cNvPicPr>
            <a:picLocks noGrp="1" noChangeAspect="1"/>
          </p:cNvPicPr>
          <p:nvPr>
            <p:ph type="pic" sz="quarter" idx="4294967295"/>
          </p:nvPr>
        </p:nvPicPr>
        <p:blipFill>
          <a:blip r:embed="rId2" cstate="screen">
            <a:extLst>
              <a:ext uri="{28A0092B-C50C-407E-A947-70E740481C1C}">
                <a14:useLocalDpi xmlns:a14="http://schemas.microsoft.com/office/drawing/2010/main"/>
              </a:ext>
            </a:extLst>
          </a:blip>
          <a:srcRect/>
          <a:stretch>
            <a:fillRect/>
          </a:stretch>
        </p:blipFill>
        <p:spPr>
          <a:xfrm>
            <a:off x="6445250" y="285750"/>
            <a:ext cx="5448300" cy="6286500"/>
          </a:xfrm>
          <a:prstGeom prst="rect">
            <a:avLst/>
          </a:prstGeom>
        </p:spPr>
      </p:pic>
    </p:spTree>
    <p:extLst>
      <p:ext uri="{BB962C8B-B14F-4D97-AF65-F5344CB8AC3E}">
        <p14:creationId xmlns:p14="http://schemas.microsoft.com/office/powerpoint/2010/main" val="13319363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6F4E04C-F15D-EA5C-E337-6AC9079D2169}"/>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7C2479E7-FEDA-03C3-F780-1F3EB421535B}"/>
              </a:ext>
            </a:extLst>
          </p:cNvPr>
          <p:cNvGrpSpPr/>
          <p:nvPr/>
        </p:nvGrpSpPr>
        <p:grpSpPr>
          <a:xfrm>
            <a:off x="0" y="-1"/>
            <a:ext cx="12192001" cy="6858001"/>
            <a:chOff x="0" y="-1"/>
            <a:chExt cx="12192001" cy="6858001"/>
          </a:xfrm>
        </p:grpSpPr>
        <p:pic>
          <p:nvPicPr>
            <p:cNvPr id="4" name="Picture 3">
              <a:extLst>
                <a:ext uri="{FF2B5EF4-FFF2-40B4-BE49-F238E27FC236}">
                  <a16:creationId xmlns:a16="http://schemas.microsoft.com/office/drawing/2014/main" id="{BB44CAE0-5A51-877A-7984-D7AB34B84D6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0" y="-1"/>
              <a:ext cx="12192001" cy="6858001"/>
            </a:xfrm>
            <a:prstGeom prst="rect">
              <a:avLst/>
            </a:prstGeom>
          </p:spPr>
        </p:pic>
        <p:sp>
          <p:nvSpPr>
            <p:cNvPr id="23" name="Oval 22">
              <a:extLst>
                <a:ext uri="{FF2B5EF4-FFF2-40B4-BE49-F238E27FC236}">
                  <a16:creationId xmlns:a16="http://schemas.microsoft.com/office/drawing/2014/main" id="{0F9DD0A3-80C8-4222-EA09-522C25F47698}"/>
                </a:ext>
              </a:extLst>
            </p:cNvPr>
            <p:cNvSpPr/>
            <p:nvPr/>
          </p:nvSpPr>
          <p:spPr>
            <a:xfrm rot="1079989">
              <a:off x="8037835" y="4275743"/>
              <a:ext cx="550217" cy="263904"/>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grpSp>
      <p:sp>
        <p:nvSpPr>
          <p:cNvPr id="5" name="Rectangle 4">
            <a:extLst>
              <a:ext uri="{FF2B5EF4-FFF2-40B4-BE49-F238E27FC236}">
                <a16:creationId xmlns:a16="http://schemas.microsoft.com/office/drawing/2014/main" id="{DBF56383-5A30-D667-D1AC-C803DDDA221C}"/>
              </a:ext>
            </a:extLst>
          </p:cNvPr>
          <p:cNvSpPr/>
          <p:nvPr/>
        </p:nvSpPr>
        <p:spPr>
          <a:xfrm>
            <a:off x="565297" y="903951"/>
            <a:ext cx="2456199" cy="82545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3" name="Title 2">
            <a:extLst>
              <a:ext uri="{FF2B5EF4-FFF2-40B4-BE49-F238E27FC236}">
                <a16:creationId xmlns:a16="http://schemas.microsoft.com/office/drawing/2014/main" id="{BC79EEEB-EDCF-D684-D0BE-0DA8B052EB08}"/>
              </a:ext>
            </a:extLst>
          </p:cNvPr>
          <p:cNvSpPr>
            <a:spLocks noGrp="1"/>
          </p:cNvSpPr>
          <p:nvPr>
            <p:ph type="title"/>
          </p:nvPr>
        </p:nvSpPr>
        <p:spPr>
          <a:xfrm>
            <a:off x="626377" y="995817"/>
            <a:ext cx="5469623" cy="957262"/>
          </a:xfrm>
        </p:spPr>
        <p:txBody>
          <a:bodyPr/>
          <a:lstStyle/>
          <a:p>
            <a:r>
              <a:rPr lang="en-US" sz="6000" dirty="0"/>
              <a:t>Critical  uptime for critical infrastructure</a:t>
            </a:r>
          </a:p>
        </p:txBody>
      </p:sp>
      <p:sp>
        <p:nvSpPr>
          <p:cNvPr id="7" name="Rectangle 6">
            <a:extLst>
              <a:ext uri="{FF2B5EF4-FFF2-40B4-BE49-F238E27FC236}">
                <a16:creationId xmlns:a16="http://schemas.microsoft.com/office/drawing/2014/main" id="{1A6AA3A8-660A-09CC-4BFA-A3186E9E0286}"/>
              </a:ext>
            </a:extLst>
          </p:cNvPr>
          <p:cNvSpPr/>
          <p:nvPr/>
        </p:nvSpPr>
        <p:spPr>
          <a:xfrm>
            <a:off x="-2" y="3172682"/>
            <a:ext cx="510265" cy="510265"/>
          </a:xfrm>
          <a:prstGeom prst="rect">
            <a:avLst/>
          </a:prstGeom>
          <a:noFill/>
          <a:ln w="1692" cap="flat">
            <a:noFill/>
            <a:prstDash val="solid"/>
            <a:round/>
          </a:ln>
        </p:spPr>
        <p:txBody>
          <a:bodyPr/>
          <a:lstStyle/>
          <a:p>
            <a:endParaRPr lang="en-US"/>
          </a:p>
        </p:txBody>
      </p:sp>
      <p:sp>
        <p:nvSpPr>
          <p:cNvPr id="18" name="TextBox 17">
            <a:extLst>
              <a:ext uri="{FF2B5EF4-FFF2-40B4-BE49-F238E27FC236}">
                <a16:creationId xmlns:a16="http://schemas.microsoft.com/office/drawing/2014/main" id="{9C746D54-7659-A3A3-D25E-26CF5FEF3B5A}"/>
              </a:ext>
            </a:extLst>
          </p:cNvPr>
          <p:cNvSpPr txBox="1">
            <a:spLocks noChangeArrowheads="1"/>
          </p:cNvSpPr>
          <p:nvPr/>
        </p:nvSpPr>
        <p:spPr bwMode="white">
          <a:xfrm>
            <a:off x="968081" y="6355044"/>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tx1"/>
                </a:solidFill>
                <a:latin typeface="+mn-lt"/>
                <a:ea typeface="+mn-ea"/>
                <a:cs typeface="+mn-cs"/>
              </a:rPr>
              <a:t>© 2026, Amazon Web Services, Inc. or its affiliates. All rights reserved.</a:t>
            </a:r>
          </a:p>
        </p:txBody>
      </p:sp>
      <p:sp>
        <p:nvSpPr>
          <p:cNvPr id="19" name="Rectangle 18">
            <a:extLst>
              <a:ext uri="{FF2B5EF4-FFF2-40B4-BE49-F238E27FC236}">
                <a16:creationId xmlns:a16="http://schemas.microsoft.com/office/drawing/2014/main" id="{5BFDB4F6-F658-492B-0289-281735583308}"/>
              </a:ext>
            </a:extLst>
          </p:cNvPr>
          <p:cNvSpPr/>
          <p:nvPr/>
        </p:nvSpPr>
        <p:spPr>
          <a:xfrm>
            <a:off x="233363" y="6096443"/>
            <a:ext cx="669691" cy="669691"/>
          </a:xfrm>
          <a:prstGeom prst="rect">
            <a:avLst/>
          </a:prstGeom>
          <a:noFill/>
          <a:ln w="2238" cap="flat">
            <a:noFill/>
            <a:prstDash val="solid"/>
            <a:round/>
          </a:ln>
        </p:spPr>
        <p:txBody>
          <a:bodyPr/>
          <a:lstStyle/>
          <a:p>
            <a:endParaRPr lang="en-US"/>
          </a:p>
        </p:txBody>
      </p:sp>
      <p:grpSp>
        <p:nvGrpSpPr>
          <p:cNvPr id="20" name="Graphic 36">
            <a:extLst>
              <a:ext uri="{FF2B5EF4-FFF2-40B4-BE49-F238E27FC236}">
                <a16:creationId xmlns:a16="http://schemas.microsoft.com/office/drawing/2014/main" id="{FE8FFCC0-4D58-AB4E-2EE5-DB47988EC8C2}"/>
              </a:ext>
            </a:extLst>
          </p:cNvPr>
          <p:cNvGrpSpPr/>
          <p:nvPr/>
        </p:nvGrpSpPr>
        <p:grpSpPr>
          <a:xfrm>
            <a:off x="347587" y="6305861"/>
            <a:ext cx="441318" cy="273939"/>
            <a:chOff x="347587" y="6305861"/>
            <a:chExt cx="441318" cy="273939"/>
          </a:xfrm>
        </p:grpSpPr>
        <p:sp>
          <p:nvSpPr>
            <p:cNvPr id="21" name="Freeform: Shape 20">
              <a:extLst>
                <a:ext uri="{FF2B5EF4-FFF2-40B4-BE49-F238E27FC236}">
                  <a16:creationId xmlns:a16="http://schemas.microsoft.com/office/drawing/2014/main" id="{15CD4D2E-0E1B-6043-395F-E824D4FA6B3E}"/>
                </a:ext>
              </a:extLst>
            </p:cNvPr>
            <p:cNvSpPr/>
            <p:nvPr/>
          </p:nvSpPr>
          <p:spPr>
            <a:xfrm>
              <a:off x="374126" y="6305861"/>
              <a:ext cx="382344" cy="138057"/>
            </a:xfrm>
            <a:custGeom>
              <a:avLst/>
              <a:gdLst>
                <a:gd name="csX0" fmla="*/ 282259 w 382344"/>
                <a:gd name="csY0" fmla="*/ 97504 h 138057"/>
                <a:gd name="csX1" fmla="*/ 333146 w 382344"/>
                <a:gd name="csY1" fmla="*/ 138561 h 138057"/>
                <a:gd name="csX2" fmla="*/ 383000 w 382344"/>
                <a:gd name="csY2" fmla="*/ 95274 h 138057"/>
                <a:gd name="csX3" fmla="*/ 350298 w 382344"/>
                <a:gd name="csY3" fmla="*/ 57082 h 138057"/>
                <a:gd name="csX4" fmla="*/ 331632 w 382344"/>
                <a:gd name="csY4" fmla="*/ 52466 h 138057"/>
                <a:gd name="csX5" fmla="*/ 316159 w 382344"/>
                <a:gd name="csY5" fmla="*/ 38780 h 138057"/>
                <a:gd name="csX6" fmla="*/ 332749 w 382344"/>
                <a:gd name="csY6" fmla="*/ 25849 h 138057"/>
                <a:gd name="csX7" fmla="*/ 350415 w 382344"/>
                <a:gd name="csY7" fmla="*/ 40530 h 138057"/>
                <a:gd name="csX8" fmla="*/ 355520 w 382344"/>
                <a:gd name="csY8" fmla="*/ 44389 h 138057"/>
                <a:gd name="csX9" fmla="*/ 376737 w 382344"/>
                <a:gd name="csY9" fmla="*/ 40768 h 138057"/>
                <a:gd name="csX10" fmla="*/ 380128 w 382344"/>
                <a:gd name="csY10" fmla="*/ 35040 h 138057"/>
                <a:gd name="csX11" fmla="*/ 332749 w 382344"/>
                <a:gd name="csY11" fmla="*/ 504 h 138057"/>
                <a:gd name="csX12" fmla="*/ 284493 w 382344"/>
                <a:gd name="csY12" fmla="*/ 40847 h 138057"/>
                <a:gd name="csX13" fmla="*/ 321263 w 382344"/>
                <a:gd name="csY13" fmla="*/ 79202 h 138057"/>
                <a:gd name="csX14" fmla="*/ 335140 w 382344"/>
                <a:gd name="csY14" fmla="*/ 82543 h 138057"/>
                <a:gd name="csX15" fmla="*/ 351334 w 382344"/>
                <a:gd name="csY15" fmla="*/ 98418 h 138057"/>
                <a:gd name="csX16" fmla="*/ 333227 w 382344"/>
                <a:gd name="csY16" fmla="*/ 113178 h 138057"/>
                <a:gd name="csX17" fmla="*/ 311930 w 382344"/>
                <a:gd name="csY17" fmla="*/ 92013 h 138057"/>
                <a:gd name="csX18" fmla="*/ 306826 w 382344"/>
                <a:gd name="csY18" fmla="*/ 88153 h 138057"/>
                <a:gd name="csX19" fmla="*/ 285607 w 382344"/>
                <a:gd name="csY19" fmla="*/ 91775 h 138057"/>
                <a:gd name="csX20" fmla="*/ 282259 w 382344"/>
                <a:gd name="csY20" fmla="*/ 97504 h 138057"/>
                <a:gd name="csX21" fmla="*/ 112802 w 382344"/>
                <a:gd name="csY21" fmla="*/ 7985 h 138057"/>
                <a:gd name="csX22" fmla="*/ 141797 w 382344"/>
                <a:gd name="csY22" fmla="*/ 132038 h 138057"/>
                <a:gd name="csX23" fmla="*/ 146262 w 382344"/>
                <a:gd name="csY23" fmla="*/ 135698 h 138057"/>
                <a:gd name="csX24" fmla="*/ 175137 w 382344"/>
                <a:gd name="csY24" fmla="*/ 135698 h 138057"/>
                <a:gd name="csX25" fmla="*/ 179603 w 382344"/>
                <a:gd name="csY25" fmla="*/ 132038 h 138057"/>
                <a:gd name="csX26" fmla="*/ 195994 w 382344"/>
                <a:gd name="csY26" fmla="*/ 58354 h 138057"/>
                <a:gd name="csX27" fmla="*/ 197271 w 382344"/>
                <a:gd name="csY27" fmla="*/ 58354 h 138057"/>
                <a:gd name="csX28" fmla="*/ 213622 w 382344"/>
                <a:gd name="csY28" fmla="*/ 132038 h 138057"/>
                <a:gd name="csX29" fmla="*/ 218090 w 382344"/>
                <a:gd name="csY29" fmla="*/ 135698 h 138057"/>
                <a:gd name="csX30" fmla="*/ 247003 w 382344"/>
                <a:gd name="csY30" fmla="*/ 135698 h 138057"/>
                <a:gd name="csX31" fmla="*/ 251469 w 382344"/>
                <a:gd name="csY31" fmla="*/ 132038 h 138057"/>
                <a:gd name="csX32" fmla="*/ 280423 w 382344"/>
                <a:gd name="csY32" fmla="*/ 7985 h 138057"/>
                <a:gd name="csX33" fmla="*/ 276753 w 382344"/>
                <a:gd name="csY33" fmla="*/ 3369 h 138057"/>
                <a:gd name="csX34" fmla="*/ 251192 w 382344"/>
                <a:gd name="csY34" fmla="*/ 3369 h 138057"/>
                <a:gd name="csX35" fmla="*/ 246722 w 382344"/>
                <a:gd name="csY35" fmla="*/ 7190 h 138057"/>
                <a:gd name="csX36" fmla="*/ 231250 w 382344"/>
                <a:gd name="csY36" fmla="*/ 97544 h 138057"/>
                <a:gd name="csX37" fmla="*/ 229973 w 382344"/>
                <a:gd name="csY37" fmla="*/ 97544 h 138057"/>
                <a:gd name="csX38" fmla="*/ 212865 w 382344"/>
                <a:gd name="csY38" fmla="*/ 7030 h 138057"/>
                <a:gd name="csX39" fmla="*/ 208238 w 382344"/>
                <a:gd name="csY39" fmla="*/ 3369 h 138057"/>
                <a:gd name="csX40" fmla="*/ 185028 w 382344"/>
                <a:gd name="csY40" fmla="*/ 3369 h 138057"/>
                <a:gd name="csX41" fmla="*/ 180400 w 382344"/>
                <a:gd name="csY41" fmla="*/ 7030 h 138057"/>
                <a:gd name="csX42" fmla="*/ 163292 w 382344"/>
                <a:gd name="csY42" fmla="*/ 97544 h 138057"/>
                <a:gd name="csX43" fmla="*/ 162015 w 382344"/>
                <a:gd name="csY43" fmla="*/ 97544 h 138057"/>
                <a:gd name="csX44" fmla="*/ 146541 w 382344"/>
                <a:gd name="csY44" fmla="*/ 7190 h 138057"/>
                <a:gd name="csX45" fmla="*/ 142075 w 382344"/>
                <a:gd name="csY45" fmla="*/ 3369 h 138057"/>
                <a:gd name="csX46" fmla="*/ 116472 w 382344"/>
                <a:gd name="csY46" fmla="*/ 3369 h 138057"/>
                <a:gd name="csX47" fmla="*/ 112802 w 382344"/>
                <a:gd name="csY47" fmla="*/ 7985 h 138057"/>
                <a:gd name="csX48" fmla="*/ 34156 w 382344"/>
                <a:gd name="csY48" fmla="*/ 94519 h 138057"/>
                <a:gd name="csX49" fmla="*/ 63589 w 382344"/>
                <a:gd name="csY49" fmla="*/ 70251 h 138057"/>
                <a:gd name="csX50" fmla="*/ 72881 w 382344"/>
                <a:gd name="csY50" fmla="*/ 71206 h 138057"/>
                <a:gd name="csX51" fmla="*/ 72881 w 382344"/>
                <a:gd name="csY51" fmla="*/ 79559 h 138057"/>
                <a:gd name="csX52" fmla="*/ 51305 w 382344"/>
                <a:gd name="csY52" fmla="*/ 113178 h 138057"/>
                <a:gd name="csX53" fmla="*/ 34156 w 382344"/>
                <a:gd name="csY53" fmla="*/ 94519 h 138057"/>
                <a:gd name="csX54" fmla="*/ 38862 w 382344"/>
                <a:gd name="csY54" fmla="*/ 138561 h 138057"/>
                <a:gd name="csX55" fmla="*/ 72562 w 382344"/>
                <a:gd name="csY55" fmla="*/ 116601 h 138057"/>
                <a:gd name="csX56" fmla="*/ 73839 w 382344"/>
                <a:gd name="csY56" fmla="*/ 116601 h 138057"/>
                <a:gd name="csX57" fmla="*/ 77028 w 382344"/>
                <a:gd name="csY57" fmla="*/ 131561 h 138057"/>
                <a:gd name="csX58" fmla="*/ 81495 w 382344"/>
                <a:gd name="csY58" fmla="*/ 135698 h 138057"/>
                <a:gd name="csX59" fmla="*/ 101316 w 382344"/>
                <a:gd name="csY59" fmla="*/ 135698 h 138057"/>
                <a:gd name="csX60" fmla="*/ 105465 w 382344"/>
                <a:gd name="csY60" fmla="*/ 131561 h 138057"/>
                <a:gd name="csX61" fmla="*/ 105465 w 382344"/>
                <a:gd name="csY61" fmla="*/ 51551 h 138057"/>
                <a:gd name="csX62" fmla="*/ 54734 w 382344"/>
                <a:gd name="csY62" fmla="*/ 504 h 138057"/>
                <a:gd name="csX63" fmla="*/ 4683 w 382344"/>
                <a:gd name="csY63" fmla="*/ 35040 h 138057"/>
                <a:gd name="csX64" fmla="*/ 8074 w 382344"/>
                <a:gd name="csY64" fmla="*/ 40768 h 138057"/>
                <a:gd name="csX65" fmla="*/ 29291 w 382344"/>
                <a:gd name="csY65" fmla="*/ 44389 h 138057"/>
                <a:gd name="csX66" fmla="*/ 34394 w 382344"/>
                <a:gd name="csY66" fmla="*/ 40530 h 138057"/>
                <a:gd name="csX67" fmla="*/ 54734 w 382344"/>
                <a:gd name="csY67" fmla="*/ 25849 h 138057"/>
                <a:gd name="csX68" fmla="*/ 72881 w 382344"/>
                <a:gd name="csY68" fmla="*/ 47373 h 138057"/>
                <a:gd name="csX69" fmla="*/ 72881 w 382344"/>
                <a:gd name="csY69" fmla="*/ 53261 h 138057"/>
                <a:gd name="csX70" fmla="*/ 58883 w 382344"/>
                <a:gd name="csY70" fmla="*/ 52027 h 138057"/>
                <a:gd name="csX71" fmla="*/ 656 w 382344"/>
                <a:gd name="csY71" fmla="*/ 98816 h 138057"/>
                <a:gd name="csX72" fmla="*/ 38862 w 382344"/>
                <a:gd name="csY72" fmla="*/ 138561 h 138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382344" h="138057">
                  <a:moveTo>
                    <a:pt x="282259" y="97504"/>
                  </a:moveTo>
                  <a:cubicBezTo>
                    <a:pt x="287365" y="123801"/>
                    <a:pt x="306345" y="138561"/>
                    <a:pt x="333146" y="138561"/>
                  </a:cubicBezTo>
                  <a:cubicBezTo>
                    <a:pt x="362341" y="138561"/>
                    <a:pt x="383000" y="120262"/>
                    <a:pt x="383000" y="95274"/>
                  </a:cubicBezTo>
                  <a:cubicBezTo>
                    <a:pt x="383000" y="74864"/>
                    <a:pt x="372112" y="62453"/>
                    <a:pt x="350298" y="57082"/>
                  </a:cubicBezTo>
                  <a:lnTo>
                    <a:pt x="331632" y="52466"/>
                  </a:lnTo>
                  <a:cubicBezTo>
                    <a:pt x="321661" y="49998"/>
                    <a:pt x="316159" y="45942"/>
                    <a:pt x="316159" y="38780"/>
                  </a:cubicBezTo>
                  <a:cubicBezTo>
                    <a:pt x="316159" y="31577"/>
                    <a:pt x="321780" y="25849"/>
                    <a:pt x="332749" y="25849"/>
                  </a:cubicBezTo>
                  <a:cubicBezTo>
                    <a:pt x="342201" y="25849"/>
                    <a:pt x="347902" y="31420"/>
                    <a:pt x="350415" y="40530"/>
                  </a:cubicBezTo>
                  <a:cubicBezTo>
                    <a:pt x="351293" y="43593"/>
                    <a:pt x="352929" y="44827"/>
                    <a:pt x="355520" y="44389"/>
                  </a:cubicBezTo>
                  <a:lnTo>
                    <a:pt x="376737" y="40768"/>
                  </a:lnTo>
                  <a:cubicBezTo>
                    <a:pt x="379530" y="40292"/>
                    <a:pt x="380886" y="37984"/>
                    <a:pt x="380128" y="35040"/>
                  </a:cubicBezTo>
                  <a:cubicBezTo>
                    <a:pt x="374305" y="12480"/>
                    <a:pt x="358392" y="504"/>
                    <a:pt x="332749" y="504"/>
                  </a:cubicBezTo>
                  <a:cubicBezTo>
                    <a:pt x="303995" y="504"/>
                    <a:pt x="284493" y="16379"/>
                    <a:pt x="284493" y="40847"/>
                  </a:cubicBezTo>
                  <a:cubicBezTo>
                    <a:pt x="284493" y="61059"/>
                    <a:pt x="296176" y="73154"/>
                    <a:pt x="321263" y="79202"/>
                  </a:cubicBezTo>
                  <a:lnTo>
                    <a:pt x="335140" y="82543"/>
                  </a:lnTo>
                  <a:cubicBezTo>
                    <a:pt x="346866" y="85368"/>
                    <a:pt x="351334" y="90182"/>
                    <a:pt x="351334" y="98418"/>
                  </a:cubicBezTo>
                  <a:cubicBezTo>
                    <a:pt x="351334" y="106971"/>
                    <a:pt x="344592" y="113178"/>
                    <a:pt x="333227" y="113178"/>
                  </a:cubicBezTo>
                  <a:cubicBezTo>
                    <a:pt x="322618" y="113178"/>
                    <a:pt x="315280" y="106495"/>
                    <a:pt x="311930" y="92013"/>
                  </a:cubicBezTo>
                  <a:cubicBezTo>
                    <a:pt x="311253" y="88989"/>
                    <a:pt x="309498" y="87676"/>
                    <a:pt x="306826" y="88153"/>
                  </a:cubicBezTo>
                  <a:lnTo>
                    <a:pt x="285607" y="91775"/>
                  </a:lnTo>
                  <a:cubicBezTo>
                    <a:pt x="282895" y="92252"/>
                    <a:pt x="281580" y="94479"/>
                    <a:pt x="282259" y="97504"/>
                  </a:cubicBezTo>
                  <a:moveTo>
                    <a:pt x="112802" y="7985"/>
                  </a:moveTo>
                  <a:lnTo>
                    <a:pt x="141797" y="132038"/>
                  </a:lnTo>
                  <a:cubicBezTo>
                    <a:pt x="142354" y="134584"/>
                    <a:pt x="143869" y="135698"/>
                    <a:pt x="146262" y="135698"/>
                  </a:cubicBezTo>
                  <a:lnTo>
                    <a:pt x="175137" y="135698"/>
                  </a:lnTo>
                  <a:cubicBezTo>
                    <a:pt x="177528" y="135698"/>
                    <a:pt x="179045" y="134584"/>
                    <a:pt x="179603" y="132038"/>
                  </a:cubicBezTo>
                  <a:lnTo>
                    <a:pt x="195994" y="58354"/>
                  </a:lnTo>
                  <a:lnTo>
                    <a:pt x="197271" y="58354"/>
                  </a:lnTo>
                  <a:lnTo>
                    <a:pt x="213622" y="132038"/>
                  </a:lnTo>
                  <a:cubicBezTo>
                    <a:pt x="214182" y="134584"/>
                    <a:pt x="215696" y="135698"/>
                    <a:pt x="218090" y="135698"/>
                  </a:cubicBezTo>
                  <a:lnTo>
                    <a:pt x="247003" y="135698"/>
                  </a:lnTo>
                  <a:cubicBezTo>
                    <a:pt x="249394" y="135698"/>
                    <a:pt x="250871" y="134584"/>
                    <a:pt x="251469" y="132038"/>
                  </a:cubicBezTo>
                  <a:lnTo>
                    <a:pt x="280423" y="7985"/>
                  </a:lnTo>
                  <a:cubicBezTo>
                    <a:pt x="281101" y="5120"/>
                    <a:pt x="279625" y="3369"/>
                    <a:pt x="276753" y="3369"/>
                  </a:cubicBezTo>
                  <a:lnTo>
                    <a:pt x="251192" y="3369"/>
                  </a:lnTo>
                  <a:cubicBezTo>
                    <a:pt x="248637" y="3369"/>
                    <a:pt x="247122" y="4803"/>
                    <a:pt x="246722" y="7190"/>
                  </a:cubicBezTo>
                  <a:lnTo>
                    <a:pt x="231250" y="97544"/>
                  </a:lnTo>
                  <a:lnTo>
                    <a:pt x="229973" y="97544"/>
                  </a:lnTo>
                  <a:lnTo>
                    <a:pt x="212865" y="7030"/>
                  </a:lnTo>
                  <a:cubicBezTo>
                    <a:pt x="212386" y="4643"/>
                    <a:pt x="210631" y="3369"/>
                    <a:pt x="208238" y="3369"/>
                  </a:cubicBezTo>
                  <a:lnTo>
                    <a:pt x="185028" y="3369"/>
                  </a:lnTo>
                  <a:cubicBezTo>
                    <a:pt x="182634" y="3369"/>
                    <a:pt x="180839" y="4643"/>
                    <a:pt x="180400" y="7030"/>
                  </a:cubicBezTo>
                  <a:lnTo>
                    <a:pt x="163292" y="97544"/>
                  </a:lnTo>
                  <a:lnTo>
                    <a:pt x="162015" y="97544"/>
                  </a:lnTo>
                  <a:lnTo>
                    <a:pt x="146541" y="7190"/>
                  </a:lnTo>
                  <a:cubicBezTo>
                    <a:pt x="146102" y="4803"/>
                    <a:pt x="144628" y="3369"/>
                    <a:pt x="142075" y="3369"/>
                  </a:cubicBezTo>
                  <a:lnTo>
                    <a:pt x="116472" y="3369"/>
                  </a:lnTo>
                  <a:cubicBezTo>
                    <a:pt x="113600" y="3369"/>
                    <a:pt x="112123" y="5120"/>
                    <a:pt x="112802" y="7985"/>
                  </a:cubicBezTo>
                  <a:moveTo>
                    <a:pt x="34156" y="94519"/>
                  </a:moveTo>
                  <a:cubicBezTo>
                    <a:pt x="34156" y="79521"/>
                    <a:pt x="45401" y="70251"/>
                    <a:pt x="63589" y="70251"/>
                  </a:cubicBezTo>
                  <a:cubicBezTo>
                    <a:pt x="66499" y="70251"/>
                    <a:pt x="69531" y="70568"/>
                    <a:pt x="72881" y="71206"/>
                  </a:cubicBezTo>
                  <a:lnTo>
                    <a:pt x="72881" y="79559"/>
                  </a:lnTo>
                  <a:cubicBezTo>
                    <a:pt x="72881" y="101164"/>
                    <a:pt x="65184" y="113178"/>
                    <a:pt x="51305" y="113178"/>
                  </a:cubicBezTo>
                  <a:cubicBezTo>
                    <a:pt x="40815" y="113178"/>
                    <a:pt x="34156" y="105938"/>
                    <a:pt x="34156" y="94519"/>
                  </a:cubicBezTo>
                  <a:moveTo>
                    <a:pt x="38862" y="138561"/>
                  </a:moveTo>
                  <a:cubicBezTo>
                    <a:pt x="54534" y="138561"/>
                    <a:pt x="66778" y="130606"/>
                    <a:pt x="72562" y="116601"/>
                  </a:cubicBezTo>
                  <a:lnTo>
                    <a:pt x="73839" y="116601"/>
                  </a:lnTo>
                  <a:lnTo>
                    <a:pt x="77028" y="131561"/>
                  </a:lnTo>
                  <a:cubicBezTo>
                    <a:pt x="77587" y="134265"/>
                    <a:pt x="79183" y="135698"/>
                    <a:pt x="81495" y="135698"/>
                  </a:cubicBezTo>
                  <a:lnTo>
                    <a:pt x="101316" y="135698"/>
                  </a:lnTo>
                  <a:cubicBezTo>
                    <a:pt x="103710" y="135698"/>
                    <a:pt x="105465" y="133948"/>
                    <a:pt x="105465" y="131561"/>
                  </a:cubicBezTo>
                  <a:lnTo>
                    <a:pt x="105465" y="51551"/>
                  </a:lnTo>
                  <a:cubicBezTo>
                    <a:pt x="105465" y="18010"/>
                    <a:pt x="88035" y="504"/>
                    <a:pt x="54734" y="504"/>
                  </a:cubicBezTo>
                  <a:cubicBezTo>
                    <a:pt x="28771" y="504"/>
                    <a:pt x="10427" y="13118"/>
                    <a:pt x="4683" y="35040"/>
                  </a:cubicBezTo>
                  <a:cubicBezTo>
                    <a:pt x="3966" y="37984"/>
                    <a:pt x="5281" y="40292"/>
                    <a:pt x="8074" y="40768"/>
                  </a:cubicBezTo>
                  <a:lnTo>
                    <a:pt x="29291" y="44389"/>
                  </a:lnTo>
                  <a:cubicBezTo>
                    <a:pt x="31882" y="44827"/>
                    <a:pt x="33518" y="43593"/>
                    <a:pt x="34394" y="40530"/>
                  </a:cubicBezTo>
                  <a:cubicBezTo>
                    <a:pt x="37107" y="30822"/>
                    <a:pt x="43965" y="25849"/>
                    <a:pt x="54734" y="25849"/>
                  </a:cubicBezTo>
                  <a:cubicBezTo>
                    <a:pt x="66778" y="25849"/>
                    <a:pt x="72881" y="33089"/>
                    <a:pt x="72881" y="47373"/>
                  </a:cubicBezTo>
                  <a:lnTo>
                    <a:pt x="72881" y="53261"/>
                  </a:lnTo>
                  <a:cubicBezTo>
                    <a:pt x="68811" y="52425"/>
                    <a:pt x="64465" y="52027"/>
                    <a:pt x="58883" y="52027"/>
                  </a:cubicBezTo>
                  <a:cubicBezTo>
                    <a:pt x="23227" y="52027"/>
                    <a:pt x="656" y="70170"/>
                    <a:pt x="656" y="98816"/>
                  </a:cubicBezTo>
                  <a:cubicBezTo>
                    <a:pt x="656" y="122608"/>
                    <a:pt x="15971" y="138561"/>
                    <a:pt x="38862" y="138561"/>
                  </a:cubicBezTo>
                </a:path>
              </a:pathLst>
            </a:custGeom>
            <a:solidFill>
              <a:schemeClr val="tx1"/>
            </a:solidFill>
            <a:ln w="2238" cap="flat">
              <a:noFill/>
              <a:prstDash val="solid"/>
              <a:round/>
            </a:ln>
          </p:spPr>
          <p:txBody>
            <a:bodyPr/>
            <a:lstStyle/>
            <a:p>
              <a:endParaRPr lang="en-US"/>
            </a:p>
          </p:txBody>
        </p:sp>
        <p:sp>
          <p:nvSpPr>
            <p:cNvPr id="22" name="Freeform: Shape 21">
              <a:extLst>
                <a:ext uri="{FF2B5EF4-FFF2-40B4-BE49-F238E27FC236}">
                  <a16:creationId xmlns:a16="http://schemas.microsoft.com/office/drawing/2014/main" id="{2E36024F-7433-0F67-EFF0-AE4C2C7BB35C}"/>
                </a:ext>
              </a:extLst>
            </p:cNvPr>
            <p:cNvSpPr/>
            <p:nvPr/>
          </p:nvSpPr>
          <p:spPr>
            <a:xfrm>
              <a:off x="347587" y="6464577"/>
              <a:ext cx="441318" cy="115222"/>
            </a:xfrm>
            <a:custGeom>
              <a:avLst/>
              <a:gdLst>
                <a:gd name="csX0" fmla="*/ 355296 w 441318"/>
                <a:gd name="csY0" fmla="*/ 23803 h 115222"/>
                <a:gd name="csX1" fmla="*/ 368697 w 441318"/>
                <a:gd name="csY1" fmla="*/ 26033 h 115222"/>
                <a:gd name="csX2" fmla="*/ 416234 w 441318"/>
                <a:gd name="csY2" fmla="*/ 27307 h 115222"/>
                <a:gd name="csX3" fmla="*/ 401078 w 441318"/>
                <a:gd name="csY3" fmla="*/ 72343 h 115222"/>
                <a:gd name="csX4" fmla="*/ 398846 w 441318"/>
                <a:gd name="csY4" fmla="*/ 85710 h 115222"/>
                <a:gd name="csX5" fmla="*/ 402037 w 441318"/>
                <a:gd name="csY5" fmla="*/ 87143 h 115222"/>
                <a:gd name="csX6" fmla="*/ 415436 w 441318"/>
                <a:gd name="csY6" fmla="*/ 79026 h 115222"/>
                <a:gd name="csX7" fmla="*/ 437610 w 441318"/>
                <a:gd name="csY7" fmla="*/ 46562 h 115222"/>
                <a:gd name="csX8" fmla="*/ 439524 w 441318"/>
                <a:gd name="csY8" fmla="*/ 10913 h 115222"/>
                <a:gd name="csX9" fmla="*/ 405545 w 441318"/>
                <a:gd name="csY9" fmla="*/ 809 h 115222"/>
                <a:gd name="csX10" fmla="*/ 367101 w 441318"/>
                <a:gd name="csY10" fmla="*/ 10277 h 115222"/>
                <a:gd name="csX11" fmla="*/ 355296 w 441318"/>
                <a:gd name="csY11" fmla="*/ 23803 h 115222"/>
                <a:gd name="csX12" fmla="*/ 1310 w 441318"/>
                <a:gd name="csY12" fmla="*/ 17120 h 115222"/>
                <a:gd name="csX13" fmla="*/ 8809 w 441318"/>
                <a:gd name="csY13" fmla="*/ 29375 h 115222"/>
                <a:gd name="csX14" fmla="*/ 212681 w 441318"/>
                <a:gd name="csY14" fmla="*/ 116028 h 115222"/>
                <a:gd name="csX15" fmla="*/ 384329 w 441318"/>
                <a:gd name="csY15" fmla="*/ 60724 h 115222"/>
                <a:gd name="csX16" fmla="*/ 395017 w 441318"/>
                <a:gd name="csY16" fmla="*/ 45766 h 115222"/>
                <a:gd name="csX17" fmla="*/ 393262 w 441318"/>
                <a:gd name="csY17" fmla="*/ 41629 h 115222"/>
                <a:gd name="csX18" fmla="*/ 378108 w 441318"/>
                <a:gd name="csY18" fmla="*/ 44016 h 115222"/>
                <a:gd name="csX19" fmla="*/ 219699 w 441318"/>
                <a:gd name="csY19" fmla="*/ 77592 h 115222"/>
                <a:gd name="csX20" fmla="*/ 17902 w 441318"/>
                <a:gd name="csY20" fmla="*/ 14574 h 115222"/>
                <a:gd name="csX21" fmla="*/ 2587 w 441318"/>
                <a:gd name="csY21" fmla="*/ 9162 h 115222"/>
                <a:gd name="csX22" fmla="*/ 1310 w 441318"/>
                <a:gd name="csY22" fmla="*/ 17120 h 1152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41318" h="115222">
                  <a:moveTo>
                    <a:pt x="355296" y="23803"/>
                  </a:moveTo>
                  <a:cubicBezTo>
                    <a:pt x="356889" y="27464"/>
                    <a:pt x="361517" y="27543"/>
                    <a:pt x="368697" y="26033"/>
                  </a:cubicBezTo>
                  <a:cubicBezTo>
                    <a:pt x="387839" y="21974"/>
                    <a:pt x="412166" y="21496"/>
                    <a:pt x="416234" y="27307"/>
                  </a:cubicBezTo>
                  <a:cubicBezTo>
                    <a:pt x="420303" y="33114"/>
                    <a:pt x="411368" y="55713"/>
                    <a:pt x="401078" y="72343"/>
                  </a:cubicBezTo>
                  <a:cubicBezTo>
                    <a:pt x="397170" y="78628"/>
                    <a:pt x="395734" y="82608"/>
                    <a:pt x="398846" y="85710"/>
                  </a:cubicBezTo>
                  <a:cubicBezTo>
                    <a:pt x="399723" y="86586"/>
                    <a:pt x="400761" y="87143"/>
                    <a:pt x="402037" y="87143"/>
                  </a:cubicBezTo>
                  <a:cubicBezTo>
                    <a:pt x="405865" y="87143"/>
                    <a:pt x="410730" y="83163"/>
                    <a:pt x="415436" y="79026"/>
                  </a:cubicBezTo>
                  <a:cubicBezTo>
                    <a:pt x="425407" y="70194"/>
                    <a:pt x="433223" y="59135"/>
                    <a:pt x="437610" y="46562"/>
                  </a:cubicBezTo>
                  <a:cubicBezTo>
                    <a:pt x="441837" y="34467"/>
                    <a:pt x="443990" y="17439"/>
                    <a:pt x="439524" y="10913"/>
                  </a:cubicBezTo>
                  <a:cubicBezTo>
                    <a:pt x="435216" y="4706"/>
                    <a:pt x="418467" y="650"/>
                    <a:pt x="405545" y="809"/>
                  </a:cubicBezTo>
                  <a:cubicBezTo>
                    <a:pt x="391985" y="967"/>
                    <a:pt x="378904" y="4070"/>
                    <a:pt x="367101" y="10277"/>
                  </a:cubicBezTo>
                  <a:cubicBezTo>
                    <a:pt x="359761" y="14255"/>
                    <a:pt x="353062" y="18711"/>
                    <a:pt x="355296" y="23803"/>
                  </a:cubicBezTo>
                  <a:moveTo>
                    <a:pt x="1310" y="17120"/>
                  </a:moveTo>
                  <a:cubicBezTo>
                    <a:pt x="2427" y="20462"/>
                    <a:pt x="4980" y="24680"/>
                    <a:pt x="8809" y="29375"/>
                  </a:cubicBezTo>
                  <a:cubicBezTo>
                    <a:pt x="57782" y="89687"/>
                    <a:pt x="136588" y="116028"/>
                    <a:pt x="212681" y="116028"/>
                  </a:cubicBezTo>
                  <a:cubicBezTo>
                    <a:pt x="279201" y="116028"/>
                    <a:pt x="343489" y="96054"/>
                    <a:pt x="384329" y="60724"/>
                  </a:cubicBezTo>
                  <a:cubicBezTo>
                    <a:pt x="391428" y="54598"/>
                    <a:pt x="395017" y="49584"/>
                    <a:pt x="395017" y="45766"/>
                  </a:cubicBezTo>
                  <a:cubicBezTo>
                    <a:pt x="395017" y="44173"/>
                    <a:pt x="394457" y="42820"/>
                    <a:pt x="393262" y="41629"/>
                  </a:cubicBezTo>
                  <a:cubicBezTo>
                    <a:pt x="389752" y="37968"/>
                    <a:pt x="384488" y="40674"/>
                    <a:pt x="378108" y="44016"/>
                  </a:cubicBezTo>
                  <a:cubicBezTo>
                    <a:pt x="340140" y="63906"/>
                    <a:pt x="281754" y="77592"/>
                    <a:pt x="219699" y="77592"/>
                  </a:cubicBezTo>
                  <a:cubicBezTo>
                    <a:pt x="149669" y="77592"/>
                    <a:pt x="74691" y="60248"/>
                    <a:pt x="17902" y="14574"/>
                  </a:cubicBezTo>
                  <a:cubicBezTo>
                    <a:pt x="12477" y="10277"/>
                    <a:pt x="6575" y="6059"/>
                    <a:pt x="2587" y="9162"/>
                  </a:cubicBezTo>
                  <a:cubicBezTo>
                    <a:pt x="1151" y="10356"/>
                    <a:pt x="-126" y="12664"/>
                    <a:pt x="1310" y="17120"/>
                  </a:cubicBezTo>
                </a:path>
              </a:pathLst>
            </a:custGeom>
            <a:solidFill>
              <a:srgbClr val="F47722"/>
            </a:solidFill>
            <a:ln w="2238" cap="flat">
              <a:noFill/>
              <a:prstDash val="solid"/>
              <a:round/>
            </a:ln>
          </p:spPr>
          <p:txBody>
            <a:bodyPr/>
            <a:lstStyle/>
            <a:p>
              <a:endParaRPr lang="en-US"/>
            </a:p>
          </p:txBody>
        </p:sp>
      </p:grpSp>
    </p:spTree>
    <p:extLst>
      <p:ext uri="{BB962C8B-B14F-4D97-AF65-F5344CB8AC3E}">
        <p14:creationId xmlns:p14="http://schemas.microsoft.com/office/powerpoint/2010/main" val="13105696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480F81-DA7F-4FAE-7A4A-A451061C3C0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8E052AC-63AB-A8EE-0FEA-3B097D827129}"/>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1ADF1077-D171-4162-C67F-0CFBE59DB2D0}"/>
              </a:ext>
            </a:extLst>
          </p:cNvPr>
          <p:cNvSpPr/>
          <p:nvPr/>
        </p:nvSpPr>
        <p:spPr>
          <a:xfrm>
            <a:off x="-1" y="4673600"/>
            <a:ext cx="11681599" cy="510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3" name="Title 2">
            <a:extLst>
              <a:ext uri="{FF2B5EF4-FFF2-40B4-BE49-F238E27FC236}">
                <a16:creationId xmlns:a16="http://schemas.microsoft.com/office/drawing/2014/main" id="{D1B452FE-7F62-26FD-318B-CF76CC438E8A}"/>
              </a:ext>
            </a:extLst>
          </p:cNvPr>
          <p:cNvSpPr>
            <a:spLocks noGrp="1"/>
          </p:cNvSpPr>
          <p:nvPr>
            <p:ph type="title"/>
          </p:nvPr>
        </p:nvSpPr>
        <p:spPr>
          <a:xfrm>
            <a:off x="342900" y="-736600"/>
            <a:ext cx="11506200" cy="558800"/>
          </a:xfrm>
        </p:spPr>
        <p:txBody>
          <a:bodyPr/>
          <a:lstStyle/>
          <a:p>
            <a:r>
              <a:rPr lang="en-US" dirty="0">
                <a:solidFill>
                  <a:srgbClr val="7E7A72"/>
                </a:solidFill>
              </a:rPr>
              <a:t>Example photo slide 2</a:t>
            </a:r>
          </a:p>
        </p:txBody>
      </p:sp>
      <p:sp>
        <p:nvSpPr>
          <p:cNvPr id="16" name="TextBox 15">
            <a:extLst>
              <a:ext uri="{FF2B5EF4-FFF2-40B4-BE49-F238E27FC236}">
                <a16:creationId xmlns:a16="http://schemas.microsoft.com/office/drawing/2014/main" id="{22D4D960-459F-B7E7-798E-866FE75A8F2B}"/>
              </a:ext>
            </a:extLst>
          </p:cNvPr>
          <p:cNvSpPr txBox="1"/>
          <p:nvPr/>
        </p:nvSpPr>
        <p:spPr>
          <a:xfrm>
            <a:off x="762000" y="4711786"/>
            <a:ext cx="10052569" cy="461665"/>
          </a:xfrm>
          <a:prstGeom prst="rect">
            <a:avLst/>
          </a:prstGeom>
          <a:noFill/>
        </p:spPr>
        <p:txBody>
          <a:bodyPr wrap="square" lIns="0" rIns="0" rtlCol="0">
            <a:spAutoFit/>
          </a:bodyPr>
          <a:lstStyle/>
          <a:p>
            <a:pPr algn="l"/>
            <a:r>
              <a:rPr lang="en-US" sz="2400" dirty="0">
                <a:solidFill>
                  <a:schemeClr val="bg1"/>
                </a:solidFill>
                <a:latin typeface="+mj-lt"/>
              </a:rPr>
              <a:t>From plan to completion, quicker </a:t>
            </a:r>
          </a:p>
        </p:txBody>
      </p:sp>
      <p:sp>
        <p:nvSpPr>
          <p:cNvPr id="6" name="TextBox 3">
            <a:extLst>
              <a:ext uri="{FF2B5EF4-FFF2-40B4-BE49-F238E27FC236}">
                <a16:creationId xmlns:a16="http://schemas.microsoft.com/office/drawing/2014/main" id="{96618503-EB1A-B56A-D43C-45A2BF9315C6}"/>
              </a:ext>
            </a:extLst>
          </p:cNvPr>
          <p:cNvSpPr txBox="1">
            <a:spLocks noChangeArrowheads="1"/>
          </p:cNvSpPr>
          <p:nvPr/>
        </p:nvSpPr>
        <p:spPr bwMode="white">
          <a:xfrm>
            <a:off x="762000" y="6355044"/>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defTabSz="1097212">
              <a:defRPr/>
            </a:pPr>
            <a:r>
              <a:rPr lang="en-US" altLang="x-none" sz="700" dirty="0">
                <a:solidFill>
                  <a:schemeClr val="tx1"/>
                </a:solidFill>
                <a:latin typeface="+mn-lt"/>
                <a:ea typeface="+mn-ea"/>
                <a:cs typeface="+mn-cs"/>
              </a:rPr>
              <a:t>© 2026, Amazon Web Services, Inc. or its affiliates. All rights reserved.</a:t>
            </a:r>
          </a:p>
        </p:txBody>
      </p:sp>
      <p:grpSp>
        <p:nvGrpSpPr>
          <p:cNvPr id="13" name="Group 12">
            <a:extLst>
              <a:ext uri="{FF2B5EF4-FFF2-40B4-BE49-F238E27FC236}">
                <a16:creationId xmlns:a16="http://schemas.microsoft.com/office/drawing/2014/main" id="{D9CDFC1F-76E8-E0D8-7BF9-2B2A77486B39}"/>
              </a:ext>
            </a:extLst>
          </p:cNvPr>
          <p:cNvGrpSpPr/>
          <p:nvPr/>
        </p:nvGrpSpPr>
        <p:grpSpPr>
          <a:xfrm>
            <a:off x="10660799" y="4673602"/>
            <a:ext cx="1531202" cy="510400"/>
            <a:chOff x="10660799" y="4673602"/>
            <a:chExt cx="1531202" cy="510400"/>
          </a:xfrm>
        </p:grpSpPr>
        <p:grpSp>
          <p:nvGrpSpPr>
            <p:cNvPr id="32" name="Graphic 22">
              <a:extLst>
                <a:ext uri="{FF2B5EF4-FFF2-40B4-BE49-F238E27FC236}">
                  <a16:creationId xmlns:a16="http://schemas.microsoft.com/office/drawing/2014/main" id="{26CB7F41-BCD5-B2AF-78A9-3F7B9D787650}"/>
                </a:ext>
              </a:extLst>
            </p:cNvPr>
            <p:cNvGrpSpPr/>
            <p:nvPr/>
          </p:nvGrpSpPr>
          <p:grpSpPr>
            <a:xfrm>
              <a:off x="10660799" y="4673602"/>
              <a:ext cx="510400" cy="510400"/>
              <a:chOff x="10660799" y="3176034"/>
              <a:chExt cx="510400" cy="510400"/>
            </a:xfrm>
          </p:grpSpPr>
          <p:sp>
            <p:nvSpPr>
              <p:cNvPr id="33" name="Rectangle 32">
                <a:extLst>
                  <a:ext uri="{FF2B5EF4-FFF2-40B4-BE49-F238E27FC236}">
                    <a16:creationId xmlns:a16="http://schemas.microsoft.com/office/drawing/2014/main" id="{04D8942C-028C-15CF-B856-ED7532952454}"/>
                  </a:ext>
                </a:extLst>
              </p:cNvPr>
              <p:cNvSpPr/>
              <p:nvPr/>
            </p:nvSpPr>
            <p:spPr>
              <a:xfrm>
                <a:off x="10660799" y="3176034"/>
                <a:ext cx="510400" cy="510400"/>
              </a:xfrm>
              <a:prstGeom prst="rect">
                <a:avLst/>
              </a:prstGeom>
              <a:noFill/>
              <a:ln w="842" cap="flat">
                <a:noFill/>
                <a:prstDash val="solid"/>
                <a:round/>
              </a:ln>
            </p:spPr>
            <p:txBody>
              <a:bodyPr/>
              <a:lstStyle/>
              <a:p>
                <a:endParaRPr lang="en-US"/>
              </a:p>
            </p:txBody>
          </p:sp>
          <p:sp>
            <p:nvSpPr>
              <p:cNvPr id="35" name="Rectangle 34">
                <a:extLst>
                  <a:ext uri="{FF2B5EF4-FFF2-40B4-BE49-F238E27FC236}">
                    <a16:creationId xmlns:a16="http://schemas.microsoft.com/office/drawing/2014/main" id="{955BC3B5-5876-0D6C-8EA1-09F77C1C05B6}"/>
                  </a:ext>
                </a:extLst>
              </p:cNvPr>
              <p:cNvSpPr/>
              <p:nvPr/>
            </p:nvSpPr>
            <p:spPr>
              <a:xfrm>
                <a:off x="10660799" y="3176034"/>
                <a:ext cx="510400" cy="510400"/>
              </a:xfrm>
              <a:prstGeom prst="rect">
                <a:avLst/>
              </a:prstGeom>
              <a:solidFill>
                <a:srgbClr val="FF5200"/>
              </a:solidFill>
              <a:ln w="842" cap="flat">
                <a:noFill/>
                <a:prstDash val="solid"/>
                <a:round/>
              </a:ln>
            </p:spPr>
            <p:txBody>
              <a:bodyPr/>
              <a:lstStyle/>
              <a:p>
                <a:endParaRPr lang="en-US"/>
              </a:p>
            </p:txBody>
          </p:sp>
        </p:grpSp>
        <p:grpSp>
          <p:nvGrpSpPr>
            <p:cNvPr id="24" name="Graphic 20">
              <a:extLst>
                <a:ext uri="{FF2B5EF4-FFF2-40B4-BE49-F238E27FC236}">
                  <a16:creationId xmlns:a16="http://schemas.microsoft.com/office/drawing/2014/main" id="{EEC09910-8E73-CB05-ADA2-1165914F6D6C}"/>
                </a:ext>
              </a:extLst>
            </p:cNvPr>
            <p:cNvGrpSpPr/>
            <p:nvPr/>
          </p:nvGrpSpPr>
          <p:grpSpPr>
            <a:xfrm>
              <a:off x="11171200" y="4673602"/>
              <a:ext cx="510400" cy="510400"/>
              <a:chOff x="10579100" y="3198168"/>
              <a:chExt cx="510400" cy="510400"/>
            </a:xfrm>
          </p:grpSpPr>
          <p:sp>
            <p:nvSpPr>
              <p:cNvPr id="25" name="Rectangle 24">
                <a:extLst>
                  <a:ext uri="{FF2B5EF4-FFF2-40B4-BE49-F238E27FC236}">
                    <a16:creationId xmlns:a16="http://schemas.microsoft.com/office/drawing/2014/main" id="{F1770423-C04F-F92C-3AFE-8B24B5F06ADA}"/>
                  </a:ext>
                </a:extLst>
              </p:cNvPr>
              <p:cNvSpPr/>
              <p:nvPr/>
            </p:nvSpPr>
            <p:spPr>
              <a:xfrm>
                <a:off x="10579100" y="3198168"/>
                <a:ext cx="510400" cy="510400"/>
              </a:xfrm>
              <a:prstGeom prst="rect">
                <a:avLst/>
              </a:prstGeom>
              <a:noFill/>
              <a:ln w="842" cap="flat">
                <a:noFill/>
                <a:prstDash val="solid"/>
                <a:round/>
              </a:ln>
            </p:spPr>
            <p:txBody>
              <a:bodyPr/>
              <a:lstStyle/>
              <a:p>
                <a:endParaRPr lang="en-US"/>
              </a:p>
            </p:txBody>
          </p:sp>
          <p:sp>
            <p:nvSpPr>
              <p:cNvPr id="27" name="Rectangle 26">
                <a:extLst>
                  <a:ext uri="{FF2B5EF4-FFF2-40B4-BE49-F238E27FC236}">
                    <a16:creationId xmlns:a16="http://schemas.microsoft.com/office/drawing/2014/main" id="{01B1973C-93AF-5A79-93CE-4F7A70F36EAA}"/>
                  </a:ext>
                </a:extLst>
              </p:cNvPr>
              <p:cNvSpPr/>
              <p:nvPr/>
            </p:nvSpPr>
            <p:spPr>
              <a:xfrm>
                <a:off x="10579100" y="3198168"/>
                <a:ext cx="510400" cy="510400"/>
              </a:xfrm>
              <a:prstGeom prst="rect">
                <a:avLst/>
              </a:prstGeom>
              <a:solidFill>
                <a:srgbClr val="FE7AAA"/>
              </a:solidFill>
              <a:ln w="842" cap="flat">
                <a:noFill/>
                <a:prstDash val="solid"/>
                <a:round/>
              </a:ln>
            </p:spPr>
            <p:txBody>
              <a:bodyPr/>
              <a:lstStyle/>
              <a:p>
                <a:endParaRPr lang="en-US"/>
              </a:p>
            </p:txBody>
          </p:sp>
        </p:grpSp>
        <p:sp>
          <p:nvSpPr>
            <p:cNvPr id="29" name="Rectangle 28">
              <a:extLst>
                <a:ext uri="{FF2B5EF4-FFF2-40B4-BE49-F238E27FC236}">
                  <a16:creationId xmlns:a16="http://schemas.microsoft.com/office/drawing/2014/main" id="{AC7F3FDC-57DB-4194-D3E4-16C28B3E4754}"/>
                </a:ext>
              </a:extLst>
            </p:cNvPr>
            <p:cNvSpPr/>
            <p:nvPr/>
          </p:nvSpPr>
          <p:spPr>
            <a:xfrm>
              <a:off x="11681601" y="4673602"/>
              <a:ext cx="510400" cy="510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pic>
          <p:nvPicPr>
            <p:cNvPr id="12" name="Graphic 11">
              <a:extLst>
                <a:ext uri="{FF2B5EF4-FFF2-40B4-BE49-F238E27FC236}">
                  <a16:creationId xmlns:a16="http://schemas.microsoft.com/office/drawing/2014/main" id="{43E72D1C-8B22-C388-C1E9-73C06ACD79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81598" y="4793498"/>
              <a:ext cx="510402" cy="319001"/>
            </a:xfrm>
            <a:prstGeom prst="rect">
              <a:avLst/>
            </a:prstGeom>
          </p:spPr>
        </p:pic>
      </p:grpSp>
    </p:spTree>
    <p:extLst>
      <p:ext uri="{BB962C8B-B14F-4D97-AF65-F5344CB8AC3E}">
        <p14:creationId xmlns:p14="http://schemas.microsoft.com/office/powerpoint/2010/main" val="5742981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6C2510-2550-383C-08FE-69A613AF698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608BC31-F375-C020-260B-633A7CDBBB1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a:fillRect/>
          </a:stretch>
        </p:blipFill>
        <p:spPr>
          <a:xfrm>
            <a:off x="4178300" y="773530"/>
            <a:ext cx="8013700" cy="5020275"/>
          </a:xfrm>
          <a:prstGeom prst="rect">
            <a:avLst/>
          </a:prstGeom>
        </p:spPr>
      </p:pic>
      <p:sp>
        <p:nvSpPr>
          <p:cNvPr id="3" name="Title 2">
            <a:extLst>
              <a:ext uri="{FF2B5EF4-FFF2-40B4-BE49-F238E27FC236}">
                <a16:creationId xmlns:a16="http://schemas.microsoft.com/office/drawing/2014/main" id="{31C30EAD-A34A-6B24-C234-F861A4A2E1A9}"/>
              </a:ext>
            </a:extLst>
          </p:cNvPr>
          <p:cNvSpPr>
            <a:spLocks noGrp="1"/>
          </p:cNvSpPr>
          <p:nvPr>
            <p:ph type="title"/>
          </p:nvPr>
        </p:nvSpPr>
        <p:spPr>
          <a:xfrm>
            <a:off x="342900" y="-736600"/>
            <a:ext cx="11506200" cy="558800"/>
          </a:xfrm>
        </p:spPr>
        <p:txBody>
          <a:bodyPr/>
          <a:lstStyle/>
          <a:p>
            <a:r>
              <a:rPr lang="en-US" dirty="0">
                <a:solidFill>
                  <a:srgbClr val="7E7A72"/>
                </a:solidFill>
              </a:rPr>
              <a:t>Example photo slide 3</a:t>
            </a:r>
          </a:p>
        </p:txBody>
      </p:sp>
      <p:grpSp>
        <p:nvGrpSpPr>
          <p:cNvPr id="32" name="Graphic 22">
            <a:extLst>
              <a:ext uri="{FF2B5EF4-FFF2-40B4-BE49-F238E27FC236}">
                <a16:creationId xmlns:a16="http://schemas.microsoft.com/office/drawing/2014/main" id="{890E296E-CCFC-A411-0125-7AB177009FE2}"/>
              </a:ext>
            </a:extLst>
          </p:cNvPr>
          <p:cNvGrpSpPr/>
          <p:nvPr/>
        </p:nvGrpSpPr>
        <p:grpSpPr>
          <a:xfrm flipH="1">
            <a:off x="1241478" y="2636805"/>
            <a:ext cx="1241478" cy="1241478"/>
            <a:chOff x="10660799" y="3176034"/>
            <a:chExt cx="510400" cy="510400"/>
          </a:xfrm>
        </p:grpSpPr>
        <p:sp>
          <p:nvSpPr>
            <p:cNvPr id="33" name="Rectangle 32">
              <a:extLst>
                <a:ext uri="{FF2B5EF4-FFF2-40B4-BE49-F238E27FC236}">
                  <a16:creationId xmlns:a16="http://schemas.microsoft.com/office/drawing/2014/main" id="{D7F9A567-516B-5BF9-5590-133529786E0B}"/>
                </a:ext>
              </a:extLst>
            </p:cNvPr>
            <p:cNvSpPr/>
            <p:nvPr/>
          </p:nvSpPr>
          <p:spPr>
            <a:xfrm>
              <a:off x="10660799" y="3176034"/>
              <a:ext cx="510400" cy="510400"/>
            </a:xfrm>
            <a:prstGeom prst="rect">
              <a:avLst/>
            </a:prstGeom>
            <a:noFill/>
            <a:ln w="842" cap="flat">
              <a:noFill/>
              <a:prstDash val="solid"/>
              <a:round/>
            </a:ln>
          </p:spPr>
          <p:txBody>
            <a:bodyPr/>
            <a:lstStyle/>
            <a:p>
              <a:endParaRPr lang="en-US"/>
            </a:p>
          </p:txBody>
        </p:sp>
        <p:sp>
          <p:nvSpPr>
            <p:cNvPr id="35" name="Rectangle 34">
              <a:extLst>
                <a:ext uri="{FF2B5EF4-FFF2-40B4-BE49-F238E27FC236}">
                  <a16:creationId xmlns:a16="http://schemas.microsoft.com/office/drawing/2014/main" id="{E3D9A368-E6E4-C9BD-9955-97E9E0AB36D8}"/>
                </a:ext>
              </a:extLst>
            </p:cNvPr>
            <p:cNvSpPr/>
            <p:nvPr/>
          </p:nvSpPr>
          <p:spPr>
            <a:xfrm>
              <a:off x="10660799" y="3176034"/>
              <a:ext cx="510400" cy="510400"/>
            </a:xfrm>
            <a:prstGeom prst="rect">
              <a:avLst/>
            </a:prstGeom>
            <a:solidFill>
              <a:srgbClr val="FF5200"/>
            </a:solidFill>
            <a:ln w="842" cap="flat">
              <a:noFill/>
              <a:prstDash val="solid"/>
              <a:round/>
            </a:ln>
          </p:spPr>
          <p:txBody>
            <a:bodyPr/>
            <a:lstStyle/>
            <a:p>
              <a:endParaRPr lang="en-US"/>
            </a:p>
          </p:txBody>
        </p:sp>
      </p:grpSp>
      <p:grpSp>
        <p:nvGrpSpPr>
          <p:cNvPr id="24" name="Graphic 20">
            <a:extLst>
              <a:ext uri="{FF2B5EF4-FFF2-40B4-BE49-F238E27FC236}">
                <a16:creationId xmlns:a16="http://schemas.microsoft.com/office/drawing/2014/main" id="{6AD79953-102C-E626-AE22-2385F426B0F5}"/>
              </a:ext>
            </a:extLst>
          </p:cNvPr>
          <p:cNvGrpSpPr/>
          <p:nvPr/>
        </p:nvGrpSpPr>
        <p:grpSpPr>
          <a:xfrm flipH="1">
            <a:off x="2482956" y="2015013"/>
            <a:ext cx="621792" cy="621792"/>
            <a:chOff x="10579100" y="3198168"/>
            <a:chExt cx="510400" cy="510400"/>
          </a:xfrm>
        </p:grpSpPr>
        <p:sp>
          <p:nvSpPr>
            <p:cNvPr id="25" name="Rectangle 24">
              <a:extLst>
                <a:ext uri="{FF2B5EF4-FFF2-40B4-BE49-F238E27FC236}">
                  <a16:creationId xmlns:a16="http://schemas.microsoft.com/office/drawing/2014/main" id="{6ED03A74-1E83-F475-9AB9-B296F3D2F6A9}"/>
                </a:ext>
              </a:extLst>
            </p:cNvPr>
            <p:cNvSpPr/>
            <p:nvPr/>
          </p:nvSpPr>
          <p:spPr>
            <a:xfrm>
              <a:off x="10579100" y="3198168"/>
              <a:ext cx="510400" cy="510400"/>
            </a:xfrm>
            <a:prstGeom prst="rect">
              <a:avLst/>
            </a:prstGeom>
            <a:noFill/>
            <a:ln w="842" cap="flat">
              <a:noFill/>
              <a:prstDash val="solid"/>
              <a:round/>
            </a:ln>
          </p:spPr>
          <p:txBody>
            <a:bodyPr/>
            <a:lstStyle/>
            <a:p>
              <a:endParaRPr lang="en-US"/>
            </a:p>
          </p:txBody>
        </p:sp>
        <p:sp>
          <p:nvSpPr>
            <p:cNvPr id="27" name="Rectangle 26">
              <a:extLst>
                <a:ext uri="{FF2B5EF4-FFF2-40B4-BE49-F238E27FC236}">
                  <a16:creationId xmlns:a16="http://schemas.microsoft.com/office/drawing/2014/main" id="{CF2FB135-992F-C10C-175E-CE338DE8CB2D}"/>
                </a:ext>
              </a:extLst>
            </p:cNvPr>
            <p:cNvSpPr/>
            <p:nvPr/>
          </p:nvSpPr>
          <p:spPr>
            <a:xfrm>
              <a:off x="10579100" y="3198168"/>
              <a:ext cx="510400" cy="510400"/>
            </a:xfrm>
            <a:prstGeom prst="rect">
              <a:avLst/>
            </a:prstGeom>
            <a:solidFill>
              <a:srgbClr val="FE7AAA"/>
            </a:solidFill>
            <a:ln w="842" cap="flat">
              <a:noFill/>
              <a:prstDash val="solid"/>
              <a:round/>
            </a:ln>
          </p:spPr>
          <p:txBody>
            <a:bodyPr/>
            <a:lstStyle/>
            <a:p>
              <a:endParaRPr lang="en-US"/>
            </a:p>
          </p:txBody>
        </p:sp>
      </p:grpSp>
      <p:sp>
        <p:nvSpPr>
          <p:cNvPr id="29" name="Rectangle 28">
            <a:extLst>
              <a:ext uri="{FF2B5EF4-FFF2-40B4-BE49-F238E27FC236}">
                <a16:creationId xmlns:a16="http://schemas.microsoft.com/office/drawing/2014/main" id="{C3EECE99-F3E9-748A-C0AE-77393483A615}"/>
              </a:ext>
            </a:extLst>
          </p:cNvPr>
          <p:cNvSpPr/>
          <p:nvPr/>
        </p:nvSpPr>
        <p:spPr>
          <a:xfrm>
            <a:off x="0" y="2636810"/>
            <a:ext cx="1241478" cy="124147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grpSp>
        <p:nvGrpSpPr>
          <p:cNvPr id="2" name="Graphic 30">
            <a:extLst>
              <a:ext uri="{FF2B5EF4-FFF2-40B4-BE49-F238E27FC236}">
                <a16:creationId xmlns:a16="http://schemas.microsoft.com/office/drawing/2014/main" id="{A4AB0523-0E63-B3A6-D242-99C5FB925A54}"/>
              </a:ext>
            </a:extLst>
          </p:cNvPr>
          <p:cNvGrpSpPr/>
          <p:nvPr/>
        </p:nvGrpSpPr>
        <p:grpSpPr>
          <a:xfrm>
            <a:off x="0" y="2636805"/>
            <a:ext cx="1241150" cy="1241150"/>
            <a:chOff x="0" y="2636805"/>
            <a:chExt cx="1241150" cy="1241150"/>
          </a:xfrm>
        </p:grpSpPr>
        <p:sp>
          <p:nvSpPr>
            <p:cNvPr id="5" name="Rectangle 4">
              <a:extLst>
                <a:ext uri="{FF2B5EF4-FFF2-40B4-BE49-F238E27FC236}">
                  <a16:creationId xmlns:a16="http://schemas.microsoft.com/office/drawing/2014/main" id="{93449888-FA7E-6FE5-CA9C-BD8ECF1F1DA2}"/>
                </a:ext>
              </a:extLst>
            </p:cNvPr>
            <p:cNvSpPr/>
            <p:nvPr/>
          </p:nvSpPr>
          <p:spPr>
            <a:xfrm>
              <a:off x="0" y="2636805"/>
              <a:ext cx="1241150" cy="1241150"/>
            </a:xfrm>
            <a:prstGeom prst="rect">
              <a:avLst/>
            </a:prstGeom>
            <a:noFill/>
            <a:ln w="4154" cap="flat">
              <a:noFill/>
              <a:prstDash val="solid"/>
              <a:round/>
            </a:ln>
          </p:spPr>
          <p:txBody>
            <a:bodyPr/>
            <a:lstStyle/>
            <a:p>
              <a:endParaRPr lang="en-US"/>
            </a:p>
          </p:txBody>
        </p:sp>
        <p:grpSp>
          <p:nvGrpSpPr>
            <p:cNvPr id="6" name="Graphic 30">
              <a:extLst>
                <a:ext uri="{FF2B5EF4-FFF2-40B4-BE49-F238E27FC236}">
                  <a16:creationId xmlns:a16="http://schemas.microsoft.com/office/drawing/2014/main" id="{2FF51FD2-C5F1-D89B-32B1-CCF510CB6F3A}"/>
                </a:ext>
              </a:extLst>
            </p:cNvPr>
            <p:cNvGrpSpPr/>
            <p:nvPr/>
          </p:nvGrpSpPr>
          <p:grpSpPr>
            <a:xfrm>
              <a:off x="211694" y="3024922"/>
              <a:ext cx="817901" cy="507697"/>
              <a:chOff x="211694" y="3024922"/>
              <a:chExt cx="817901" cy="507697"/>
            </a:xfrm>
          </p:grpSpPr>
          <p:sp>
            <p:nvSpPr>
              <p:cNvPr id="7" name="Freeform: Shape 6">
                <a:extLst>
                  <a:ext uri="{FF2B5EF4-FFF2-40B4-BE49-F238E27FC236}">
                    <a16:creationId xmlns:a16="http://schemas.microsoft.com/office/drawing/2014/main" id="{E006D744-774E-69DA-9F06-2AF8BFDBF0A7}"/>
                  </a:ext>
                </a:extLst>
              </p:cNvPr>
              <p:cNvSpPr/>
              <p:nvPr/>
            </p:nvSpPr>
            <p:spPr>
              <a:xfrm>
                <a:off x="260879" y="3024922"/>
                <a:ext cx="708605" cy="255864"/>
              </a:xfrm>
              <a:custGeom>
                <a:avLst/>
                <a:gdLst>
                  <a:gd name="csX0" fmla="*/ 522555 w 708605"/>
                  <a:gd name="csY0" fmla="*/ 180275 h 255864"/>
                  <a:gd name="csX1" fmla="*/ 616866 w 708605"/>
                  <a:gd name="csY1" fmla="*/ 256368 h 255864"/>
                  <a:gd name="csX2" fmla="*/ 709261 w 708605"/>
                  <a:gd name="csY2" fmla="*/ 176143 h 255864"/>
                  <a:gd name="csX3" fmla="*/ 648653 w 708605"/>
                  <a:gd name="csY3" fmla="*/ 105360 h 255864"/>
                  <a:gd name="csX4" fmla="*/ 614059 w 708605"/>
                  <a:gd name="csY4" fmla="*/ 96805 h 255864"/>
                  <a:gd name="csX5" fmla="*/ 585384 w 708605"/>
                  <a:gd name="csY5" fmla="*/ 71441 h 255864"/>
                  <a:gd name="csX6" fmla="*/ 616129 w 708605"/>
                  <a:gd name="csY6" fmla="*/ 47476 h 255864"/>
                  <a:gd name="csX7" fmla="*/ 648870 w 708605"/>
                  <a:gd name="csY7" fmla="*/ 74685 h 255864"/>
                  <a:gd name="csX8" fmla="*/ 658332 w 708605"/>
                  <a:gd name="csY8" fmla="*/ 81837 h 255864"/>
                  <a:gd name="csX9" fmla="*/ 697654 w 708605"/>
                  <a:gd name="csY9" fmla="*/ 75127 h 255864"/>
                  <a:gd name="csX10" fmla="*/ 703938 w 708605"/>
                  <a:gd name="csY10" fmla="*/ 64511 h 255864"/>
                  <a:gd name="csX11" fmla="*/ 616129 w 708605"/>
                  <a:gd name="csY11" fmla="*/ 504 h 255864"/>
                  <a:gd name="csX12" fmla="*/ 526695 w 708605"/>
                  <a:gd name="csY12" fmla="*/ 75273 h 255864"/>
                  <a:gd name="csX13" fmla="*/ 594842 w 708605"/>
                  <a:gd name="csY13" fmla="*/ 146356 h 255864"/>
                  <a:gd name="csX14" fmla="*/ 620561 w 708605"/>
                  <a:gd name="csY14" fmla="*/ 152549 h 255864"/>
                  <a:gd name="csX15" fmla="*/ 650573 w 708605"/>
                  <a:gd name="csY15" fmla="*/ 181970 h 255864"/>
                  <a:gd name="csX16" fmla="*/ 617016 w 708605"/>
                  <a:gd name="csY16" fmla="*/ 209325 h 255864"/>
                  <a:gd name="csX17" fmla="*/ 577545 w 708605"/>
                  <a:gd name="csY17" fmla="*/ 170100 h 255864"/>
                  <a:gd name="csX18" fmla="*/ 568087 w 708605"/>
                  <a:gd name="csY18" fmla="*/ 162945 h 255864"/>
                  <a:gd name="csX19" fmla="*/ 528761 w 708605"/>
                  <a:gd name="csY19" fmla="*/ 169659 h 255864"/>
                  <a:gd name="csX20" fmla="*/ 522555 w 708605"/>
                  <a:gd name="csY20" fmla="*/ 180275 h 255864"/>
                  <a:gd name="csX21" fmla="*/ 208498 w 708605"/>
                  <a:gd name="csY21" fmla="*/ 14369 h 255864"/>
                  <a:gd name="csX22" fmla="*/ 262234 w 708605"/>
                  <a:gd name="csY22" fmla="*/ 244277 h 255864"/>
                  <a:gd name="csX23" fmla="*/ 270510 w 708605"/>
                  <a:gd name="csY23" fmla="*/ 251062 h 255864"/>
                  <a:gd name="csX24" fmla="*/ 324025 w 708605"/>
                  <a:gd name="csY24" fmla="*/ 251062 h 255864"/>
                  <a:gd name="csX25" fmla="*/ 332301 w 708605"/>
                  <a:gd name="csY25" fmla="*/ 244277 h 255864"/>
                  <a:gd name="csX26" fmla="*/ 362680 w 708605"/>
                  <a:gd name="csY26" fmla="*/ 107718 h 255864"/>
                  <a:gd name="csX27" fmla="*/ 365046 w 708605"/>
                  <a:gd name="csY27" fmla="*/ 107718 h 255864"/>
                  <a:gd name="csX28" fmla="*/ 395350 w 708605"/>
                  <a:gd name="csY28" fmla="*/ 244277 h 255864"/>
                  <a:gd name="csX29" fmla="*/ 403630 w 708605"/>
                  <a:gd name="csY29" fmla="*/ 251062 h 255864"/>
                  <a:gd name="csX30" fmla="*/ 457216 w 708605"/>
                  <a:gd name="csY30" fmla="*/ 251062 h 255864"/>
                  <a:gd name="csX31" fmla="*/ 465492 w 708605"/>
                  <a:gd name="csY31" fmla="*/ 244277 h 255864"/>
                  <a:gd name="csX32" fmla="*/ 519153 w 708605"/>
                  <a:gd name="csY32" fmla="*/ 14369 h 255864"/>
                  <a:gd name="csX33" fmla="*/ 512351 w 708605"/>
                  <a:gd name="csY33" fmla="*/ 5814 h 255864"/>
                  <a:gd name="csX34" fmla="*/ 464979 w 708605"/>
                  <a:gd name="csY34" fmla="*/ 5814 h 255864"/>
                  <a:gd name="csX35" fmla="*/ 456695 w 708605"/>
                  <a:gd name="csY35" fmla="*/ 12895 h 255864"/>
                  <a:gd name="csX36" fmla="*/ 428020 w 708605"/>
                  <a:gd name="csY36" fmla="*/ 180350 h 255864"/>
                  <a:gd name="csX37" fmla="*/ 425654 w 708605"/>
                  <a:gd name="csY37" fmla="*/ 180350 h 255864"/>
                  <a:gd name="csX38" fmla="*/ 393946 w 708605"/>
                  <a:gd name="csY38" fmla="*/ 12599 h 255864"/>
                  <a:gd name="csX39" fmla="*/ 385371 w 708605"/>
                  <a:gd name="csY39" fmla="*/ 5814 h 255864"/>
                  <a:gd name="csX40" fmla="*/ 342355 w 708605"/>
                  <a:gd name="csY40" fmla="*/ 5814 h 255864"/>
                  <a:gd name="csX41" fmla="*/ 333780 w 708605"/>
                  <a:gd name="csY41" fmla="*/ 12599 h 255864"/>
                  <a:gd name="csX42" fmla="*/ 302072 w 708605"/>
                  <a:gd name="csY42" fmla="*/ 180350 h 255864"/>
                  <a:gd name="csX43" fmla="*/ 299706 w 708605"/>
                  <a:gd name="csY43" fmla="*/ 180350 h 255864"/>
                  <a:gd name="csX44" fmla="*/ 271027 w 708605"/>
                  <a:gd name="csY44" fmla="*/ 12895 h 255864"/>
                  <a:gd name="csX45" fmla="*/ 262751 w 708605"/>
                  <a:gd name="csY45" fmla="*/ 5814 h 255864"/>
                  <a:gd name="csX46" fmla="*/ 215300 w 708605"/>
                  <a:gd name="csY46" fmla="*/ 5814 h 255864"/>
                  <a:gd name="csX47" fmla="*/ 208498 w 708605"/>
                  <a:gd name="csY47" fmla="*/ 14369 h 255864"/>
                  <a:gd name="csX48" fmla="*/ 62742 w 708605"/>
                  <a:gd name="csY48" fmla="*/ 174744 h 255864"/>
                  <a:gd name="csX49" fmla="*/ 117291 w 708605"/>
                  <a:gd name="csY49" fmla="*/ 129767 h 255864"/>
                  <a:gd name="csX50" fmla="*/ 134513 w 708605"/>
                  <a:gd name="csY50" fmla="*/ 131537 h 255864"/>
                  <a:gd name="csX51" fmla="*/ 134513 w 708605"/>
                  <a:gd name="csY51" fmla="*/ 147018 h 255864"/>
                  <a:gd name="csX52" fmla="*/ 94525 w 708605"/>
                  <a:gd name="csY52" fmla="*/ 209325 h 255864"/>
                  <a:gd name="csX53" fmla="*/ 62742 w 708605"/>
                  <a:gd name="csY53" fmla="*/ 174744 h 255864"/>
                  <a:gd name="csX54" fmla="*/ 71464 w 708605"/>
                  <a:gd name="csY54" fmla="*/ 256368 h 255864"/>
                  <a:gd name="csX55" fmla="*/ 133921 w 708605"/>
                  <a:gd name="csY55" fmla="*/ 215669 h 255864"/>
                  <a:gd name="csX56" fmla="*/ 136287 w 708605"/>
                  <a:gd name="csY56" fmla="*/ 215669 h 255864"/>
                  <a:gd name="csX57" fmla="*/ 142197 w 708605"/>
                  <a:gd name="csY57" fmla="*/ 243395 h 255864"/>
                  <a:gd name="csX58" fmla="*/ 150477 w 708605"/>
                  <a:gd name="csY58" fmla="*/ 251062 h 255864"/>
                  <a:gd name="csX59" fmla="*/ 187211 w 708605"/>
                  <a:gd name="csY59" fmla="*/ 251062 h 255864"/>
                  <a:gd name="csX60" fmla="*/ 194900 w 708605"/>
                  <a:gd name="csY60" fmla="*/ 243395 h 255864"/>
                  <a:gd name="csX61" fmla="*/ 194900 w 708605"/>
                  <a:gd name="csY61" fmla="*/ 95110 h 255864"/>
                  <a:gd name="csX62" fmla="*/ 100881 w 708605"/>
                  <a:gd name="csY62" fmla="*/ 504 h 255864"/>
                  <a:gd name="csX63" fmla="*/ 8119 w 708605"/>
                  <a:gd name="csY63" fmla="*/ 64511 h 255864"/>
                  <a:gd name="csX64" fmla="*/ 14404 w 708605"/>
                  <a:gd name="csY64" fmla="*/ 75127 h 255864"/>
                  <a:gd name="csX65" fmla="*/ 53725 w 708605"/>
                  <a:gd name="csY65" fmla="*/ 81837 h 255864"/>
                  <a:gd name="csX66" fmla="*/ 63184 w 708605"/>
                  <a:gd name="csY66" fmla="*/ 74685 h 255864"/>
                  <a:gd name="csX67" fmla="*/ 100881 w 708605"/>
                  <a:gd name="csY67" fmla="*/ 47476 h 255864"/>
                  <a:gd name="csX68" fmla="*/ 134513 w 708605"/>
                  <a:gd name="csY68" fmla="*/ 87368 h 255864"/>
                  <a:gd name="csX69" fmla="*/ 134513 w 708605"/>
                  <a:gd name="csY69" fmla="*/ 98280 h 255864"/>
                  <a:gd name="csX70" fmla="*/ 108569 w 708605"/>
                  <a:gd name="csY70" fmla="*/ 95993 h 255864"/>
                  <a:gd name="csX71" fmla="*/ 656 w 708605"/>
                  <a:gd name="csY71" fmla="*/ 182707 h 255864"/>
                  <a:gd name="csX72" fmla="*/ 71464 w 708605"/>
                  <a:gd name="csY72" fmla="*/ 256368 h 2558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708605" h="255864">
                    <a:moveTo>
                      <a:pt x="522555" y="180275"/>
                    </a:moveTo>
                    <a:cubicBezTo>
                      <a:pt x="532018" y="229013"/>
                      <a:pt x="567195" y="256368"/>
                      <a:pt x="616866" y="256368"/>
                    </a:cubicBezTo>
                    <a:cubicBezTo>
                      <a:pt x="670973" y="256368"/>
                      <a:pt x="709261" y="222453"/>
                      <a:pt x="709261" y="176143"/>
                    </a:cubicBezTo>
                    <a:cubicBezTo>
                      <a:pt x="709261" y="138317"/>
                      <a:pt x="689082" y="115314"/>
                      <a:pt x="648653" y="105360"/>
                    </a:cubicBezTo>
                    <a:lnTo>
                      <a:pt x="614059" y="96805"/>
                    </a:lnTo>
                    <a:cubicBezTo>
                      <a:pt x="595579" y="92232"/>
                      <a:pt x="585384" y="84715"/>
                      <a:pt x="585384" y="71441"/>
                    </a:cubicBezTo>
                    <a:cubicBezTo>
                      <a:pt x="585384" y="58092"/>
                      <a:pt x="595800" y="47476"/>
                      <a:pt x="616129" y="47476"/>
                    </a:cubicBezTo>
                    <a:cubicBezTo>
                      <a:pt x="633647" y="47476"/>
                      <a:pt x="644213" y="57801"/>
                      <a:pt x="648870" y="74685"/>
                    </a:cubicBezTo>
                    <a:cubicBezTo>
                      <a:pt x="650498" y="80362"/>
                      <a:pt x="653530" y="82649"/>
                      <a:pt x="658332" y="81837"/>
                    </a:cubicBezTo>
                    <a:lnTo>
                      <a:pt x="697654" y="75127"/>
                    </a:lnTo>
                    <a:cubicBezTo>
                      <a:pt x="702831" y="74244"/>
                      <a:pt x="705342" y="69967"/>
                      <a:pt x="703938" y="64511"/>
                    </a:cubicBezTo>
                    <a:cubicBezTo>
                      <a:pt x="693147" y="22699"/>
                      <a:pt x="663655" y="504"/>
                      <a:pt x="616129" y="504"/>
                    </a:cubicBezTo>
                    <a:cubicBezTo>
                      <a:pt x="562839" y="504"/>
                      <a:pt x="526695" y="29925"/>
                      <a:pt x="526695" y="75273"/>
                    </a:cubicBezTo>
                    <a:cubicBezTo>
                      <a:pt x="526695" y="112732"/>
                      <a:pt x="548349" y="135148"/>
                      <a:pt x="594842" y="146356"/>
                    </a:cubicBezTo>
                    <a:lnTo>
                      <a:pt x="620561" y="152549"/>
                    </a:lnTo>
                    <a:cubicBezTo>
                      <a:pt x="642293" y="157784"/>
                      <a:pt x="650573" y="166706"/>
                      <a:pt x="650573" y="181970"/>
                    </a:cubicBezTo>
                    <a:cubicBezTo>
                      <a:pt x="650573" y="197822"/>
                      <a:pt x="638078" y="209325"/>
                      <a:pt x="617016" y="209325"/>
                    </a:cubicBezTo>
                    <a:cubicBezTo>
                      <a:pt x="597354" y="209325"/>
                      <a:pt x="583755" y="196939"/>
                      <a:pt x="577545" y="170100"/>
                    </a:cubicBezTo>
                    <a:cubicBezTo>
                      <a:pt x="576291" y="164494"/>
                      <a:pt x="573039" y="162062"/>
                      <a:pt x="568087" y="162945"/>
                    </a:cubicBezTo>
                    <a:lnTo>
                      <a:pt x="528761" y="169659"/>
                    </a:lnTo>
                    <a:cubicBezTo>
                      <a:pt x="523734" y="170541"/>
                      <a:pt x="521298" y="174669"/>
                      <a:pt x="522555" y="180275"/>
                    </a:cubicBezTo>
                    <a:moveTo>
                      <a:pt x="208498" y="14369"/>
                    </a:moveTo>
                    <a:lnTo>
                      <a:pt x="262234" y="244277"/>
                    </a:lnTo>
                    <a:cubicBezTo>
                      <a:pt x="263267" y="248996"/>
                      <a:pt x="266075" y="251062"/>
                      <a:pt x="270510" y="251062"/>
                    </a:cubicBezTo>
                    <a:lnTo>
                      <a:pt x="324025" y="251062"/>
                    </a:lnTo>
                    <a:cubicBezTo>
                      <a:pt x="328457" y="251062"/>
                      <a:pt x="331268" y="248996"/>
                      <a:pt x="332301" y="244277"/>
                    </a:cubicBezTo>
                    <a:lnTo>
                      <a:pt x="362680" y="107718"/>
                    </a:lnTo>
                    <a:lnTo>
                      <a:pt x="365046" y="107718"/>
                    </a:lnTo>
                    <a:lnTo>
                      <a:pt x="395350" y="244277"/>
                    </a:lnTo>
                    <a:cubicBezTo>
                      <a:pt x="396387" y="248996"/>
                      <a:pt x="399194" y="251062"/>
                      <a:pt x="403630" y="251062"/>
                    </a:cubicBezTo>
                    <a:lnTo>
                      <a:pt x="457216" y="251062"/>
                    </a:lnTo>
                    <a:cubicBezTo>
                      <a:pt x="461647" y="251062"/>
                      <a:pt x="464384" y="248996"/>
                      <a:pt x="465492" y="244277"/>
                    </a:cubicBezTo>
                    <a:lnTo>
                      <a:pt x="519153" y="14369"/>
                    </a:lnTo>
                    <a:cubicBezTo>
                      <a:pt x="520410" y="9059"/>
                      <a:pt x="517674" y="5814"/>
                      <a:pt x="512351" y="5814"/>
                    </a:cubicBezTo>
                    <a:lnTo>
                      <a:pt x="464979" y="5814"/>
                    </a:lnTo>
                    <a:cubicBezTo>
                      <a:pt x="460244" y="5814"/>
                      <a:pt x="457437" y="8471"/>
                      <a:pt x="456695" y="12895"/>
                    </a:cubicBezTo>
                    <a:lnTo>
                      <a:pt x="428020" y="180350"/>
                    </a:lnTo>
                    <a:lnTo>
                      <a:pt x="425654" y="180350"/>
                    </a:lnTo>
                    <a:lnTo>
                      <a:pt x="393946" y="12599"/>
                    </a:lnTo>
                    <a:cubicBezTo>
                      <a:pt x="393059" y="8176"/>
                      <a:pt x="389806" y="5814"/>
                      <a:pt x="385371" y="5814"/>
                    </a:cubicBezTo>
                    <a:lnTo>
                      <a:pt x="342355" y="5814"/>
                    </a:lnTo>
                    <a:cubicBezTo>
                      <a:pt x="337920" y="5814"/>
                      <a:pt x="334592" y="8176"/>
                      <a:pt x="333780" y="12599"/>
                    </a:cubicBezTo>
                    <a:lnTo>
                      <a:pt x="302072" y="180350"/>
                    </a:lnTo>
                    <a:lnTo>
                      <a:pt x="299706" y="180350"/>
                    </a:lnTo>
                    <a:lnTo>
                      <a:pt x="271027" y="12895"/>
                    </a:lnTo>
                    <a:cubicBezTo>
                      <a:pt x="270214" y="8471"/>
                      <a:pt x="267482" y="5814"/>
                      <a:pt x="262751" y="5814"/>
                    </a:cubicBezTo>
                    <a:lnTo>
                      <a:pt x="215300" y="5814"/>
                    </a:lnTo>
                    <a:cubicBezTo>
                      <a:pt x="209977" y="5814"/>
                      <a:pt x="207241" y="9059"/>
                      <a:pt x="208498" y="14369"/>
                    </a:cubicBezTo>
                    <a:moveTo>
                      <a:pt x="62742" y="174744"/>
                    </a:moveTo>
                    <a:cubicBezTo>
                      <a:pt x="62742" y="146947"/>
                      <a:pt x="83584" y="129767"/>
                      <a:pt x="117291" y="129767"/>
                    </a:cubicBezTo>
                    <a:cubicBezTo>
                      <a:pt x="122684" y="129767"/>
                      <a:pt x="128303" y="130354"/>
                      <a:pt x="134513" y="131537"/>
                    </a:cubicBezTo>
                    <a:lnTo>
                      <a:pt x="134513" y="147018"/>
                    </a:lnTo>
                    <a:cubicBezTo>
                      <a:pt x="134513" y="187060"/>
                      <a:pt x="120248" y="209325"/>
                      <a:pt x="94525" y="209325"/>
                    </a:cubicBezTo>
                    <a:cubicBezTo>
                      <a:pt x="75083" y="209325"/>
                      <a:pt x="62742" y="195906"/>
                      <a:pt x="62742" y="174744"/>
                    </a:cubicBezTo>
                    <a:moveTo>
                      <a:pt x="71464" y="256368"/>
                    </a:moveTo>
                    <a:cubicBezTo>
                      <a:pt x="100510" y="256368"/>
                      <a:pt x="123201" y="241624"/>
                      <a:pt x="133921" y="215669"/>
                    </a:cubicBezTo>
                    <a:lnTo>
                      <a:pt x="136287" y="215669"/>
                    </a:lnTo>
                    <a:lnTo>
                      <a:pt x="142197" y="243395"/>
                    </a:lnTo>
                    <a:cubicBezTo>
                      <a:pt x="143234" y="248405"/>
                      <a:pt x="146191" y="251062"/>
                      <a:pt x="150477" y="251062"/>
                    </a:cubicBezTo>
                    <a:lnTo>
                      <a:pt x="187211" y="251062"/>
                    </a:lnTo>
                    <a:cubicBezTo>
                      <a:pt x="191647" y="251062"/>
                      <a:pt x="194900" y="247818"/>
                      <a:pt x="194900" y="243395"/>
                    </a:cubicBezTo>
                    <a:lnTo>
                      <a:pt x="194900" y="95110"/>
                    </a:lnTo>
                    <a:cubicBezTo>
                      <a:pt x="194900" y="32949"/>
                      <a:pt x="162597" y="504"/>
                      <a:pt x="100881" y="504"/>
                    </a:cubicBezTo>
                    <a:cubicBezTo>
                      <a:pt x="52763" y="504"/>
                      <a:pt x="18765" y="23882"/>
                      <a:pt x="8119" y="64511"/>
                    </a:cubicBezTo>
                    <a:cubicBezTo>
                      <a:pt x="6791" y="69967"/>
                      <a:pt x="9227" y="74244"/>
                      <a:pt x="14404" y="75127"/>
                    </a:cubicBezTo>
                    <a:lnTo>
                      <a:pt x="53725" y="81837"/>
                    </a:lnTo>
                    <a:cubicBezTo>
                      <a:pt x="58527" y="82649"/>
                      <a:pt x="61560" y="80362"/>
                      <a:pt x="63184" y="74685"/>
                    </a:cubicBezTo>
                    <a:cubicBezTo>
                      <a:pt x="68211" y="56693"/>
                      <a:pt x="80922" y="47476"/>
                      <a:pt x="100881" y="47476"/>
                    </a:cubicBezTo>
                    <a:cubicBezTo>
                      <a:pt x="123201" y="47476"/>
                      <a:pt x="134513" y="60895"/>
                      <a:pt x="134513" y="87368"/>
                    </a:cubicBezTo>
                    <a:lnTo>
                      <a:pt x="134513" y="98280"/>
                    </a:lnTo>
                    <a:cubicBezTo>
                      <a:pt x="126970" y="96730"/>
                      <a:pt x="118915" y="95993"/>
                      <a:pt x="108569" y="95993"/>
                    </a:cubicBezTo>
                    <a:cubicBezTo>
                      <a:pt x="42488" y="95993"/>
                      <a:pt x="656" y="129617"/>
                      <a:pt x="656" y="182707"/>
                    </a:cubicBezTo>
                    <a:cubicBezTo>
                      <a:pt x="656" y="226801"/>
                      <a:pt x="29040" y="256368"/>
                      <a:pt x="71464" y="256368"/>
                    </a:cubicBezTo>
                  </a:path>
                </a:pathLst>
              </a:custGeom>
              <a:solidFill>
                <a:srgbClr val="000000"/>
              </a:solidFill>
              <a:ln w="4154" cap="flat">
                <a:noFill/>
                <a:prstDash val="solid"/>
                <a:round/>
              </a:ln>
            </p:spPr>
            <p:txBody>
              <a:bodyPr/>
              <a:lstStyle/>
              <a:p>
                <a:endParaRPr lang="en-US"/>
              </a:p>
            </p:txBody>
          </p:sp>
          <p:sp>
            <p:nvSpPr>
              <p:cNvPr id="8" name="Freeform: Shape 7">
                <a:extLst>
                  <a:ext uri="{FF2B5EF4-FFF2-40B4-BE49-F238E27FC236}">
                    <a16:creationId xmlns:a16="http://schemas.microsoft.com/office/drawing/2014/main" id="{901A8D65-50D5-7984-F384-67856D91E084}"/>
                  </a:ext>
                </a:extLst>
              </p:cNvPr>
              <p:cNvSpPr/>
              <p:nvPr/>
            </p:nvSpPr>
            <p:spPr>
              <a:xfrm>
                <a:off x="211694" y="3319075"/>
                <a:ext cx="817901" cy="213544"/>
              </a:xfrm>
              <a:custGeom>
                <a:avLst/>
                <a:gdLst>
                  <a:gd name="csX0" fmla="*/ 657895 w 817901"/>
                  <a:gd name="csY0" fmla="*/ 43429 h 213544"/>
                  <a:gd name="csX1" fmla="*/ 682731 w 817901"/>
                  <a:gd name="csY1" fmla="*/ 47560 h 213544"/>
                  <a:gd name="csX2" fmla="*/ 770832 w 817901"/>
                  <a:gd name="csY2" fmla="*/ 49922 h 213544"/>
                  <a:gd name="csX3" fmla="*/ 742744 w 817901"/>
                  <a:gd name="csY3" fmla="*/ 133387 h 213544"/>
                  <a:gd name="csX4" fmla="*/ 738608 w 817901"/>
                  <a:gd name="csY4" fmla="*/ 158160 h 213544"/>
                  <a:gd name="csX5" fmla="*/ 744522 w 817901"/>
                  <a:gd name="csY5" fmla="*/ 160817 h 213544"/>
                  <a:gd name="csX6" fmla="*/ 769353 w 817901"/>
                  <a:gd name="csY6" fmla="*/ 145774 h 213544"/>
                  <a:gd name="csX7" fmla="*/ 810449 w 817901"/>
                  <a:gd name="csY7" fmla="*/ 85607 h 213544"/>
                  <a:gd name="csX8" fmla="*/ 813997 w 817901"/>
                  <a:gd name="csY8" fmla="*/ 19539 h 213544"/>
                  <a:gd name="csX9" fmla="*/ 751023 w 817901"/>
                  <a:gd name="csY9" fmla="*/ 813 h 213544"/>
                  <a:gd name="csX10" fmla="*/ 679774 w 817901"/>
                  <a:gd name="csY10" fmla="*/ 18360 h 213544"/>
                  <a:gd name="csX11" fmla="*/ 657895 w 817901"/>
                  <a:gd name="csY11" fmla="*/ 43429 h 213544"/>
                  <a:gd name="csX12" fmla="*/ 1847 w 817901"/>
                  <a:gd name="csY12" fmla="*/ 31042 h 213544"/>
                  <a:gd name="csX13" fmla="*/ 15746 w 817901"/>
                  <a:gd name="csY13" fmla="*/ 53754 h 213544"/>
                  <a:gd name="csX14" fmla="*/ 393584 w 817901"/>
                  <a:gd name="csY14" fmla="*/ 214349 h 213544"/>
                  <a:gd name="csX15" fmla="*/ 711702 w 817901"/>
                  <a:gd name="csY15" fmla="*/ 111854 h 213544"/>
                  <a:gd name="csX16" fmla="*/ 731511 w 817901"/>
                  <a:gd name="csY16" fmla="*/ 84133 h 213544"/>
                  <a:gd name="csX17" fmla="*/ 728258 w 817901"/>
                  <a:gd name="csY17" fmla="*/ 76465 h 213544"/>
                  <a:gd name="csX18" fmla="*/ 700174 w 817901"/>
                  <a:gd name="csY18" fmla="*/ 80888 h 213544"/>
                  <a:gd name="csX19" fmla="*/ 406592 w 817901"/>
                  <a:gd name="csY19" fmla="*/ 143116 h 213544"/>
                  <a:gd name="csX20" fmla="*/ 32597 w 817901"/>
                  <a:gd name="csY20" fmla="*/ 26323 h 213544"/>
                  <a:gd name="csX21" fmla="*/ 4213 w 817901"/>
                  <a:gd name="csY21" fmla="*/ 16294 h 213544"/>
                  <a:gd name="csX22" fmla="*/ 1847 w 817901"/>
                  <a:gd name="csY22" fmla="*/ 31042 h 213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817901" h="213544">
                    <a:moveTo>
                      <a:pt x="657895" y="43429"/>
                    </a:moveTo>
                    <a:cubicBezTo>
                      <a:pt x="660848" y="50213"/>
                      <a:pt x="669424" y="50359"/>
                      <a:pt x="682731" y="47560"/>
                    </a:cubicBezTo>
                    <a:cubicBezTo>
                      <a:pt x="718208" y="40038"/>
                      <a:pt x="763293" y="39151"/>
                      <a:pt x="770832" y="49922"/>
                    </a:cubicBezTo>
                    <a:cubicBezTo>
                      <a:pt x="778375" y="60684"/>
                      <a:pt x="761815" y="102567"/>
                      <a:pt x="742744" y="133387"/>
                    </a:cubicBezTo>
                    <a:cubicBezTo>
                      <a:pt x="735501" y="145037"/>
                      <a:pt x="732839" y="152413"/>
                      <a:pt x="738608" y="158160"/>
                    </a:cubicBezTo>
                    <a:cubicBezTo>
                      <a:pt x="740232" y="159785"/>
                      <a:pt x="742156" y="160817"/>
                      <a:pt x="744522" y="160817"/>
                    </a:cubicBezTo>
                    <a:cubicBezTo>
                      <a:pt x="751615" y="160817"/>
                      <a:pt x="760632" y="153441"/>
                      <a:pt x="769353" y="145774"/>
                    </a:cubicBezTo>
                    <a:cubicBezTo>
                      <a:pt x="787833" y="129406"/>
                      <a:pt x="802319" y="108910"/>
                      <a:pt x="810449" y="85607"/>
                    </a:cubicBezTo>
                    <a:cubicBezTo>
                      <a:pt x="818283" y="63191"/>
                      <a:pt x="822273" y="31634"/>
                      <a:pt x="813997" y="19539"/>
                    </a:cubicBezTo>
                    <a:cubicBezTo>
                      <a:pt x="806013" y="8035"/>
                      <a:pt x="774972" y="517"/>
                      <a:pt x="751023" y="813"/>
                    </a:cubicBezTo>
                    <a:cubicBezTo>
                      <a:pt x="725892" y="1105"/>
                      <a:pt x="701648" y="6856"/>
                      <a:pt x="679774" y="18360"/>
                    </a:cubicBezTo>
                    <a:cubicBezTo>
                      <a:pt x="666171" y="25732"/>
                      <a:pt x="653756" y="33991"/>
                      <a:pt x="657895" y="43429"/>
                    </a:cubicBezTo>
                    <a:moveTo>
                      <a:pt x="1847" y="31042"/>
                    </a:moveTo>
                    <a:cubicBezTo>
                      <a:pt x="3917" y="37235"/>
                      <a:pt x="8649" y="45053"/>
                      <a:pt x="15746" y="53754"/>
                    </a:cubicBezTo>
                    <a:cubicBezTo>
                      <a:pt x="106508" y="165532"/>
                      <a:pt x="252560" y="214349"/>
                      <a:pt x="393584" y="214349"/>
                    </a:cubicBezTo>
                    <a:cubicBezTo>
                      <a:pt x="516867" y="214349"/>
                      <a:pt x="636013" y="177331"/>
                      <a:pt x="711702" y="111854"/>
                    </a:cubicBezTo>
                    <a:cubicBezTo>
                      <a:pt x="724859" y="100501"/>
                      <a:pt x="731511" y="91209"/>
                      <a:pt x="731511" y="84133"/>
                    </a:cubicBezTo>
                    <a:cubicBezTo>
                      <a:pt x="731511" y="81180"/>
                      <a:pt x="730474" y="78672"/>
                      <a:pt x="728258" y="76465"/>
                    </a:cubicBezTo>
                    <a:cubicBezTo>
                      <a:pt x="721752" y="69680"/>
                      <a:pt x="711998" y="74695"/>
                      <a:pt x="700174" y="80888"/>
                    </a:cubicBezTo>
                    <a:cubicBezTo>
                      <a:pt x="629807" y="117752"/>
                      <a:pt x="521598" y="143116"/>
                      <a:pt x="406592" y="143116"/>
                    </a:cubicBezTo>
                    <a:cubicBezTo>
                      <a:pt x="276804" y="143116"/>
                      <a:pt x="137845" y="110972"/>
                      <a:pt x="32597" y="26323"/>
                    </a:cubicBezTo>
                    <a:cubicBezTo>
                      <a:pt x="22543" y="18360"/>
                      <a:pt x="11606" y="10542"/>
                      <a:pt x="4213" y="16294"/>
                    </a:cubicBezTo>
                    <a:cubicBezTo>
                      <a:pt x="1552" y="18506"/>
                      <a:pt x="-814" y="22783"/>
                      <a:pt x="1847" y="31042"/>
                    </a:cubicBezTo>
                  </a:path>
                </a:pathLst>
              </a:custGeom>
              <a:solidFill>
                <a:schemeClr val="bg1"/>
              </a:solidFill>
              <a:ln w="4154" cap="flat">
                <a:noFill/>
                <a:prstDash val="solid"/>
                <a:round/>
              </a:ln>
            </p:spPr>
            <p:txBody>
              <a:bodyPr/>
              <a:lstStyle/>
              <a:p>
                <a:endParaRPr lang="en-US"/>
              </a:p>
            </p:txBody>
          </p:sp>
        </p:grpSp>
      </p:grpSp>
    </p:spTree>
    <p:extLst>
      <p:ext uri="{BB962C8B-B14F-4D97-AF65-F5344CB8AC3E}">
        <p14:creationId xmlns:p14="http://schemas.microsoft.com/office/powerpoint/2010/main" val="5086820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1" name="Title 160">
            <a:extLst>
              <a:ext uri="{FF2B5EF4-FFF2-40B4-BE49-F238E27FC236}">
                <a16:creationId xmlns:a16="http://schemas.microsoft.com/office/drawing/2014/main" id="{2817A81B-4C32-3B9A-2DDB-216A4AD4E143}"/>
              </a:ext>
            </a:extLst>
          </p:cNvPr>
          <p:cNvSpPr>
            <a:spLocks noGrp="1"/>
          </p:cNvSpPr>
          <p:nvPr>
            <p:ph type="title"/>
          </p:nvPr>
        </p:nvSpPr>
        <p:spPr>
          <a:xfrm>
            <a:off x="444373" y="2375485"/>
            <a:ext cx="3485232" cy="1668044"/>
          </a:xfrm>
        </p:spPr>
        <p:txBody>
          <a:bodyPr/>
          <a:lstStyle/>
          <a:p>
            <a:r>
              <a:rPr lang="en-US" dirty="0"/>
              <a:t>Use subtle motion to aid understanding</a:t>
            </a:r>
          </a:p>
        </p:txBody>
      </p:sp>
      <p:sp>
        <p:nvSpPr>
          <p:cNvPr id="258" name="!!1-module">
            <a:extLst>
              <a:ext uri="{FF2B5EF4-FFF2-40B4-BE49-F238E27FC236}">
                <a16:creationId xmlns:a16="http://schemas.microsoft.com/office/drawing/2014/main" id="{6202CB79-7953-F243-63DA-02E37B7944E0}"/>
              </a:ext>
            </a:extLst>
          </p:cNvPr>
          <p:cNvSpPr/>
          <p:nvPr/>
        </p:nvSpPr>
        <p:spPr>
          <a:xfrm>
            <a:off x="8127445" y="0"/>
            <a:ext cx="4064555" cy="6858000"/>
          </a:xfrm>
          <a:prstGeom prst="roundRect">
            <a:avLst>
              <a:gd name="adj" fmla="val 0"/>
            </a:avLst>
          </a:prstGeom>
          <a:solidFill>
            <a:srgbClr val="1D1D1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59" name="!!1-module">
            <a:extLst>
              <a:ext uri="{FF2B5EF4-FFF2-40B4-BE49-F238E27FC236}">
                <a16:creationId xmlns:a16="http://schemas.microsoft.com/office/drawing/2014/main" id="{39752D4F-4F13-6E6E-5725-D8E7574B85C9}"/>
              </a:ext>
            </a:extLst>
          </p:cNvPr>
          <p:cNvSpPr/>
          <p:nvPr/>
        </p:nvSpPr>
        <p:spPr>
          <a:xfrm>
            <a:off x="4411341" y="0"/>
            <a:ext cx="3733800" cy="6858000"/>
          </a:xfrm>
          <a:prstGeom prst="roundRect">
            <a:avLst>
              <a:gd name="adj" fmla="val 0"/>
            </a:avLst>
          </a:prstGeom>
          <a:solidFill>
            <a:srgbClr val="26262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60" name="!!tokenization-text">
            <a:extLst>
              <a:ext uri="{FF2B5EF4-FFF2-40B4-BE49-F238E27FC236}">
                <a16:creationId xmlns:a16="http://schemas.microsoft.com/office/drawing/2014/main" id="{56DB84CA-7E4E-66F2-4B7D-F50D06265789}"/>
              </a:ext>
            </a:extLst>
          </p:cNvPr>
          <p:cNvSpPr txBox="1"/>
          <p:nvPr/>
        </p:nvSpPr>
        <p:spPr>
          <a:xfrm>
            <a:off x="4982960" y="833338"/>
            <a:ext cx="2572866" cy="369332"/>
          </a:xfrm>
          <a:prstGeom prst="rect">
            <a:avLst/>
          </a:prstGeom>
          <a:noFill/>
        </p:spPr>
        <p:txBody>
          <a:bodyPr wrap="square" lIns="0" rIns="0" rtlCol="0">
            <a:spAutoFit/>
          </a:bodyPr>
          <a:lstStyle/>
          <a:p>
            <a:pPr marL="0" marR="0" lvl="0" indent="0" algn="ctr" defTabSz="1071021" rtl="0" eaLnBrk="1" fontAlgn="auto" latinLnBrk="0" hangingPunct="1">
              <a:lnSpc>
                <a:spcPct val="100000"/>
              </a:lnSpc>
              <a:spcBef>
                <a:spcPts val="0"/>
              </a:spcBef>
              <a:spcAft>
                <a:spcPts val="0"/>
              </a:spcAft>
              <a:buClrTx/>
              <a:buSzTx/>
              <a:buFontTx/>
              <a:buNone/>
              <a:tabLst/>
              <a:defRPr/>
            </a:pPr>
            <a:r>
              <a:rPr kumimoji="0" lang="en-US" sz="1800" i="0" u="none" strike="noStrike" kern="1200" cap="none" spc="30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TOKENIZATION</a:t>
            </a:r>
          </a:p>
        </p:txBody>
      </p:sp>
      <p:sp>
        <p:nvSpPr>
          <p:cNvPr id="261" name="!!prefill-text">
            <a:extLst>
              <a:ext uri="{FF2B5EF4-FFF2-40B4-BE49-F238E27FC236}">
                <a16:creationId xmlns:a16="http://schemas.microsoft.com/office/drawing/2014/main" id="{8BE2F39C-3182-5EAE-F40F-484872202EE1}"/>
              </a:ext>
            </a:extLst>
          </p:cNvPr>
          <p:cNvSpPr txBox="1"/>
          <p:nvPr/>
        </p:nvSpPr>
        <p:spPr>
          <a:xfrm>
            <a:off x="9149020" y="833338"/>
            <a:ext cx="2062546" cy="369332"/>
          </a:xfrm>
          <a:prstGeom prst="rect">
            <a:avLst/>
          </a:prstGeom>
          <a:noFill/>
        </p:spPr>
        <p:txBody>
          <a:bodyPr wrap="square" lIns="0" rIns="0" rtlCol="0">
            <a:spAutoFit/>
          </a:bodyPr>
          <a:lstStyle/>
          <a:p>
            <a:pPr marL="0" marR="0" lvl="0" indent="0" algn="ctr" defTabSz="1071021" rtl="0" eaLnBrk="1" fontAlgn="auto" latinLnBrk="0" hangingPunct="1">
              <a:lnSpc>
                <a:spcPct val="100000"/>
              </a:lnSpc>
              <a:spcBef>
                <a:spcPts val="0"/>
              </a:spcBef>
              <a:spcAft>
                <a:spcPts val="0"/>
              </a:spcAft>
              <a:buClrTx/>
              <a:buSzTx/>
              <a:buFontTx/>
              <a:buNone/>
              <a:tabLst/>
              <a:defRPr/>
            </a:pPr>
            <a:r>
              <a:rPr kumimoji="0" lang="en-US" sz="1800" i="0" u="none" strike="noStrike" kern="1200" cap="none" spc="30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PREFILL</a:t>
            </a:r>
          </a:p>
        </p:txBody>
      </p:sp>
      <p:pic>
        <p:nvPicPr>
          <p:cNvPr id="262" name="!!prefill-line-2">
            <a:extLst>
              <a:ext uri="{FF2B5EF4-FFF2-40B4-BE49-F238E27FC236}">
                <a16:creationId xmlns:a16="http://schemas.microsoft.com/office/drawing/2014/main" id="{F36E8F34-0EFD-CF42-7C67-2930C47C0A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77235" y="2905117"/>
            <a:ext cx="770979" cy="786786"/>
          </a:xfrm>
          <a:prstGeom prst="rect">
            <a:avLst/>
          </a:prstGeom>
        </p:spPr>
      </p:pic>
      <p:pic>
        <p:nvPicPr>
          <p:cNvPr id="263" name="!!prefill-line-3">
            <a:extLst>
              <a:ext uri="{FF2B5EF4-FFF2-40B4-BE49-F238E27FC236}">
                <a16:creationId xmlns:a16="http://schemas.microsoft.com/office/drawing/2014/main" id="{FC713436-B1B6-2088-94F7-E0A69CBFCF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77235" y="3415071"/>
            <a:ext cx="770979" cy="276833"/>
          </a:xfrm>
          <a:prstGeom prst="rect">
            <a:avLst/>
          </a:prstGeom>
        </p:spPr>
      </p:pic>
      <p:pic>
        <p:nvPicPr>
          <p:cNvPr id="264" name="!!prefill-line-4">
            <a:extLst>
              <a:ext uri="{FF2B5EF4-FFF2-40B4-BE49-F238E27FC236}">
                <a16:creationId xmlns:a16="http://schemas.microsoft.com/office/drawing/2014/main" id="{B1C449D9-FF8D-D7D1-F91F-52B906E59D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77235" y="3669646"/>
            <a:ext cx="770979" cy="276833"/>
          </a:xfrm>
          <a:prstGeom prst="rect">
            <a:avLst/>
          </a:prstGeom>
        </p:spPr>
      </p:pic>
      <p:pic>
        <p:nvPicPr>
          <p:cNvPr id="265" name="!!prefill-line-5">
            <a:extLst>
              <a:ext uri="{FF2B5EF4-FFF2-40B4-BE49-F238E27FC236}">
                <a16:creationId xmlns:a16="http://schemas.microsoft.com/office/drawing/2014/main" id="{D83A4178-B6D9-FE10-71B1-36BBD931613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77235" y="3667334"/>
            <a:ext cx="770979" cy="786786"/>
          </a:xfrm>
          <a:prstGeom prst="rect">
            <a:avLst/>
          </a:prstGeom>
        </p:spPr>
      </p:pic>
      <p:pic>
        <p:nvPicPr>
          <p:cNvPr id="266" name="!!prefill-line-6">
            <a:extLst>
              <a:ext uri="{FF2B5EF4-FFF2-40B4-BE49-F238E27FC236}">
                <a16:creationId xmlns:a16="http://schemas.microsoft.com/office/drawing/2014/main" id="{FCD73490-6BF7-2FE3-9532-C19DB01F709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77235" y="3668905"/>
            <a:ext cx="770979" cy="1311310"/>
          </a:xfrm>
          <a:prstGeom prst="rect">
            <a:avLst/>
          </a:prstGeom>
        </p:spPr>
      </p:pic>
      <p:pic>
        <p:nvPicPr>
          <p:cNvPr id="267" name="!!prefill-line-1">
            <a:extLst>
              <a:ext uri="{FF2B5EF4-FFF2-40B4-BE49-F238E27FC236}">
                <a16:creationId xmlns:a16="http://schemas.microsoft.com/office/drawing/2014/main" id="{659A0E4C-DC25-DC4F-650A-1A8122EEE74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90628" y="2386874"/>
            <a:ext cx="985842" cy="1311310"/>
          </a:xfrm>
          <a:prstGeom prst="rect">
            <a:avLst/>
          </a:prstGeom>
        </p:spPr>
      </p:pic>
      <p:sp>
        <p:nvSpPr>
          <p:cNvPr id="268" name="!!token-9-bulldog-pill">
            <a:extLst>
              <a:ext uri="{FF2B5EF4-FFF2-40B4-BE49-F238E27FC236}">
                <a16:creationId xmlns:a16="http://schemas.microsoft.com/office/drawing/2014/main" id="{AF2DA228-DC51-D821-494C-B23A00C86312}"/>
              </a:ext>
            </a:extLst>
          </p:cNvPr>
          <p:cNvSpPr>
            <a:spLocks noChangeAspect="1"/>
          </p:cNvSpPr>
          <p:nvPr/>
        </p:nvSpPr>
        <p:spPr>
          <a:xfrm>
            <a:off x="5817677" y="4770222"/>
            <a:ext cx="1057591" cy="329184"/>
          </a:xfrm>
          <a:prstGeom prst="roundRect">
            <a:avLst>
              <a:gd name="adj" fmla="val 50000"/>
            </a:avLst>
          </a:prstGeom>
          <a:solidFill>
            <a:srgbClr val="171717"/>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269" name="!!token-8-french-pill">
            <a:extLst>
              <a:ext uri="{FF2B5EF4-FFF2-40B4-BE49-F238E27FC236}">
                <a16:creationId xmlns:a16="http://schemas.microsoft.com/office/drawing/2014/main" id="{59D565B5-B62B-986A-C7A8-E53405FC9175}"/>
              </a:ext>
            </a:extLst>
          </p:cNvPr>
          <p:cNvSpPr>
            <a:spLocks noChangeAspect="1"/>
          </p:cNvSpPr>
          <p:nvPr/>
        </p:nvSpPr>
        <p:spPr>
          <a:xfrm>
            <a:off x="5929998" y="4264035"/>
            <a:ext cx="938525" cy="329184"/>
          </a:xfrm>
          <a:prstGeom prst="roundRect">
            <a:avLst>
              <a:gd name="adj" fmla="val 50000"/>
            </a:avLst>
          </a:prstGeom>
          <a:solidFill>
            <a:srgbClr val="171717"/>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270" name="!!token-7-ing-pill">
            <a:extLst>
              <a:ext uri="{FF2B5EF4-FFF2-40B4-BE49-F238E27FC236}">
                <a16:creationId xmlns:a16="http://schemas.microsoft.com/office/drawing/2014/main" id="{163258F7-2FBF-892A-833B-94B01FAD17BA}"/>
              </a:ext>
            </a:extLst>
          </p:cNvPr>
          <p:cNvSpPr>
            <a:spLocks noChangeAspect="1"/>
          </p:cNvSpPr>
          <p:nvPr/>
        </p:nvSpPr>
        <p:spPr>
          <a:xfrm>
            <a:off x="5195706" y="4264036"/>
            <a:ext cx="588329" cy="329184"/>
          </a:xfrm>
          <a:prstGeom prst="roundRect">
            <a:avLst>
              <a:gd name="adj" fmla="val 50000"/>
            </a:avLst>
          </a:prstGeom>
          <a:solidFill>
            <a:srgbClr val="171717"/>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271" name="!!token-6-drool-pill">
            <a:extLst>
              <a:ext uri="{FF2B5EF4-FFF2-40B4-BE49-F238E27FC236}">
                <a16:creationId xmlns:a16="http://schemas.microsoft.com/office/drawing/2014/main" id="{3A949F97-C567-6B86-53B9-0D48DA058005}"/>
              </a:ext>
            </a:extLst>
          </p:cNvPr>
          <p:cNvSpPr>
            <a:spLocks noChangeAspect="1"/>
          </p:cNvSpPr>
          <p:nvPr/>
        </p:nvSpPr>
        <p:spPr>
          <a:xfrm>
            <a:off x="6024998" y="3757850"/>
            <a:ext cx="826462" cy="329184"/>
          </a:xfrm>
          <a:prstGeom prst="roundRect">
            <a:avLst>
              <a:gd name="adj" fmla="val 50000"/>
            </a:avLst>
          </a:prstGeom>
          <a:solidFill>
            <a:srgbClr val="171717"/>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272" name="!!token-5-a-pill">
            <a:extLst>
              <a:ext uri="{FF2B5EF4-FFF2-40B4-BE49-F238E27FC236}">
                <a16:creationId xmlns:a16="http://schemas.microsoft.com/office/drawing/2014/main" id="{CD4BC426-3825-83F4-622A-D62780E8B1BE}"/>
              </a:ext>
            </a:extLst>
          </p:cNvPr>
          <p:cNvSpPr>
            <a:spLocks noChangeAspect="1"/>
          </p:cNvSpPr>
          <p:nvPr/>
        </p:nvSpPr>
        <p:spPr>
          <a:xfrm>
            <a:off x="5530193" y="3757849"/>
            <a:ext cx="357200" cy="329184"/>
          </a:xfrm>
          <a:prstGeom prst="roundRect">
            <a:avLst>
              <a:gd name="adj" fmla="val 50000"/>
            </a:avLst>
          </a:prstGeom>
          <a:solidFill>
            <a:srgbClr val="171717"/>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273" name="!!token-2-processor-pill">
            <a:extLst>
              <a:ext uri="{FF2B5EF4-FFF2-40B4-BE49-F238E27FC236}">
                <a16:creationId xmlns:a16="http://schemas.microsoft.com/office/drawing/2014/main" id="{999C0DBE-9D4E-132E-378D-E65EFB6436CF}"/>
              </a:ext>
            </a:extLst>
          </p:cNvPr>
          <p:cNvSpPr>
            <a:spLocks noChangeAspect="1"/>
          </p:cNvSpPr>
          <p:nvPr/>
        </p:nvSpPr>
        <p:spPr>
          <a:xfrm>
            <a:off x="5738480" y="2745479"/>
            <a:ext cx="1155722" cy="329184"/>
          </a:xfrm>
          <a:prstGeom prst="roundRect">
            <a:avLst>
              <a:gd name="adj" fmla="val 50000"/>
            </a:avLst>
          </a:prstGeom>
          <a:solidFill>
            <a:srgbClr val="171717"/>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274" name="!!token-1-explain-pill">
            <a:extLst>
              <a:ext uri="{FF2B5EF4-FFF2-40B4-BE49-F238E27FC236}">
                <a16:creationId xmlns:a16="http://schemas.microsoft.com/office/drawing/2014/main" id="{1AFAD25E-FC72-6DB5-4D15-64B7C52110B4}"/>
              </a:ext>
            </a:extLst>
          </p:cNvPr>
          <p:cNvSpPr>
            <a:spLocks noChangeAspect="1"/>
          </p:cNvSpPr>
          <p:nvPr/>
        </p:nvSpPr>
        <p:spPr>
          <a:xfrm>
            <a:off x="5840934" y="2239294"/>
            <a:ext cx="1057591" cy="329184"/>
          </a:xfrm>
          <a:prstGeom prst="roundRect">
            <a:avLst>
              <a:gd name="adj" fmla="val 50000"/>
            </a:avLst>
          </a:prstGeom>
          <a:solidFill>
            <a:srgbClr val="171717"/>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275" name="!!token-3-cache-pill">
            <a:extLst>
              <a:ext uri="{FF2B5EF4-FFF2-40B4-BE49-F238E27FC236}">
                <a16:creationId xmlns:a16="http://schemas.microsoft.com/office/drawing/2014/main" id="{2D8C1F8B-7FA6-17CF-E00F-1802B0C3F3B2}"/>
              </a:ext>
            </a:extLst>
          </p:cNvPr>
          <p:cNvSpPr>
            <a:spLocks noChangeAspect="1"/>
          </p:cNvSpPr>
          <p:nvPr/>
        </p:nvSpPr>
        <p:spPr>
          <a:xfrm>
            <a:off x="5432224" y="3251664"/>
            <a:ext cx="826462" cy="329184"/>
          </a:xfrm>
          <a:prstGeom prst="roundRect">
            <a:avLst>
              <a:gd name="adj" fmla="val 50000"/>
            </a:avLst>
          </a:prstGeom>
          <a:solidFill>
            <a:srgbClr val="171717"/>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276" name="!!token-4-to-pill">
            <a:extLst>
              <a:ext uri="{FF2B5EF4-FFF2-40B4-BE49-F238E27FC236}">
                <a16:creationId xmlns:a16="http://schemas.microsoft.com/office/drawing/2014/main" id="{90C43929-A059-815C-08D6-EF30E2AB99EC}"/>
              </a:ext>
            </a:extLst>
          </p:cNvPr>
          <p:cNvSpPr>
            <a:spLocks noChangeAspect="1"/>
          </p:cNvSpPr>
          <p:nvPr/>
        </p:nvSpPr>
        <p:spPr>
          <a:xfrm>
            <a:off x="6399073" y="3251664"/>
            <a:ext cx="469262" cy="329184"/>
          </a:xfrm>
          <a:prstGeom prst="roundRect">
            <a:avLst>
              <a:gd name="adj" fmla="val 50000"/>
            </a:avLst>
          </a:prstGeom>
          <a:solidFill>
            <a:srgbClr val="171717"/>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grpSp>
        <p:nvGrpSpPr>
          <p:cNvPr id="277" name="Group 276">
            <a:extLst>
              <a:ext uri="{FF2B5EF4-FFF2-40B4-BE49-F238E27FC236}">
                <a16:creationId xmlns:a16="http://schemas.microsoft.com/office/drawing/2014/main" id="{6E7CF4E0-4BAC-E4D9-15B9-2BD632828B7A}"/>
              </a:ext>
            </a:extLst>
          </p:cNvPr>
          <p:cNvGrpSpPr/>
          <p:nvPr/>
        </p:nvGrpSpPr>
        <p:grpSpPr>
          <a:xfrm>
            <a:off x="9352559" y="3886200"/>
            <a:ext cx="1698172" cy="1698172"/>
            <a:chOff x="7511144" y="2743200"/>
            <a:chExt cx="1698172" cy="1698172"/>
          </a:xfrm>
        </p:grpSpPr>
        <p:sp>
          <p:nvSpPr>
            <p:cNvPr id="278" name="!!matrix-border-gray">
              <a:extLst>
                <a:ext uri="{FF2B5EF4-FFF2-40B4-BE49-F238E27FC236}">
                  <a16:creationId xmlns:a16="http://schemas.microsoft.com/office/drawing/2014/main" id="{1A01370F-29D0-8537-0120-5A248939FA1E}"/>
                </a:ext>
              </a:extLst>
            </p:cNvPr>
            <p:cNvSpPr/>
            <p:nvPr/>
          </p:nvSpPr>
          <p:spPr>
            <a:xfrm>
              <a:off x="7511144" y="2743200"/>
              <a:ext cx="1698172" cy="1698172"/>
            </a:xfrm>
            <a:prstGeom prst="roundRect">
              <a:avLst>
                <a:gd name="adj" fmla="val 0"/>
              </a:avLst>
            </a:prstGeom>
            <a:solidFill>
              <a:srgbClr val="171717"/>
            </a:solidFill>
            <a:ln w="25400">
              <a:solidFill>
                <a:srgbClr val="5B5B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pic>
          <p:nvPicPr>
            <p:cNvPr id="279" name="!!matrix-lines-gray">
              <a:extLst>
                <a:ext uri="{FF2B5EF4-FFF2-40B4-BE49-F238E27FC236}">
                  <a16:creationId xmlns:a16="http://schemas.microsoft.com/office/drawing/2014/main" id="{6CC49AE5-6D10-1E18-6E2C-F4A1CBB6928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23726" y="2982765"/>
              <a:ext cx="1257300" cy="1244600"/>
            </a:xfrm>
            <a:prstGeom prst="rect">
              <a:avLst/>
            </a:prstGeom>
          </p:spPr>
        </p:pic>
        <p:sp>
          <p:nvSpPr>
            <p:cNvPr id="280" name="!!matrix-dot-01">
              <a:extLst>
                <a:ext uri="{FF2B5EF4-FFF2-40B4-BE49-F238E27FC236}">
                  <a16:creationId xmlns:a16="http://schemas.microsoft.com/office/drawing/2014/main" id="{2B284D7D-7E26-FFEF-A09A-456DCF9853AC}"/>
                </a:ext>
              </a:extLst>
            </p:cNvPr>
            <p:cNvSpPr/>
            <p:nvPr/>
          </p:nvSpPr>
          <p:spPr>
            <a:xfrm>
              <a:off x="7710499" y="2942150"/>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81" name="!!matrix-dot-02">
              <a:extLst>
                <a:ext uri="{FF2B5EF4-FFF2-40B4-BE49-F238E27FC236}">
                  <a16:creationId xmlns:a16="http://schemas.microsoft.com/office/drawing/2014/main" id="{487D8B45-B042-8253-85CE-935D68BF33D6}"/>
                </a:ext>
              </a:extLst>
            </p:cNvPr>
            <p:cNvSpPr/>
            <p:nvPr/>
          </p:nvSpPr>
          <p:spPr>
            <a:xfrm>
              <a:off x="8301771" y="2942150"/>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82" name="!!matrix-dot-03">
              <a:extLst>
                <a:ext uri="{FF2B5EF4-FFF2-40B4-BE49-F238E27FC236}">
                  <a16:creationId xmlns:a16="http://schemas.microsoft.com/office/drawing/2014/main" id="{ECACA0AF-0DEA-7F5F-A955-A2BB92EBC204}"/>
                </a:ext>
              </a:extLst>
            </p:cNvPr>
            <p:cNvSpPr/>
            <p:nvPr/>
          </p:nvSpPr>
          <p:spPr>
            <a:xfrm>
              <a:off x="8922945" y="2942150"/>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83" name="!!matrix-dot-04">
              <a:extLst>
                <a:ext uri="{FF2B5EF4-FFF2-40B4-BE49-F238E27FC236}">
                  <a16:creationId xmlns:a16="http://schemas.microsoft.com/office/drawing/2014/main" id="{8CF8D9AA-1716-F013-983C-521A428E10F6}"/>
                </a:ext>
              </a:extLst>
            </p:cNvPr>
            <p:cNvSpPr/>
            <p:nvPr/>
          </p:nvSpPr>
          <p:spPr>
            <a:xfrm>
              <a:off x="7710499" y="3248156"/>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84" name="!!matrix-dot-05">
              <a:extLst>
                <a:ext uri="{FF2B5EF4-FFF2-40B4-BE49-F238E27FC236}">
                  <a16:creationId xmlns:a16="http://schemas.microsoft.com/office/drawing/2014/main" id="{155671E9-D371-3A26-7681-F0DABBC5C4E2}"/>
                </a:ext>
              </a:extLst>
            </p:cNvPr>
            <p:cNvSpPr/>
            <p:nvPr/>
          </p:nvSpPr>
          <p:spPr>
            <a:xfrm>
              <a:off x="8301771" y="3248156"/>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85" name="!!matrix-dot-06">
              <a:extLst>
                <a:ext uri="{FF2B5EF4-FFF2-40B4-BE49-F238E27FC236}">
                  <a16:creationId xmlns:a16="http://schemas.microsoft.com/office/drawing/2014/main" id="{589E4E29-59AA-F061-36C5-F598DA3A4E14}"/>
                </a:ext>
              </a:extLst>
            </p:cNvPr>
            <p:cNvSpPr/>
            <p:nvPr/>
          </p:nvSpPr>
          <p:spPr>
            <a:xfrm>
              <a:off x="8922945" y="3248156"/>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86" name="!!matrix-dot-07">
              <a:extLst>
                <a:ext uri="{FF2B5EF4-FFF2-40B4-BE49-F238E27FC236}">
                  <a16:creationId xmlns:a16="http://schemas.microsoft.com/office/drawing/2014/main" id="{937F5BE0-5A68-CF93-8E43-F94E5DB061D2}"/>
                </a:ext>
              </a:extLst>
            </p:cNvPr>
            <p:cNvSpPr/>
            <p:nvPr/>
          </p:nvSpPr>
          <p:spPr>
            <a:xfrm>
              <a:off x="7710499" y="3554162"/>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87" name="!!matrix-dot-08">
              <a:extLst>
                <a:ext uri="{FF2B5EF4-FFF2-40B4-BE49-F238E27FC236}">
                  <a16:creationId xmlns:a16="http://schemas.microsoft.com/office/drawing/2014/main" id="{48C0506C-08EA-301B-4CD2-97F8ECB05D78}"/>
                </a:ext>
              </a:extLst>
            </p:cNvPr>
            <p:cNvSpPr/>
            <p:nvPr/>
          </p:nvSpPr>
          <p:spPr>
            <a:xfrm>
              <a:off x="8301771" y="3554162"/>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88" name="!!matrix-dot-09">
              <a:extLst>
                <a:ext uri="{FF2B5EF4-FFF2-40B4-BE49-F238E27FC236}">
                  <a16:creationId xmlns:a16="http://schemas.microsoft.com/office/drawing/2014/main" id="{1BC2C578-6BC3-7FD1-3CEF-1B0C8A23218D}"/>
                </a:ext>
              </a:extLst>
            </p:cNvPr>
            <p:cNvSpPr/>
            <p:nvPr/>
          </p:nvSpPr>
          <p:spPr>
            <a:xfrm>
              <a:off x="8922945" y="3554162"/>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89" name="!!matrix-dot-10">
              <a:extLst>
                <a:ext uri="{FF2B5EF4-FFF2-40B4-BE49-F238E27FC236}">
                  <a16:creationId xmlns:a16="http://schemas.microsoft.com/office/drawing/2014/main" id="{07895290-B1A2-2B98-425D-C063DDA8FF7A}"/>
                </a:ext>
              </a:extLst>
            </p:cNvPr>
            <p:cNvSpPr/>
            <p:nvPr/>
          </p:nvSpPr>
          <p:spPr>
            <a:xfrm>
              <a:off x="7710499" y="3860168"/>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90" name="!!matrix-dot-11">
              <a:extLst>
                <a:ext uri="{FF2B5EF4-FFF2-40B4-BE49-F238E27FC236}">
                  <a16:creationId xmlns:a16="http://schemas.microsoft.com/office/drawing/2014/main" id="{547CA2FB-4123-21FA-FEEB-E038CE4BC8B6}"/>
                </a:ext>
              </a:extLst>
            </p:cNvPr>
            <p:cNvSpPr/>
            <p:nvPr/>
          </p:nvSpPr>
          <p:spPr>
            <a:xfrm>
              <a:off x="8301771" y="3860168"/>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91" name="!!matrix-dot-12">
              <a:extLst>
                <a:ext uri="{FF2B5EF4-FFF2-40B4-BE49-F238E27FC236}">
                  <a16:creationId xmlns:a16="http://schemas.microsoft.com/office/drawing/2014/main" id="{CFBE51CA-D509-1884-39A0-C6F7293C62B2}"/>
                </a:ext>
              </a:extLst>
            </p:cNvPr>
            <p:cNvSpPr/>
            <p:nvPr/>
          </p:nvSpPr>
          <p:spPr>
            <a:xfrm>
              <a:off x="8922945" y="3860168"/>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92" name="!!matrix-dot-13">
              <a:extLst>
                <a:ext uri="{FF2B5EF4-FFF2-40B4-BE49-F238E27FC236}">
                  <a16:creationId xmlns:a16="http://schemas.microsoft.com/office/drawing/2014/main" id="{9E42391E-4DB4-88DF-3064-8851BC45688C}"/>
                </a:ext>
              </a:extLst>
            </p:cNvPr>
            <p:cNvSpPr/>
            <p:nvPr/>
          </p:nvSpPr>
          <p:spPr>
            <a:xfrm>
              <a:off x="7710499" y="4166173"/>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93" name="!!matrix-dot-14">
              <a:extLst>
                <a:ext uri="{FF2B5EF4-FFF2-40B4-BE49-F238E27FC236}">
                  <a16:creationId xmlns:a16="http://schemas.microsoft.com/office/drawing/2014/main" id="{153A6E0A-10E5-6052-0B14-E46DE3C17248}"/>
                </a:ext>
              </a:extLst>
            </p:cNvPr>
            <p:cNvSpPr/>
            <p:nvPr/>
          </p:nvSpPr>
          <p:spPr>
            <a:xfrm>
              <a:off x="8301771" y="4166173"/>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294" name="!!matrix-dot-15">
              <a:extLst>
                <a:ext uri="{FF2B5EF4-FFF2-40B4-BE49-F238E27FC236}">
                  <a16:creationId xmlns:a16="http://schemas.microsoft.com/office/drawing/2014/main" id="{FDBFA601-B913-B88D-663F-9896A2EAF6A7}"/>
                </a:ext>
              </a:extLst>
            </p:cNvPr>
            <p:cNvSpPr/>
            <p:nvPr/>
          </p:nvSpPr>
          <p:spPr>
            <a:xfrm>
              <a:off x="8922945" y="4166173"/>
              <a:ext cx="91440" cy="91440"/>
            </a:xfrm>
            <a:prstGeom prst="ellipse">
              <a:avLst/>
            </a:prstGeom>
            <a:solidFill>
              <a:schemeClr val="tx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grpSp>
      <p:grpSp>
        <p:nvGrpSpPr>
          <p:cNvPr id="295" name="Group 294">
            <a:extLst>
              <a:ext uri="{FF2B5EF4-FFF2-40B4-BE49-F238E27FC236}">
                <a16:creationId xmlns:a16="http://schemas.microsoft.com/office/drawing/2014/main" id="{733D3CB6-4942-0E2B-38AB-A200CADB1AF0}"/>
              </a:ext>
            </a:extLst>
          </p:cNvPr>
          <p:cNvGrpSpPr/>
          <p:nvPr/>
        </p:nvGrpSpPr>
        <p:grpSpPr>
          <a:xfrm>
            <a:off x="9333334" y="1822863"/>
            <a:ext cx="1728281" cy="1447554"/>
            <a:chOff x="7491919" y="1841913"/>
            <a:chExt cx="1728281" cy="1447554"/>
          </a:xfrm>
        </p:grpSpPr>
        <p:sp>
          <p:nvSpPr>
            <p:cNvPr id="296" name="!!kv-cache-border">
              <a:extLst>
                <a:ext uri="{FF2B5EF4-FFF2-40B4-BE49-F238E27FC236}">
                  <a16:creationId xmlns:a16="http://schemas.microsoft.com/office/drawing/2014/main" id="{74417B1E-2409-8AB3-6473-68D1E03C68A7}"/>
                </a:ext>
              </a:extLst>
            </p:cNvPr>
            <p:cNvSpPr/>
            <p:nvPr/>
          </p:nvSpPr>
          <p:spPr>
            <a:xfrm>
              <a:off x="7491919" y="1841913"/>
              <a:ext cx="1728281" cy="1447554"/>
            </a:xfrm>
            <a:prstGeom prst="roundRect">
              <a:avLst>
                <a:gd name="adj" fmla="val 0"/>
              </a:avLst>
            </a:prstGeom>
            <a:solidFill>
              <a:srgbClr val="171717"/>
            </a:solidFill>
            <a:ln w="25400">
              <a:solidFill>
                <a:srgbClr val="5B5B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297" name="!!kv-cache-token-01">
              <a:extLst>
                <a:ext uri="{FF2B5EF4-FFF2-40B4-BE49-F238E27FC236}">
                  <a16:creationId xmlns:a16="http://schemas.microsoft.com/office/drawing/2014/main" id="{A641B682-D571-E0EB-D1C5-42115B91528E}"/>
                </a:ext>
              </a:extLst>
            </p:cNvPr>
            <p:cNvSpPr/>
            <p:nvPr/>
          </p:nvSpPr>
          <p:spPr>
            <a:xfrm>
              <a:off x="7715483" y="2409074"/>
              <a:ext cx="387824" cy="175757"/>
            </a:xfrm>
            <a:prstGeom prst="roundRect">
              <a:avLst>
                <a:gd name="adj" fmla="val 50000"/>
              </a:avLst>
            </a:prstGeom>
            <a:solidFill>
              <a:srgbClr val="171717"/>
            </a:solidFill>
            <a:ln w="25400">
              <a:solidFill>
                <a:srgbClr val="FB67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298" name="!!kv-cache-token-02">
              <a:extLst>
                <a:ext uri="{FF2B5EF4-FFF2-40B4-BE49-F238E27FC236}">
                  <a16:creationId xmlns:a16="http://schemas.microsoft.com/office/drawing/2014/main" id="{A48C4000-DA77-629A-18C9-B549B4624C6D}"/>
                </a:ext>
              </a:extLst>
            </p:cNvPr>
            <p:cNvSpPr/>
            <p:nvPr/>
          </p:nvSpPr>
          <p:spPr>
            <a:xfrm>
              <a:off x="8159732" y="2409074"/>
              <a:ext cx="387824" cy="175757"/>
            </a:xfrm>
            <a:prstGeom prst="roundRect">
              <a:avLst>
                <a:gd name="adj" fmla="val 50000"/>
              </a:avLst>
            </a:prstGeom>
            <a:solidFill>
              <a:srgbClr val="171717"/>
            </a:solidFill>
            <a:ln w="25400">
              <a:solidFill>
                <a:srgbClr val="FB67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299" name="!!kv-cache-token-03">
              <a:extLst>
                <a:ext uri="{FF2B5EF4-FFF2-40B4-BE49-F238E27FC236}">
                  <a16:creationId xmlns:a16="http://schemas.microsoft.com/office/drawing/2014/main" id="{238F83DD-7F3F-D1B9-FE40-1D9CB792BCC0}"/>
                </a:ext>
              </a:extLst>
            </p:cNvPr>
            <p:cNvSpPr/>
            <p:nvPr/>
          </p:nvSpPr>
          <p:spPr>
            <a:xfrm>
              <a:off x="8610204" y="2409074"/>
              <a:ext cx="387824" cy="175757"/>
            </a:xfrm>
            <a:prstGeom prst="roundRect">
              <a:avLst>
                <a:gd name="adj" fmla="val 50000"/>
              </a:avLst>
            </a:prstGeom>
            <a:solidFill>
              <a:srgbClr val="171717"/>
            </a:solidFill>
            <a:ln w="25400">
              <a:solidFill>
                <a:srgbClr val="FB67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300" name="!!kv-cache-token-05">
              <a:extLst>
                <a:ext uri="{FF2B5EF4-FFF2-40B4-BE49-F238E27FC236}">
                  <a16:creationId xmlns:a16="http://schemas.microsoft.com/office/drawing/2014/main" id="{AB16F23F-65A0-0BF2-6A8B-A7CA790B170F}"/>
                </a:ext>
              </a:extLst>
            </p:cNvPr>
            <p:cNvSpPr/>
            <p:nvPr/>
          </p:nvSpPr>
          <p:spPr>
            <a:xfrm>
              <a:off x="7715483" y="2658453"/>
              <a:ext cx="387824" cy="175757"/>
            </a:xfrm>
            <a:prstGeom prst="roundRect">
              <a:avLst>
                <a:gd name="adj" fmla="val 50000"/>
              </a:avLst>
            </a:prstGeom>
            <a:solidFill>
              <a:srgbClr val="171717"/>
            </a:solidFill>
            <a:ln w="25400">
              <a:solidFill>
                <a:srgbClr val="FB67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301" name="!!kv-cache-token-06">
              <a:extLst>
                <a:ext uri="{FF2B5EF4-FFF2-40B4-BE49-F238E27FC236}">
                  <a16:creationId xmlns:a16="http://schemas.microsoft.com/office/drawing/2014/main" id="{199A2611-D6FD-00D5-603D-DD27306CB3B4}"/>
                </a:ext>
              </a:extLst>
            </p:cNvPr>
            <p:cNvSpPr/>
            <p:nvPr/>
          </p:nvSpPr>
          <p:spPr>
            <a:xfrm>
              <a:off x="8159732" y="2658453"/>
              <a:ext cx="387824" cy="175757"/>
            </a:xfrm>
            <a:prstGeom prst="roundRect">
              <a:avLst>
                <a:gd name="adj" fmla="val 50000"/>
              </a:avLst>
            </a:prstGeom>
            <a:solidFill>
              <a:srgbClr val="171717"/>
            </a:solidFill>
            <a:ln w="25400">
              <a:solidFill>
                <a:srgbClr val="FB67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302" name="!!kv-cache-token-07">
              <a:extLst>
                <a:ext uri="{FF2B5EF4-FFF2-40B4-BE49-F238E27FC236}">
                  <a16:creationId xmlns:a16="http://schemas.microsoft.com/office/drawing/2014/main" id="{38DE4E45-DF84-584D-8FC3-F4F78B0F002F}"/>
                </a:ext>
              </a:extLst>
            </p:cNvPr>
            <p:cNvSpPr/>
            <p:nvPr/>
          </p:nvSpPr>
          <p:spPr>
            <a:xfrm>
              <a:off x="8610204" y="2658453"/>
              <a:ext cx="387824" cy="175757"/>
            </a:xfrm>
            <a:prstGeom prst="roundRect">
              <a:avLst>
                <a:gd name="adj" fmla="val 50000"/>
              </a:avLst>
            </a:prstGeom>
            <a:solidFill>
              <a:srgbClr val="171717"/>
            </a:solidFill>
            <a:ln w="25400">
              <a:solidFill>
                <a:srgbClr val="FB67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303" name="!!kv-cache-token-09">
              <a:extLst>
                <a:ext uri="{FF2B5EF4-FFF2-40B4-BE49-F238E27FC236}">
                  <a16:creationId xmlns:a16="http://schemas.microsoft.com/office/drawing/2014/main" id="{B7ADF3FF-A691-B6A0-C859-58AE57842337}"/>
                </a:ext>
              </a:extLst>
            </p:cNvPr>
            <p:cNvSpPr/>
            <p:nvPr/>
          </p:nvSpPr>
          <p:spPr>
            <a:xfrm>
              <a:off x="7715483" y="2917000"/>
              <a:ext cx="387824" cy="175757"/>
            </a:xfrm>
            <a:prstGeom prst="roundRect">
              <a:avLst>
                <a:gd name="adj" fmla="val 50000"/>
              </a:avLst>
            </a:prstGeom>
            <a:solidFill>
              <a:srgbClr val="171717"/>
            </a:solidFill>
            <a:ln w="25400">
              <a:solidFill>
                <a:srgbClr val="FB67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304" name="!!kv-cache-token-10">
              <a:extLst>
                <a:ext uri="{FF2B5EF4-FFF2-40B4-BE49-F238E27FC236}">
                  <a16:creationId xmlns:a16="http://schemas.microsoft.com/office/drawing/2014/main" id="{AE2B1BBE-F42B-01F9-833E-75FCC2AA79A5}"/>
                </a:ext>
              </a:extLst>
            </p:cNvPr>
            <p:cNvSpPr/>
            <p:nvPr/>
          </p:nvSpPr>
          <p:spPr>
            <a:xfrm>
              <a:off x="8159732" y="2917000"/>
              <a:ext cx="387824" cy="175757"/>
            </a:xfrm>
            <a:prstGeom prst="roundRect">
              <a:avLst>
                <a:gd name="adj" fmla="val 50000"/>
              </a:avLst>
            </a:prstGeom>
            <a:solidFill>
              <a:srgbClr val="171717"/>
            </a:solidFill>
            <a:ln w="25400">
              <a:solidFill>
                <a:srgbClr val="FB67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305" name="!!kv-cache-token-11">
              <a:extLst>
                <a:ext uri="{FF2B5EF4-FFF2-40B4-BE49-F238E27FC236}">
                  <a16:creationId xmlns:a16="http://schemas.microsoft.com/office/drawing/2014/main" id="{E149C404-132B-C0CB-A7FF-28A671C423BE}"/>
                </a:ext>
              </a:extLst>
            </p:cNvPr>
            <p:cNvSpPr/>
            <p:nvPr/>
          </p:nvSpPr>
          <p:spPr>
            <a:xfrm>
              <a:off x="8610204" y="2917000"/>
              <a:ext cx="387824" cy="175757"/>
            </a:xfrm>
            <a:prstGeom prst="roundRect">
              <a:avLst>
                <a:gd name="adj" fmla="val 50000"/>
              </a:avLst>
            </a:prstGeom>
            <a:solidFill>
              <a:srgbClr val="171717"/>
            </a:solidFill>
            <a:ln w="25400">
              <a:solidFill>
                <a:srgbClr val="FB67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i="0" u="none" strike="noStrike" kern="1200" cap="none" spc="0" normalizeH="0" baseline="0" noProof="0" dirty="0">
                <a:ln>
                  <a:noFill/>
                </a:ln>
                <a:solidFill>
                  <a:srgbClr val="000000"/>
                </a:solidFill>
                <a:effectLst/>
                <a:uLnTx/>
                <a:uFillTx/>
                <a:latin typeface="Ember Modern SemiMono Beta 08" panose="020B0503020204020204" pitchFamily="34" charset="0"/>
                <a:ea typeface="Ember Modern Text" panose="020B0503020204020204" pitchFamily="34" charset="0"/>
                <a:cs typeface="Ember Modern Text" panose="020B0503020204020204" pitchFamily="34" charset="0"/>
              </a:endParaRPr>
            </a:p>
          </p:txBody>
        </p:sp>
        <p:sp>
          <p:nvSpPr>
            <p:cNvPr id="306" name="!!kv-cache-text">
              <a:extLst>
                <a:ext uri="{FF2B5EF4-FFF2-40B4-BE49-F238E27FC236}">
                  <a16:creationId xmlns:a16="http://schemas.microsoft.com/office/drawing/2014/main" id="{43F2A233-27EC-2347-38C0-FF5808B0F18E}"/>
                </a:ext>
              </a:extLst>
            </p:cNvPr>
            <p:cNvSpPr txBox="1"/>
            <p:nvPr/>
          </p:nvSpPr>
          <p:spPr>
            <a:xfrm>
              <a:off x="7847538" y="2019300"/>
              <a:ext cx="1093248" cy="307777"/>
            </a:xfrm>
            <a:prstGeom prst="rect">
              <a:avLst/>
            </a:prstGeom>
            <a:noFill/>
          </p:spPr>
          <p:txBody>
            <a:bodyPr wrap="none" lIns="0" rIns="0" rtlCol="0">
              <a:spAutoFit/>
            </a:bodyPr>
            <a:lstStyle/>
            <a:p>
              <a:pPr marL="0" marR="0" lvl="0" indent="0" algn="ctr" defTabSz="1071021" rtl="0" eaLnBrk="1" fontAlgn="auto" latinLnBrk="0" hangingPunct="1">
                <a:lnSpc>
                  <a:spcPct val="100000"/>
                </a:lnSpc>
                <a:spcBef>
                  <a:spcPts val="0"/>
                </a:spcBef>
                <a:spcAft>
                  <a:spcPts val="0"/>
                </a:spcAft>
                <a:buClrTx/>
                <a:buSzTx/>
                <a:buFontTx/>
                <a:buNone/>
                <a:tabLst/>
                <a:defRPr/>
              </a:pPr>
              <a:r>
                <a:rPr kumimoji="0" lang="en-US" sz="1400" i="0" u="none" strike="noStrike" kern="1200" cap="none" spc="30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KV CACHE</a:t>
              </a:r>
            </a:p>
          </p:txBody>
        </p:sp>
      </p:grpSp>
      <p:cxnSp>
        <p:nvCxnSpPr>
          <p:cNvPr id="307" name="Elbow Connector 227">
            <a:extLst>
              <a:ext uri="{FF2B5EF4-FFF2-40B4-BE49-F238E27FC236}">
                <a16:creationId xmlns:a16="http://schemas.microsoft.com/office/drawing/2014/main" id="{53E0DBEF-B108-AD17-2AAC-6B33D31A4962}"/>
              </a:ext>
            </a:extLst>
          </p:cNvPr>
          <p:cNvCxnSpPr>
            <a:cxnSpLocks/>
            <a:stCxn id="296" idx="3"/>
          </p:cNvCxnSpPr>
          <p:nvPr/>
        </p:nvCxnSpPr>
        <p:spPr>
          <a:xfrm>
            <a:off x="11061615" y="2546640"/>
            <a:ext cx="2110819" cy="1034208"/>
          </a:xfrm>
          <a:prstGeom prst="bentConnector3">
            <a:avLst>
              <a:gd name="adj1" fmla="val 26484"/>
            </a:avLst>
          </a:prstGeom>
          <a:ln w="25400" cap="rnd">
            <a:solidFill>
              <a:srgbClr val="5B5B5B"/>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08" name="!!matrix-to-kv-bottom">
            <a:extLst>
              <a:ext uri="{FF2B5EF4-FFF2-40B4-BE49-F238E27FC236}">
                <a16:creationId xmlns:a16="http://schemas.microsoft.com/office/drawing/2014/main" id="{9A2D806C-52AC-02F5-27C2-43F46C47D09D}"/>
              </a:ext>
            </a:extLst>
          </p:cNvPr>
          <p:cNvCxnSpPr>
            <a:cxnSpLocks/>
          </p:cNvCxnSpPr>
          <p:nvPr/>
        </p:nvCxnSpPr>
        <p:spPr>
          <a:xfrm>
            <a:off x="10194091" y="3405639"/>
            <a:ext cx="0" cy="467717"/>
          </a:xfrm>
          <a:prstGeom prst="line">
            <a:avLst/>
          </a:prstGeom>
          <a:ln w="25400" cap="rnd">
            <a:solidFill>
              <a:srgbClr val="5B5B5B"/>
            </a:solidFill>
            <a:headEnd type="triangle" w="lg" len="med"/>
            <a:tailEnd type="none" w="lg" len="med"/>
          </a:ln>
        </p:spPr>
        <p:style>
          <a:lnRef idx="1">
            <a:schemeClr val="accent1"/>
          </a:lnRef>
          <a:fillRef idx="0">
            <a:schemeClr val="accent1"/>
          </a:fillRef>
          <a:effectRef idx="0">
            <a:schemeClr val="accent1"/>
          </a:effectRef>
          <a:fontRef idx="minor">
            <a:schemeClr val="tx1"/>
          </a:fontRef>
        </p:style>
      </p:cxnSp>
      <p:sp>
        <p:nvSpPr>
          <p:cNvPr id="309" name="!!token-9-bulldog-text">
            <a:extLst>
              <a:ext uri="{FF2B5EF4-FFF2-40B4-BE49-F238E27FC236}">
                <a16:creationId xmlns:a16="http://schemas.microsoft.com/office/drawing/2014/main" id="{24B0D017-6832-9EED-BEB2-10C07F458569}"/>
              </a:ext>
            </a:extLst>
          </p:cNvPr>
          <p:cNvSpPr txBox="1"/>
          <p:nvPr/>
        </p:nvSpPr>
        <p:spPr>
          <a:xfrm>
            <a:off x="5937162" y="4807218"/>
            <a:ext cx="824869" cy="259675"/>
          </a:xfrm>
          <a:prstGeom prst="roundRect">
            <a:avLst>
              <a:gd name="adj" fmla="val 50000"/>
            </a:avLst>
          </a:prstGeom>
          <a:noFill/>
          <a:ln w="25400">
            <a:noFill/>
          </a:ln>
        </p:spPr>
        <p:txBody>
          <a:bodyPr wrap="none" lIns="91440" tIns="0" rIns="91440" bIns="0" rtlCol="0" anchor="ctr">
            <a:spAutoFit/>
          </a:bodyPr>
          <a:lstStyle/>
          <a:p>
            <a:pPr marL="0" marR="0" lvl="0" indent="0" algn="ctr" defTabSz="107102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bulldog</a:t>
            </a:r>
          </a:p>
        </p:txBody>
      </p:sp>
      <p:sp>
        <p:nvSpPr>
          <p:cNvPr id="310" name="!!token-8-french-text">
            <a:extLst>
              <a:ext uri="{FF2B5EF4-FFF2-40B4-BE49-F238E27FC236}">
                <a16:creationId xmlns:a16="http://schemas.microsoft.com/office/drawing/2014/main" id="{B6F31411-4EFA-4226-E9A9-7C08A19A08CB}"/>
              </a:ext>
            </a:extLst>
          </p:cNvPr>
          <p:cNvSpPr txBox="1"/>
          <p:nvPr/>
        </p:nvSpPr>
        <p:spPr>
          <a:xfrm>
            <a:off x="6012258" y="4297757"/>
            <a:ext cx="761201" cy="259675"/>
          </a:xfrm>
          <a:prstGeom prst="roundRect">
            <a:avLst>
              <a:gd name="adj" fmla="val 50000"/>
            </a:avLst>
          </a:prstGeom>
          <a:noFill/>
          <a:ln w="25400">
            <a:noFill/>
          </a:ln>
        </p:spPr>
        <p:txBody>
          <a:bodyPr wrap="none" lIns="91440" tIns="0" rIns="91440" bIns="0" rtlCol="0" anchor="ctr">
            <a:spAutoFit/>
          </a:bodyPr>
          <a:lstStyle/>
          <a:p>
            <a:pPr marL="0" marR="0" lvl="0" indent="0" algn="ctr" defTabSz="107102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French</a:t>
            </a:r>
          </a:p>
        </p:txBody>
      </p:sp>
      <p:sp>
        <p:nvSpPr>
          <p:cNvPr id="311" name="!!token-7-ing-text">
            <a:extLst>
              <a:ext uri="{FF2B5EF4-FFF2-40B4-BE49-F238E27FC236}">
                <a16:creationId xmlns:a16="http://schemas.microsoft.com/office/drawing/2014/main" id="{0B8EEB9F-795A-12A1-85D0-578D2AB92F9C}"/>
              </a:ext>
            </a:extLst>
          </p:cNvPr>
          <p:cNvSpPr txBox="1"/>
          <p:nvPr/>
        </p:nvSpPr>
        <p:spPr>
          <a:xfrm>
            <a:off x="5246007" y="4290383"/>
            <a:ext cx="502885" cy="259675"/>
          </a:xfrm>
          <a:prstGeom prst="roundRect">
            <a:avLst>
              <a:gd name="adj" fmla="val 50000"/>
            </a:avLst>
          </a:prstGeom>
          <a:noFill/>
          <a:ln w="25400">
            <a:noFill/>
          </a:ln>
        </p:spPr>
        <p:txBody>
          <a:bodyPr wrap="none" lIns="91440" tIns="0" rIns="91440" bIns="0" rtlCol="0" anchor="ctr">
            <a:spAutoFit/>
          </a:bodyPr>
          <a:lstStyle/>
          <a:p>
            <a:pPr marL="0" marR="0" lvl="0" indent="0" algn="ctr" defTabSz="107102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ing</a:t>
            </a:r>
            <a:endParaRPr kumimoji="0" lang="en-US" sz="1200" b="0" i="0" u="none" strike="noStrike" kern="1200" cap="none" spc="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endParaRPr>
          </a:p>
        </p:txBody>
      </p:sp>
      <p:sp>
        <p:nvSpPr>
          <p:cNvPr id="312" name="!!token-6-drool-text">
            <a:extLst>
              <a:ext uri="{FF2B5EF4-FFF2-40B4-BE49-F238E27FC236}">
                <a16:creationId xmlns:a16="http://schemas.microsoft.com/office/drawing/2014/main" id="{986753EB-5320-0751-1712-A263FBBEF557}"/>
              </a:ext>
            </a:extLst>
          </p:cNvPr>
          <p:cNvSpPr txBox="1"/>
          <p:nvPr/>
        </p:nvSpPr>
        <p:spPr>
          <a:xfrm>
            <a:off x="6102748" y="3788296"/>
            <a:ext cx="675259" cy="259675"/>
          </a:xfrm>
          <a:prstGeom prst="roundRect">
            <a:avLst>
              <a:gd name="adj" fmla="val 50000"/>
            </a:avLst>
          </a:prstGeom>
          <a:noFill/>
          <a:ln w="25400">
            <a:noFill/>
          </a:ln>
        </p:spPr>
        <p:txBody>
          <a:bodyPr wrap="none" lIns="91440" tIns="0" rIns="91440" bIns="0" rtlCol="0" anchor="ctr">
            <a:spAutoFit/>
          </a:bodyPr>
          <a:lstStyle/>
          <a:p>
            <a:pPr marL="0" marR="0" lvl="0" indent="0" algn="ctr" defTabSz="107102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drool</a:t>
            </a:r>
          </a:p>
        </p:txBody>
      </p:sp>
      <p:sp>
        <p:nvSpPr>
          <p:cNvPr id="313" name="!!token-5-a-text">
            <a:extLst>
              <a:ext uri="{FF2B5EF4-FFF2-40B4-BE49-F238E27FC236}">
                <a16:creationId xmlns:a16="http://schemas.microsoft.com/office/drawing/2014/main" id="{9C5B32BC-A074-581C-74F7-4C665F0DC92C}"/>
              </a:ext>
            </a:extLst>
          </p:cNvPr>
          <p:cNvSpPr txBox="1"/>
          <p:nvPr/>
        </p:nvSpPr>
        <p:spPr>
          <a:xfrm>
            <a:off x="5546523" y="3786051"/>
            <a:ext cx="339088" cy="259675"/>
          </a:xfrm>
          <a:prstGeom prst="roundRect">
            <a:avLst>
              <a:gd name="adj" fmla="val 50000"/>
            </a:avLst>
          </a:prstGeom>
          <a:noFill/>
          <a:ln w="25400">
            <a:noFill/>
          </a:ln>
        </p:spPr>
        <p:txBody>
          <a:bodyPr wrap="none" lIns="91440" tIns="0" rIns="91440" bIns="0" rtlCol="0" anchor="ctr">
            <a:spAutoFit/>
          </a:bodyPr>
          <a:lstStyle/>
          <a:p>
            <a:pPr marL="0" marR="0" lvl="0" indent="0" algn="ctr" defTabSz="107102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a</a:t>
            </a:r>
          </a:p>
        </p:txBody>
      </p:sp>
      <p:sp>
        <p:nvSpPr>
          <p:cNvPr id="314" name="!!token-4-to-text">
            <a:extLst>
              <a:ext uri="{FF2B5EF4-FFF2-40B4-BE49-F238E27FC236}">
                <a16:creationId xmlns:a16="http://schemas.microsoft.com/office/drawing/2014/main" id="{99F0554D-4CEA-F0A3-D497-A86277D021BE}"/>
              </a:ext>
            </a:extLst>
          </p:cNvPr>
          <p:cNvSpPr txBox="1"/>
          <p:nvPr/>
        </p:nvSpPr>
        <p:spPr>
          <a:xfrm>
            <a:off x="6438615" y="3271462"/>
            <a:ext cx="406023" cy="259675"/>
          </a:xfrm>
          <a:prstGeom prst="roundRect">
            <a:avLst>
              <a:gd name="adj" fmla="val 50000"/>
            </a:avLst>
          </a:prstGeom>
          <a:noFill/>
          <a:ln w="25400">
            <a:noFill/>
          </a:ln>
        </p:spPr>
        <p:txBody>
          <a:bodyPr wrap="none" lIns="91440" tIns="0" rIns="91440" bIns="0" rtlCol="0" anchor="ctr">
            <a:spAutoFit/>
          </a:bodyPr>
          <a:lstStyle/>
          <a:p>
            <a:pPr marL="0" marR="0" lvl="0" indent="0" algn="ctr" defTabSz="107102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to</a:t>
            </a:r>
          </a:p>
        </p:txBody>
      </p:sp>
      <p:sp>
        <p:nvSpPr>
          <p:cNvPr id="315" name="!!token-3-cache-text">
            <a:extLst>
              <a:ext uri="{FF2B5EF4-FFF2-40B4-BE49-F238E27FC236}">
                <a16:creationId xmlns:a16="http://schemas.microsoft.com/office/drawing/2014/main" id="{D0D0B2B4-1A34-FF69-F3DB-4575F06E5B6E}"/>
              </a:ext>
            </a:extLst>
          </p:cNvPr>
          <p:cNvSpPr txBox="1"/>
          <p:nvPr/>
        </p:nvSpPr>
        <p:spPr>
          <a:xfrm>
            <a:off x="5522761" y="3283966"/>
            <a:ext cx="660822" cy="259675"/>
          </a:xfrm>
          <a:prstGeom prst="roundRect">
            <a:avLst>
              <a:gd name="adj" fmla="val 50000"/>
            </a:avLst>
          </a:prstGeom>
          <a:noFill/>
          <a:ln w="25400">
            <a:noFill/>
          </a:ln>
        </p:spPr>
        <p:txBody>
          <a:bodyPr wrap="none" lIns="91440" tIns="0" rIns="91440" bIns="0" rtlCol="0" anchor="ctr">
            <a:spAutoFit/>
          </a:bodyPr>
          <a:lstStyle/>
          <a:p>
            <a:pPr marL="0" marR="0" lvl="0" indent="0" algn="ctr" defTabSz="107102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cache</a:t>
            </a:r>
          </a:p>
        </p:txBody>
      </p:sp>
      <p:sp>
        <p:nvSpPr>
          <p:cNvPr id="316" name="!!token-2-processor-text">
            <a:extLst>
              <a:ext uri="{FF2B5EF4-FFF2-40B4-BE49-F238E27FC236}">
                <a16:creationId xmlns:a16="http://schemas.microsoft.com/office/drawing/2014/main" id="{EB2E539D-D9C0-03C5-4FFD-39A539E5103B}"/>
              </a:ext>
            </a:extLst>
          </p:cNvPr>
          <p:cNvSpPr txBox="1"/>
          <p:nvPr/>
        </p:nvSpPr>
        <p:spPr>
          <a:xfrm>
            <a:off x="5841649" y="2774505"/>
            <a:ext cx="996840" cy="259675"/>
          </a:xfrm>
          <a:prstGeom prst="roundRect">
            <a:avLst>
              <a:gd name="adj" fmla="val 50000"/>
            </a:avLst>
          </a:prstGeom>
          <a:noFill/>
          <a:ln w="25400">
            <a:noFill/>
          </a:ln>
        </p:spPr>
        <p:txBody>
          <a:bodyPr wrap="none" lIns="91440" tIns="0" rIns="91440" bIns="0" rtlCol="0" anchor="ctr">
            <a:spAutoFit/>
          </a:bodyPr>
          <a:lstStyle/>
          <a:p>
            <a:pPr marL="0" marR="0" lvl="0" indent="0" algn="ctr" defTabSz="107102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processor</a:t>
            </a:r>
          </a:p>
        </p:txBody>
      </p:sp>
      <p:sp>
        <p:nvSpPr>
          <p:cNvPr id="317" name="!!token-1-explain-text">
            <a:extLst>
              <a:ext uri="{FF2B5EF4-FFF2-40B4-BE49-F238E27FC236}">
                <a16:creationId xmlns:a16="http://schemas.microsoft.com/office/drawing/2014/main" id="{1DDA2513-A5C4-0741-5BB1-68A2C20C4A92}"/>
              </a:ext>
            </a:extLst>
          </p:cNvPr>
          <p:cNvSpPr txBox="1"/>
          <p:nvPr/>
        </p:nvSpPr>
        <p:spPr>
          <a:xfrm>
            <a:off x="5965739" y="2277548"/>
            <a:ext cx="814321" cy="259675"/>
          </a:xfrm>
          <a:prstGeom prst="roundRect">
            <a:avLst>
              <a:gd name="adj" fmla="val 50000"/>
            </a:avLst>
          </a:prstGeom>
          <a:noFill/>
          <a:ln w="25400">
            <a:noFill/>
          </a:ln>
        </p:spPr>
        <p:txBody>
          <a:bodyPr wrap="none" lIns="91440" tIns="0" rIns="91440" bIns="0" rtlCol="0" anchor="ctr">
            <a:spAutoFit/>
          </a:bodyPr>
          <a:lstStyle/>
          <a:p>
            <a:pPr marL="0" marR="0" lvl="0" indent="0" algn="ctr" defTabSz="1071021"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Explain</a:t>
            </a:r>
          </a:p>
        </p:txBody>
      </p:sp>
      <p:cxnSp>
        <p:nvCxnSpPr>
          <p:cNvPr id="318" name="!!prefill-connector-line-2">
            <a:extLst>
              <a:ext uri="{FF2B5EF4-FFF2-40B4-BE49-F238E27FC236}">
                <a16:creationId xmlns:a16="http://schemas.microsoft.com/office/drawing/2014/main" id="{7FD53E88-1201-A5AC-A55A-772820BCDC66}"/>
              </a:ext>
            </a:extLst>
          </p:cNvPr>
          <p:cNvCxnSpPr>
            <a:cxnSpLocks/>
          </p:cNvCxnSpPr>
          <p:nvPr/>
        </p:nvCxnSpPr>
        <p:spPr>
          <a:xfrm>
            <a:off x="7664196" y="3680428"/>
            <a:ext cx="1461379" cy="1089794"/>
          </a:xfrm>
          <a:prstGeom prst="bentConnector3">
            <a:avLst>
              <a:gd name="adj1" fmla="val 71453"/>
            </a:avLst>
          </a:prstGeom>
          <a:ln w="25400" cap="rnd">
            <a:solidFill>
              <a:srgbClr val="5B5B5B"/>
            </a:solidFill>
            <a:tailEnd type="triangle" w="lg" len="med"/>
          </a:ln>
        </p:spPr>
        <p:style>
          <a:lnRef idx="1">
            <a:schemeClr val="accent1"/>
          </a:lnRef>
          <a:fillRef idx="0">
            <a:schemeClr val="accent1"/>
          </a:fillRef>
          <a:effectRef idx="0">
            <a:schemeClr val="accent1"/>
          </a:effectRef>
          <a:fontRef idx="minor">
            <a:schemeClr val="tx1"/>
          </a:fontRef>
        </p:style>
      </p:cxnSp>
      <p:sp>
        <p:nvSpPr>
          <p:cNvPr id="319" name="Rectangle 318">
            <a:extLst>
              <a:ext uri="{FF2B5EF4-FFF2-40B4-BE49-F238E27FC236}">
                <a16:creationId xmlns:a16="http://schemas.microsoft.com/office/drawing/2014/main" id="{35093196-F3C9-C3F9-1FC9-FE2B06A7CB2E}"/>
              </a:ext>
            </a:extLst>
          </p:cNvPr>
          <p:cNvSpPr/>
          <p:nvPr/>
        </p:nvSpPr>
        <p:spPr>
          <a:xfrm>
            <a:off x="6000705" y="-8586"/>
            <a:ext cx="568874" cy="5744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30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01</a:t>
            </a:r>
          </a:p>
        </p:txBody>
      </p:sp>
      <p:sp>
        <p:nvSpPr>
          <p:cNvPr id="320" name="Rectangle 319">
            <a:extLst>
              <a:ext uri="{FF2B5EF4-FFF2-40B4-BE49-F238E27FC236}">
                <a16:creationId xmlns:a16="http://schemas.microsoft.com/office/drawing/2014/main" id="{C1DCDEFA-E1E0-77F0-7FEE-2396DE5C5CEA}"/>
              </a:ext>
            </a:extLst>
          </p:cNvPr>
          <p:cNvSpPr/>
          <p:nvPr/>
        </p:nvSpPr>
        <p:spPr>
          <a:xfrm>
            <a:off x="9896279" y="-8586"/>
            <a:ext cx="568874" cy="5744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30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02</a:t>
            </a:r>
          </a:p>
        </p:txBody>
      </p:sp>
      <p:sp>
        <p:nvSpPr>
          <p:cNvPr id="321" name="!!prompt-arrow">
            <a:extLst>
              <a:ext uri="{FF2B5EF4-FFF2-40B4-BE49-F238E27FC236}">
                <a16:creationId xmlns:a16="http://schemas.microsoft.com/office/drawing/2014/main" id="{EB2339AD-6ABD-F1B1-0CE3-3C114DFAAFBC}"/>
              </a:ext>
            </a:extLst>
          </p:cNvPr>
          <p:cNvSpPr/>
          <p:nvPr/>
        </p:nvSpPr>
        <p:spPr>
          <a:xfrm rot="8100000">
            <a:off x="3857110" y="3415141"/>
            <a:ext cx="192125" cy="192125"/>
          </a:xfrm>
          <a:prstGeom prst="halfFrame">
            <a:avLst>
              <a:gd name="adj1" fmla="val 17647"/>
              <a:gd name="adj2" fmla="val 1960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71021" rtl="0" eaLnBrk="1" fontAlgn="auto" latinLnBrk="0" hangingPunct="1">
              <a:lnSpc>
                <a:spcPct val="100000"/>
              </a:lnSpc>
              <a:spcBef>
                <a:spcPts val="0"/>
              </a:spcBef>
              <a:spcAft>
                <a:spcPts val="0"/>
              </a:spcAft>
              <a:buClrTx/>
              <a:buSzTx/>
              <a:buFontTx/>
              <a:buNone/>
              <a:tabLst/>
              <a:defRPr/>
            </a:pPr>
            <a:endParaRPr kumimoji="0" lang="en-US" sz="4800" b="0" i="0" u="none" strike="noStrike" kern="1200" cap="none" spc="0" normalizeH="0" baseline="0" noProof="0" dirty="0">
              <a:ln>
                <a:noFill/>
              </a:ln>
              <a:solidFill>
                <a:srgbClr val="000000"/>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Tree>
    <p:extLst>
      <p:ext uri="{BB962C8B-B14F-4D97-AF65-F5344CB8AC3E}">
        <p14:creationId xmlns:p14="http://schemas.microsoft.com/office/powerpoint/2010/main" val="17343210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svg="http://schemas.microsoft.com/office/drawing/2016/SVG/main" xmlns:a16="http://schemas.microsoft.com/office/drawing/2014/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4"/>
                                        </p:tgtEl>
                                        <p:attrNameLst>
                                          <p:attrName>style.visibility</p:attrName>
                                        </p:attrNameLst>
                                      </p:cBhvr>
                                      <p:to>
                                        <p:strVal val="visible"/>
                                      </p:to>
                                    </p:set>
                                    <p:animEffect transition="in" filter="fade">
                                      <p:cBhvr>
                                        <p:cTn id="7" dur="1000"/>
                                        <p:tgtEl>
                                          <p:spTgt spid="274"/>
                                        </p:tgtEl>
                                      </p:cBhvr>
                                    </p:animEffect>
                                  </p:childTnLst>
                                </p:cTn>
                              </p:par>
                              <p:par>
                                <p:cTn id="8" presetID="42" presetClass="path" presetSubtype="0" decel="100000" fill="hold" grpId="1" nodeType="withEffect">
                                  <p:stCondLst>
                                    <p:cond delay="0"/>
                                  </p:stCondLst>
                                  <p:childTnLst>
                                    <p:animMotion origin="layout" path="M 4.16667E-6 0.03889 L 4.16667E-6 -2.96296E-6 " pathEditMode="relative" rAng="0" ptsTypes="AA">
                                      <p:cBhvr>
                                        <p:cTn id="9" dur="1000" fill="hold"/>
                                        <p:tgtEl>
                                          <p:spTgt spid="274"/>
                                        </p:tgtEl>
                                        <p:attrNameLst>
                                          <p:attrName>ppt_x</p:attrName>
                                          <p:attrName>ppt_y</p:attrName>
                                        </p:attrNameLst>
                                      </p:cBhvr>
                                      <p:rCtr x="0" y="-1944"/>
                                    </p:animMotion>
                                  </p:childTnLst>
                                </p:cTn>
                              </p:par>
                              <p:par>
                                <p:cTn id="10" presetID="10" presetClass="entr" presetSubtype="0" fill="hold" grpId="0" nodeType="withEffect">
                                  <p:stCondLst>
                                    <p:cond delay="0"/>
                                  </p:stCondLst>
                                  <p:childTnLst>
                                    <p:set>
                                      <p:cBhvr>
                                        <p:cTn id="11" dur="1" fill="hold">
                                          <p:stCondLst>
                                            <p:cond delay="0"/>
                                          </p:stCondLst>
                                        </p:cTn>
                                        <p:tgtEl>
                                          <p:spTgt spid="317"/>
                                        </p:tgtEl>
                                        <p:attrNameLst>
                                          <p:attrName>style.visibility</p:attrName>
                                        </p:attrNameLst>
                                      </p:cBhvr>
                                      <p:to>
                                        <p:strVal val="visible"/>
                                      </p:to>
                                    </p:set>
                                    <p:animEffect transition="in" filter="fade">
                                      <p:cBhvr>
                                        <p:cTn id="12" dur="1000"/>
                                        <p:tgtEl>
                                          <p:spTgt spid="317"/>
                                        </p:tgtEl>
                                      </p:cBhvr>
                                    </p:animEffect>
                                  </p:childTnLst>
                                </p:cTn>
                              </p:par>
                              <p:par>
                                <p:cTn id="13" presetID="42" presetClass="path" presetSubtype="0" decel="100000" fill="hold" grpId="1" nodeType="withEffect">
                                  <p:stCondLst>
                                    <p:cond delay="0"/>
                                  </p:stCondLst>
                                  <p:childTnLst>
                                    <p:animMotion origin="layout" path="M 3.75E-6 0.03888 L 3.75E-6 4.07407E-6 " pathEditMode="relative" rAng="0" ptsTypes="AA">
                                      <p:cBhvr>
                                        <p:cTn id="14" dur="1000" fill="hold"/>
                                        <p:tgtEl>
                                          <p:spTgt spid="317"/>
                                        </p:tgtEl>
                                        <p:attrNameLst>
                                          <p:attrName>ppt_x</p:attrName>
                                          <p:attrName>ppt_y</p:attrName>
                                        </p:attrNameLst>
                                      </p:cBhvr>
                                      <p:rCtr x="0" y="-1944"/>
                                    </p:animMotion>
                                  </p:childTnLst>
                                </p:cTn>
                              </p:par>
                              <p:par>
                                <p:cTn id="15" presetID="10" presetClass="entr" presetSubtype="0" fill="hold" grpId="0" nodeType="withEffect">
                                  <p:stCondLst>
                                    <p:cond delay="150"/>
                                  </p:stCondLst>
                                  <p:childTnLst>
                                    <p:set>
                                      <p:cBhvr>
                                        <p:cTn id="16" dur="1" fill="hold">
                                          <p:stCondLst>
                                            <p:cond delay="0"/>
                                          </p:stCondLst>
                                        </p:cTn>
                                        <p:tgtEl>
                                          <p:spTgt spid="273"/>
                                        </p:tgtEl>
                                        <p:attrNameLst>
                                          <p:attrName>style.visibility</p:attrName>
                                        </p:attrNameLst>
                                      </p:cBhvr>
                                      <p:to>
                                        <p:strVal val="visible"/>
                                      </p:to>
                                    </p:set>
                                    <p:animEffect transition="in" filter="fade">
                                      <p:cBhvr>
                                        <p:cTn id="17" dur="1000"/>
                                        <p:tgtEl>
                                          <p:spTgt spid="273"/>
                                        </p:tgtEl>
                                      </p:cBhvr>
                                    </p:animEffect>
                                  </p:childTnLst>
                                </p:cTn>
                              </p:par>
                              <p:par>
                                <p:cTn id="18" presetID="42" presetClass="path" presetSubtype="0" decel="100000" fill="hold" grpId="1" nodeType="withEffect">
                                  <p:stCondLst>
                                    <p:cond delay="150"/>
                                  </p:stCondLst>
                                  <p:childTnLst>
                                    <p:animMotion origin="layout" path="M 1.04167E-6 0.03888 L 1.04167E-6 4.44444E-6 " pathEditMode="relative" rAng="0" ptsTypes="AA">
                                      <p:cBhvr>
                                        <p:cTn id="19" dur="1000" fill="hold"/>
                                        <p:tgtEl>
                                          <p:spTgt spid="273"/>
                                        </p:tgtEl>
                                        <p:attrNameLst>
                                          <p:attrName>ppt_x</p:attrName>
                                          <p:attrName>ppt_y</p:attrName>
                                        </p:attrNameLst>
                                      </p:cBhvr>
                                      <p:rCtr x="0" y="-1944"/>
                                    </p:animMotion>
                                  </p:childTnLst>
                                </p:cTn>
                              </p:par>
                              <p:par>
                                <p:cTn id="20" presetID="10" presetClass="entr" presetSubtype="0" fill="hold" grpId="0" nodeType="withEffect">
                                  <p:stCondLst>
                                    <p:cond delay="150"/>
                                  </p:stCondLst>
                                  <p:childTnLst>
                                    <p:set>
                                      <p:cBhvr>
                                        <p:cTn id="21" dur="1" fill="hold">
                                          <p:stCondLst>
                                            <p:cond delay="0"/>
                                          </p:stCondLst>
                                        </p:cTn>
                                        <p:tgtEl>
                                          <p:spTgt spid="316"/>
                                        </p:tgtEl>
                                        <p:attrNameLst>
                                          <p:attrName>style.visibility</p:attrName>
                                        </p:attrNameLst>
                                      </p:cBhvr>
                                      <p:to>
                                        <p:strVal val="visible"/>
                                      </p:to>
                                    </p:set>
                                    <p:animEffect transition="in" filter="fade">
                                      <p:cBhvr>
                                        <p:cTn id="22" dur="1000"/>
                                        <p:tgtEl>
                                          <p:spTgt spid="316"/>
                                        </p:tgtEl>
                                      </p:cBhvr>
                                    </p:animEffect>
                                  </p:childTnLst>
                                </p:cTn>
                              </p:par>
                              <p:par>
                                <p:cTn id="23" presetID="42" presetClass="path" presetSubtype="0" decel="100000" fill="hold" grpId="1" nodeType="withEffect">
                                  <p:stCondLst>
                                    <p:cond delay="150"/>
                                  </p:stCondLst>
                                  <p:childTnLst>
                                    <p:animMotion origin="layout" path="M -1.875E-6 0.03889 L -1.875E-6 3.7037E-7 " pathEditMode="relative" rAng="0" ptsTypes="AA">
                                      <p:cBhvr>
                                        <p:cTn id="24" dur="1000" fill="hold"/>
                                        <p:tgtEl>
                                          <p:spTgt spid="316"/>
                                        </p:tgtEl>
                                        <p:attrNameLst>
                                          <p:attrName>ppt_x</p:attrName>
                                          <p:attrName>ppt_y</p:attrName>
                                        </p:attrNameLst>
                                      </p:cBhvr>
                                      <p:rCtr x="0" y="-1944"/>
                                    </p:animMotion>
                                  </p:childTnLst>
                                </p:cTn>
                              </p:par>
                              <p:par>
                                <p:cTn id="25" presetID="10" presetClass="entr" presetSubtype="0" fill="hold" grpId="0" nodeType="withEffect">
                                  <p:stCondLst>
                                    <p:cond delay="300"/>
                                  </p:stCondLst>
                                  <p:childTnLst>
                                    <p:set>
                                      <p:cBhvr>
                                        <p:cTn id="26" dur="1" fill="hold">
                                          <p:stCondLst>
                                            <p:cond delay="0"/>
                                          </p:stCondLst>
                                        </p:cTn>
                                        <p:tgtEl>
                                          <p:spTgt spid="275"/>
                                        </p:tgtEl>
                                        <p:attrNameLst>
                                          <p:attrName>style.visibility</p:attrName>
                                        </p:attrNameLst>
                                      </p:cBhvr>
                                      <p:to>
                                        <p:strVal val="visible"/>
                                      </p:to>
                                    </p:set>
                                    <p:animEffect transition="in" filter="fade">
                                      <p:cBhvr>
                                        <p:cTn id="27" dur="1000"/>
                                        <p:tgtEl>
                                          <p:spTgt spid="275"/>
                                        </p:tgtEl>
                                      </p:cBhvr>
                                    </p:animEffect>
                                  </p:childTnLst>
                                </p:cTn>
                              </p:par>
                              <p:par>
                                <p:cTn id="28" presetID="42" presetClass="path" presetSubtype="0" decel="100000" fill="hold" grpId="1" nodeType="withEffect">
                                  <p:stCondLst>
                                    <p:cond delay="300"/>
                                  </p:stCondLst>
                                  <p:childTnLst>
                                    <p:animMotion origin="layout" path="M 2.91667E-6 0.03889 L 2.91667E-6 1.85185E-6 " pathEditMode="relative" rAng="0" ptsTypes="AA">
                                      <p:cBhvr>
                                        <p:cTn id="29" dur="1000" fill="hold"/>
                                        <p:tgtEl>
                                          <p:spTgt spid="275"/>
                                        </p:tgtEl>
                                        <p:attrNameLst>
                                          <p:attrName>ppt_x</p:attrName>
                                          <p:attrName>ppt_y</p:attrName>
                                        </p:attrNameLst>
                                      </p:cBhvr>
                                      <p:rCtr x="0" y="-1944"/>
                                    </p:animMotion>
                                  </p:childTnLst>
                                </p:cTn>
                              </p:par>
                              <p:par>
                                <p:cTn id="30" presetID="10" presetClass="entr" presetSubtype="0" fill="hold" grpId="0" nodeType="withEffect">
                                  <p:stCondLst>
                                    <p:cond delay="300"/>
                                  </p:stCondLst>
                                  <p:childTnLst>
                                    <p:set>
                                      <p:cBhvr>
                                        <p:cTn id="31" dur="1" fill="hold">
                                          <p:stCondLst>
                                            <p:cond delay="0"/>
                                          </p:stCondLst>
                                        </p:cTn>
                                        <p:tgtEl>
                                          <p:spTgt spid="315"/>
                                        </p:tgtEl>
                                        <p:attrNameLst>
                                          <p:attrName>style.visibility</p:attrName>
                                        </p:attrNameLst>
                                      </p:cBhvr>
                                      <p:to>
                                        <p:strVal val="visible"/>
                                      </p:to>
                                    </p:set>
                                    <p:animEffect transition="in" filter="fade">
                                      <p:cBhvr>
                                        <p:cTn id="32" dur="1000"/>
                                        <p:tgtEl>
                                          <p:spTgt spid="315"/>
                                        </p:tgtEl>
                                      </p:cBhvr>
                                    </p:animEffect>
                                  </p:childTnLst>
                                </p:cTn>
                              </p:par>
                              <p:par>
                                <p:cTn id="33" presetID="42" presetClass="path" presetSubtype="0" decel="100000" fill="hold" grpId="1" nodeType="withEffect">
                                  <p:stCondLst>
                                    <p:cond delay="300"/>
                                  </p:stCondLst>
                                  <p:childTnLst>
                                    <p:animMotion origin="layout" path="M 1.875E-6 0.03888 L 1.875E-6 4.81481E-6 " pathEditMode="relative" rAng="0" ptsTypes="AA">
                                      <p:cBhvr>
                                        <p:cTn id="34" dur="1000" fill="hold"/>
                                        <p:tgtEl>
                                          <p:spTgt spid="315"/>
                                        </p:tgtEl>
                                        <p:attrNameLst>
                                          <p:attrName>ppt_x</p:attrName>
                                          <p:attrName>ppt_y</p:attrName>
                                        </p:attrNameLst>
                                      </p:cBhvr>
                                      <p:rCtr x="0" y="-1944"/>
                                    </p:animMotion>
                                  </p:childTnLst>
                                </p:cTn>
                              </p:par>
                              <p:par>
                                <p:cTn id="35" presetID="10" presetClass="entr" presetSubtype="0" fill="hold" grpId="0" nodeType="withEffect">
                                  <p:stCondLst>
                                    <p:cond delay="450"/>
                                  </p:stCondLst>
                                  <p:childTnLst>
                                    <p:set>
                                      <p:cBhvr>
                                        <p:cTn id="36" dur="1" fill="hold">
                                          <p:stCondLst>
                                            <p:cond delay="0"/>
                                          </p:stCondLst>
                                        </p:cTn>
                                        <p:tgtEl>
                                          <p:spTgt spid="276"/>
                                        </p:tgtEl>
                                        <p:attrNameLst>
                                          <p:attrName>style.visibility</p:attrName>
                                        </p:attrNameLst>
                                      </p:cBhvr>
                                      <p:to>
                                        <p:strVal val="visible"/>
                                      </p:to>
                                    </p:set>
                                    <p:animEffect transition="in" filter="fade">
                                      <p:cBhvr>
                                        <p:cTn id="37" dur="1000"/>
                                        <p:tgtEl>
                                          <p:spTgt spid="276"/>
                                        </p:tgtEl>
                                      </p:cBhvr>
                                    </p:animEffect>
                                  </p:childTnLst>
                                </p:cTn>
                              </p:par>
                              <p:par>
                                <p:cTn id="38" presetID="42" presetClass="path" presetSubtype="0" decel="100000" fill="hold" grpId="1" nodeType="withEffect">
                                  <p:stCondLst>
                                    <p:cond delay="450"/>
                                  </p:stCondLst>
                                  <p:childTnLst>
                                    <p:animMotion origin="layout" path="M -6.25E-7 0.03889 L -6.25E-7 1.85185E-6 " pathEditMode="relative" rAng="0" ptsTypes="AA">
                                      <p:cBhvr>
                                        <p:cTn id="39" dur="1000" fill="hold"/>
                                        <p:tgtEl>
                                          <p:spTgt spid="276"/>
                                        </p:tgtEl>
                                        <p:attrNameLst>
                                          <p:attrName>ppt_x</p:attrName>
                                          <p:attrName>ppt_y</p:attrName>
                                        </p:attrNameLst>
                                      </p:cBhvr>
                                      <p:rCtr x="0" y="-1944"/>
                                    </p:animMotion>
                                  </p:childTnLst>
                                </p:cTn>
                              </p:par>
                              <p:par>
                                <p:cTn id="40" presetID="10" presetClass="entr" presetSubtype="0" fill="hold" grpId="0" nodeType="withEffect">
                                  <p:stCondLst>
                                    <p:cond delay="450"/>
                                  </p:stCondLst>
                                  <p:childTnLst>
                                    <p:set>
                                      <p:cBhvr>
                                        <p:cTn id="41" dur="1" fill="hold">
                                          <p:stCondLst>
                                            <p:cond delay="0"/>
                                          </p:stCondLst>
                                        </p:cTn>
                                        <p:tgtEl>
                                          <p:spTgt spid="314"/>
                                        </p:tgtEl>
                                        <p:attrNameLst>
                                          <p:attrName>style.visibility</p:attrName>
                                        </p:attrNameLst>
                                      </p:cBhvr>
                                      <p:to>
                                        <p:strVal val="visible"/>
                                      </p:to>
                                    </p:set>
                                    <p:animEffect transition="in" filter="fade">
                                      <p:cBhvr>
                                        <p:cTn id="42" dur="1000"/>
                                        <p:tgtEl>
                                          <p:spTgt spid="314"/>
                                        </p:tgtEl>
                                      </p:cBhvr>
                                    </p:animEffect>
                                  </p:childTnLst>
                                </p:cTn>
                              </p:par>
                              <p:par>
                                <p:cTn id="43" presetID="42" presetClass="path" presetSubtype="0" decel="100000" fill="hold" grpId="1" nodeType="withEffect">
                                  <p:stCondLst>
                                    <p:cond delay="450"/>
                                  </p:stCondLst>
                                  <p:childTnLst>
                                    <p:animMotion origin="layout" path="M -1.45833E-6 0.03889 L -1.45833E-6 -3.33333E-6 " pathEditMode="relative" rAng="0" ptsTypes="AA">
                                      <p:cBhvr>
                                        <p:cTn id="44" dur="1000" fill="hold"/>
                                        <p:tgtEl>
                                          <p:spTgt spid="314"/>
                                        </p:tgtEl>
                                        <p:attrNameLst>
                                          <p:attrName>ppt_x</p:attrName>
                                          <p:attrName>ppt_y</p:attrName>
                                        </p:attrNameLst>
                                      </p:cBhvr>
                                      <p:rCtr x="0" y="-1944"/>
                                    </p:animMotion>
                                  </p:childTnLst>
                                </p:cTn>
                              </p:par>
                              <p:par>
                                <p:cTn id="45" presetID="10" presetClass="entr" presetSubtype="0" fill="hold" grpId="0" nodeType="withEffect">
                                  <p:stCondLst>
                                    <p:cond delay="600"/>
                                  </p:stCondLst>
                                  <p:childTnLst>
                                    <p:set>
                                      <p:cBhvr>
                                        <p:cTn id="46" dur="1" fill="hold">
                                          <p:stCondLst>
                                            <p:cond delay="0"/>
                                          </p:stCondLst>
                                        </p:cTn>
                                        <p:tgtEl>
                                          <p:spTgt spid="272"/>
                                        </p:tgtEl>
                                        <p:attrNameLst>
                                          <p:attrName>style.visibility</p:attrName>
                                        </p:attrNameLst>
                                      </p:cBhvr>
                                      <p:to>
                                        <p:strVal val="visible"/>
                                      </p:to>
                                    </p:set>
                                    <p:animEffect transition="in" filter="fade">
                                      <p:cBhvr>
                                        <p:cTn id="47" dur="1000"/>
                                        <p:tgtEl>
                                          <p:spTgt spid="272"/>
                                        </p:tgtEl>
                                      </p:cBhvr>
                                    </p:animEffect>
                                  </p:childTnLst>
                                </p:cTn>
                              </p:par>
                              <p:par>
                                <p:cTn id="48" presetID="42" presetClass="path" presetSubtype="0" decel="100000" fill="hold" grpId="1" nodeType="withEffect">
                                  <p:stCondLst>
                                    <p:cond delay="600"/>
                                  </p:stCondLst>
                                  <p:childTnLst>
                                    <p:animMotion origin="layout" path="M 8.33333E-7 0.03889 L 8.33333E-7 -7.40741E-7 " pathEditMode="relative" rAng="0" ptsTypes="AA">
                                      <p:cBhvr>
                                        <p:cTn id="49" dur="1000" fill="hold"/>
                                        <p:tgtEl>
                                          <p:spTgt spid="272"/>
                                        </p:tgtEl>
                                        <p:attrNameLst>
                                          <p:attrName>ppt_x</p:attrName>
                                          <p:attrName>ppt_y</p:attrName>
                                        </p:attrNameLst>
                                      </p:cBhvr>
                                      <p:rCtr x="0" y="-1944"/>
                                    </p:animMotion>
                                  </p:childTnLst>
                                </p:cTn>
                              </p:par>
                              <p:par>
                                <p:cTn id="50" presetID="10" presetClass="entr" presetSubtype="0" fill="hold" grpId="0" nodeType="withEffect">
                                  <p:stCondLst>
                                    <p:cond delay="600"/>
                                  </p:stCondLst>
                                  <p:childTnLst>
                                    <p:set>
                                      <p:cBhvr>
                                        <p:cTn id="51" dur="1" fill="hold">
                                          <p:stCondLst>
                                            <p:cond delay="0"/>
                                          </p:stCondLst>
                                        </p:cTn>
                                        <p:tgtEl>
                                          <p:spTgt spid="313"/>
                                        </p:tgtEl>
                                        <p:attrNameLst>
                                          <p:attrName>style.visibility</p:attrName>
                                        </p:attrNameLst>
                                      </p:cBhvr>
                                      <p:to>
                                        <p:strVal val="visible"/>
                                      </p:to>
                                    </p:set>
                                    <p:animEffect transition="in" filter="fade">
                                      <p:cBhvr>
                                        <p:cTn id="52" dur="1000"/>
                                        <p:tgtEl>
                                          <p:spTgt spid="313"/>
                                        </p:tgtEl>
                                      </p:cBhvr>
                                    </p:animEffect>
                                  </p:childTnLst>
                                </p:cTn>
                              </p:par>
                              <p:par>
                                <p:cTn id="53" presetID="42" presetClass="path" presetSubtype="0" decel="100000" fill="hold" grpId="1" nodeType="withEffect">
                                  <p:stCondLst>
                                    <p:cond delay="600"/>
                                  </p:stCondLst>
                                  <p:childTnLst>
                                    <p:animMotion origin="layout" path="M -2.08333E-7 0.03889 L -2.08333E-7 -3.33333E-6 " pathEditMode="relative" rAng="0" ptsTypes="AA">
                                      <p:cBhvr>
                                        <p:cTn id="54" dur="1000" fill="hold"/>
                                        <p:tgtEl>
                                          <p:spTgt spid="313"/>
                                        </p:tgtEl>
                                        <p:attrNameLst>
                                          <p:attrName>ppt_x</p:attrName>
                                          <p:attrName>ppt_y</p:attrName>
                                        </p:attrNameLst>
                                      </p:cBhvr>
                                      <p:rCtr x="0" y="-1944"/>
                                    </p:animMotion>
                                  </p:childTnLst>
                                </p:cTn>
                              </p:par>
                              <p:par>
                                <p:cTn id="55" presetID="10" presetClass="entr" presetSubtype="0" fill="hold" grpId="0" nodeType="withEffect">
                                  <p:stCondLst>
                                    <p:cond delay="750"/>
                                  </p:stCondLst>
                                  <p:childTnLst>
                                    <p:set>
                                      <p:cBhvr>
                                        <p:cTn id="56" dur="1" fill="hold">
                                          <p:stCondLst>
                                            <p:cond delay="0"/>
                                          </p:stCondLst>
                                        </p:cTn>
                                        <p:tgtEl>
                                          <p:spTgt spid="271"/>
                                        </p:tgtEl>
                                        <p:attrNameLst>
                                          <p:attrName>style.visibility</p:attrName>
                                        </p:attrNameLst>
                                      </p:cBhvr>
                                      <p:to>
                                        <p:strVal val="visible"/>
                                      </p:to>
                                    </p:set>
                                    <p:animEffect transition="in" filter="fade">
                                      <p:cBhvr>
                                        <p:cTn id="57" dur="1000"/>
                                        <p:tgtEl>
                                          <p:spTgt spid="271"/>
                                        </p:tgtEl>
                                      </p:cBhvr>
                                    </p:animEffect>
                                  </p:childTnLst>
                                </p:cTn>
                              </p:par>
                              <p:par>
                                <p:cTn id="58" presetID="42" presetClass="path" presetSubtype="0" decel="100000" fill="hold" grpId="1" nodeType="withEffect">
                                  <p:stCondLst>
                                    <p:cond delay="750"/>
                                  </p:stCondLst>
                                  <p:childTnLst>
                                    <p:animMotion origin="layout" path="M -4.79167E-6 0.03889 L -4.79167E-6 -7.40741E-7 " pathEditMode="relative" rAng="0" ptsTypes="AA">
                                      <p:cBhvr>
                                        <p:cTn id="59" dur="1000" fill="hold"/>
                                        <p:tgtEl>
                                          <p:spTgt spid="271"/>
                                        </p:tgtEl>
                                        <p:attrNameLst>
                                          <p:attrName>ppt_x</p:attrName>
                                          <p:attrName>ppt_y</p:attrName>
                                        </p:attrNameLst>
                                      </p:cBhvr>
                                      <p:rCtr x="0" y="-1944"/>
                                    </p:animMotion>
                                  </p:childTnLst>
                                </p:cTn>
                              </p:par>
                              <p:par>
                                <p:cTn id="60" presetID="10" presetClass="entr" presetSubtype="0" fill="hold" grpId="0" nodeType="withEffect">
                                  <p:stCondLst>
                                    <p:cond delay="750"/>
                                  </p:stCondLst>
                                  <p:childTnLst>
                                    <p:set>
                                      <p:cBhvr>
                                        <p:cTn id="61" dur="1" fill="hold">
                                          <p:stCondLst>
                                            <p:cond delay="0"/>
                                          </p:stCondLst>
                                        </p:cTn>
                                        <p:tgtEl>
                                          <p:spTgt spid="312"/>
                                        </p:tgtEl>
                                        <p:attrNameLst>
                                          <p:attrName>style.visibility</p:attrName>
                                        </p:attrNameLst>
                                      </p:cBhvr>
                                      <p:to>
                                        <p:strVal val="visible"/>
                                      </p:to>
                                    </p:set>
                                    <p:animEffect transition="in" filter="fade">
                                      <p:cBhvr>
                                        <p:cTn id="62" dur="1000"/>
                                        <p:tgtEl>
                                          <p:spTgt spid="312"/>
                                        </p:tgtEl>
                                      </p:cBhvr>
                                    </p:animEffect>
                                  </p:childTnLst>
                                </p:cTn>
                              </p:par>
                              <p:par>
                                <p:cTn id="63" presetID="42" presetClass="path" presetSubtype="0" decel="100000" fill="hold" grpId="1" nodeType="withEffect">
                                  <p:stCondLst>
                                    <p:cond delay="750"/>
                                  </p:stCondLst>
                                  <p:childTnLst>
                                    <p:animMotion origin="layout" path="M 4.79167E-6 0.03889 L 4.79167E-6 3.7037E-6 " pathEditMode="relative" rAng="0" ptsTypes="AA">
                                      <p:cBhvr>
                                        <p:cTn id="64" dur="1000" fill="hold"/>
                                        <p:tgtEl>
                                          <p:spTgt spid="312"/>
                                        </p:tgtEl>
                                        <p:attrNameLst>
                                          <p:attrName>ppt_x</p:attrName>
                                          <p:attrName>ppt_y</p:attrName>
                                        </p:attrNameLst>
                                      </p:cBhvr>
                                      <p:rCtr x="0" y="-1944"/>
                                    </p:animMotion>
                                  </p:childTnLst>
                                </p:cTn>
                              </p:par>
                              <p:par>
                                <p:cTn id="65" presetID="10" presetClass="entr" presetSubtype="0" fill="hold" grpId="0" nodeType="withEffect">
                                  <p:stCondLst>
                                    <p:cond delay="900"/>
                                  </p:stCondLst>
                                  <p:childTnLst>
                                    <p:set>
                                      <p:cBhvr>
                                        <p:cTn id="66" dur="1" fill="hold">
                                          <p:stCondLst>
                                            <p:cond delay="0"/>
                                          </p:stCondLst>
                                        </p:cTn>
                                        <p:tgtEl>
                                          <p:spTgt spid="270"/>
                                        </p:tgtEl>
                                        <p:attrNameLst>
                                          <p:attrName>style.visibility</p:attrName>
                                        </p:attrNameLst>
                                      </p:cBhvr>
                                      <p:to>
                                        <p:strVal val="visible"/>
                                      </p:to>
                                    </p:set>
                                    <p:animEffect transition="in" filter="fade">
                                      <p:cBhvr>
                                        <p:cTn id="67" dur="1000"/>
                                        <p:tgtEl>
                                          <p:spTgt spid="270"/>
                                        </p:tgtEl>
                                      </p:cBhvr>
                                    </p:animEffect>
                                  </p:childTnLst>
                                </p:cTn>
                              </p:par>
                              <p:par>
                                <p:cTn id="68" presetID="42" presetClass="path" presetSubtype="0" decel="100000" fill="hold" grpId="1" nodeType="withEffect">
                                  <p:stCondLst>
                                    <p:cond delay="900"/>
                                  </p:stCondLst>
                                  <p:childTnLst>
                                    <p:animMotion origin="layout" path="M -4.16667E-7 0.03889 L -4.16667E-7 -1.85185E-6 " pathEditMode="relative" rAng="0" ptsTypes="AA">
                                      <p:cBhvr>
                                        <p:cTn id="69" dur="1000" fill="hold"/>
                                        <p:tgtEl>
                                          <p:spTgt spid="270"/>
                                        </p:tgtEl>
                                        <p:attrNameLst>
                                          <p:attrName>ppt_x</p:attrName>
                                          <p:attrName>ppt_y</p:attrName>
                                        </p:attrNameLst>
                                      </p:cBhvr>
                                      <p:rCtr x="0" y="-1944"/>
                                    </p:animMotion>
                                  </p:childTnLst>
                                </p:cTn>
                              </p:par>
                              <p:par>
                                <p:cTn id="70" presetID="10" presetClass="entr" presetSubtype="0" fill="hold" grpId="0" nodeType="withEffect">
                                  <p:stCondLst>
                                    <p:cond delay="900"/>
                                  </p:stCondLst>
                                  <p:childTnLst>
                                    <p:set>
                                      <p:cBhvr>
                                        <p:cTn id="71" dur="1" fill="hold">
                                          <p:stCondLst>
                                            <p:cond delay="0"/>
                                          </p:stCondLst>
                                        </p:cTn>
                                        <p:tgtEl>
                                          <p:spTgt spid="311"/>
                                        </p:tgtEl>
                                        <p:attrNameLst>
                                          <p:attrName>style.visibility</p:attrName>
                                        </p:attrNameLst>
                                      </p:cBhvr>
                                      <p:to>
                                        <p:strVal val="visible"/>
                                      </p:to>
                                    </p:set>
                                    <p:animEffect transition="in" filter="fade">
                                      <p:cBhvr>
                                        <p:cTn id="72" dur="1000"/>
                                        <p:tgtEl>
                                          <p:spTgt spid="311"/>
                                        </p:tgtEl>
                                      </p:cBhvr>
                                    </p:animEffect>
                                  </p:childTnLst>
                                </p:cTn>
                              </p:par>
                              <p:par>
                                <p:cTn id="73" presetID="42" presetClass="path" presetSubtype="0" decel="100000" fill="hold" grpId="1" nodeType="withEffect">
                                  <p:stCondLst>
                                    <p:cond delay="900"/>
                                  </p:stCondLst>
                                  <p:childTnLst>
                                    <p:animMotion origin="layout" path="M -1.45833E-6 0.03889 L -1.45833E-6 -4.44444E-6 " pathEditMode="relative" rAng="0" ptsTypes="AA">
                                      <p:cBhvr>
                                        <p:cTn id="74" dur="1000" fill="hold"/>
                                        <p:tgtEl>
                                          <p:spTgt spid="311"/>
                                        </p:tgtEl>
                                        <p:attrNameLst>
                                          <p:attrName>ppt_x</p:attrName>
                                          <p:attrName>ppt_y</p:attrName>
                                        </p:attrNameLst>
                                      </p:cBhvr>
                                      <p:rCtr x="0" y="-1944"/>
                                    </p:animMotion>
                                  </p:childTnLst>
                                </p:cTn>
                              </p:par>
                              <p:par>
                                <p:cTn id="75" presetID="10" presetClass="entr" presetSubtype="0" fill="hold" grpId="0" nodeType="withEffect">
                                  <p:stCondLst>
                                    <p:cond delay="1050"/>
                                  </p:stCondLst>
                                  <p:childTnLst>
                                    <p:set>
                                      <p:cBhvr>
                                        <p:cTn id="76" dur="1" fill="hold">
                                          <p:stCondLst>
                                            <p:cond delay="0"/>
                                          </p:stCondLst>
                                        </p:cTn>
                                        <p:tgtEl>
                                          <p:spTgt spid="269"/>
                                        </p:tgtEl>
                                        <p:attrNameLst>
                                          <p:attrName>style.visibility</p:attrName>
                                        </p:attrNameLst>
                                      </p:cBhvr>
                                      <p:to>
                                        <p:strVal val="visible"/>
                                      </p:to>
                                    </p:set>
                                    <p:animEffect transition="in" filter="fade">
                                      <p:cBhvr>
                                        <p:cTn id="77" dur="1000"/>
                                        <p:tgtEl>
                                          <p:spTgt spid="269"/>
                                        </p:tgtEl>
                                      </p:cBhvr>
                                    </p:animEffect>
                                  </p:childTnLst>
                                </p:cTn>
                              </p:par>
                              <p:par>
                                <p:cTn id="78" presetID="42" presetClass="path" presetSubtype="0" decel="100000" fill="hold" grpId="1" nodeType="withEffect">
                                  <p:stCondLst>
                                    <p:cond delay="1050"/>
                                  </p:stCondLst>
                                  <p:childTnLst>
                                    <p:animMotion origin="layout" path="M 2.08333E-7 0.03889 L 2.08333E-7 -1.85185E-6 " pathEditMode="relative" rAng="0" ptsTypes="AA">
                                      <p:cBhvr>
                                        <p:cTn id="79" dur="1000" fill="hold"/>
                                        <p:tgtEl>
                                          <p:spTgt spid="269"/>
                                        </p:tgtEl>
                                        <p:attrNameLst>
                                          <p:attrName>ppt_x</p:attrName>
                                          <p:attrName>ppt_y</p:attrName>
                                        </p:attrNameLst>
                                      </p:cBhvr>
                                      <p:rCtr x="0" y="-1944"/>
                                    </p:animMotion>
                                  </p:childTnLst>
                                </p:cTn>
                              </p:par>
                              <p:par>
                                <p:cTn id="80" presetID="10" presetClass="entr" presetSubtype="0" fill="hold" grpId="0" nodeType="withEffect">
                                  <p:stCondLst>
                                    <p:cond delay="1050"/>
                                  </p:stCondLst>
                                  <p:childTnLst>
                                    <p:set>
                                      <p:cBhvr>
                                        <p:cTn id="81" dur="1" fill="hold">
                                          <p:stCondLst>
                                            <p:cond delay="0"/>
                                          </p:stCondLst>
                                        </p:cTn>
                                        <p:tgtEl>
                                          <p:spTgt spid="310"/>
                                        </p:tgtEl>
                                        <p:attrNameLst>
                                          <p:attrName>style.visibility</p:attrName>
                                        </p:attrNameLst>
                                      </p:cBhvr>
                                      <p:to>
                                        <p:strVal val="visible"/>
                                      </p:to>
                                    </p:set>
                                    <p:animEffect transition="in" filter="fade">
                                      <p:cBhvr>
                                        <p:cTn id="82" dur="1000"/>
                                        <p:tgtEl>
                                          <p:spTgt spid="310"/>
                                        </p:tgtEl>
                                      </p:cBhvr>
                                    </p:animEffect>
                                  </p:childTnLst>
                                </p:cTn>
                              </p:par>
                              <p:par>
                                <p:cTn id="83" presetID="42" presetClass="path" presetSubtype="0" decel="100000" fill="hold" grpId="1" nodeType="withEffect">
                                  <p:stCondLst>
                                    <p:cond delay="1050"/>
                                  </p:stCondLst>
                                  <p:childTnLst>
                                    <p:animMotion origin="layout" path="M 1.04167E-6 0.03889 L 1.04167E-6 -1.85185E-6 " pathEditMode="relative" rAng="0" ptsTypes="AA">
                                      <p:cBhvr>
                                        <p:cTn id="84" dur="1000" fill="hold"/>
                                        <p:tgtEl>
                                          <p:spTgt spid="310"/>
                                        </p:tgtEl>
                                        <p:attrNameLst>
                                          <p:attrName>ppt_x</p:attrName>
                                          <p:attrName>ppt_y</p:attrName>
                                        </p:attrNameLst>
                                      </p:cBhvr>
                                      <p:rCtr x="0" y="-1944"/>
                                    </p:animMotion>
                                  </p:childTnLst>
                                </p:cTn>
                              </p:par>
                              <p:par>
                                <p:cTn id="85" presetID="10" presetClass="entr" presetSubtype="0" fill="hold" grpId="0" nodeType="withEffect">
                                  <p:stCondLst>
                                    <p:cond delay="1200"/>
                                  </p:stCondLst>
                                  <p:childTnLst>
                                    <p:set>
                                      <p:cBhvr>
                                        <p:cTn id="86" dur="1" fill="hold">
                                          <p:stCondLst>
                                            <p:cond delay="0"/>
                                          </p:stCondLst>
                                        </p:cTn>
                                        <p:tgtEl>
                                          <p:spTgt spid="268"/>
                                        </p:tgtEl>
                                        <p:attrNameLst>
                                          <p:attrName>style.visibility</p:attrName>
                                        </p:attrNameLst>
                                      </p:cBhvr>
                                      <p:to>
                                        <p:strVal val="visible"/>
                                      </p:to>
                                    </p:set>
                                    <p:animEffect transition="in" filter="fade">
                                      <p:cBhvr>
                                        <p:cTn id="87" dur="1000"/>
                                        <p:tgtEl>
                                          <p:spTgt spid="268"/>
                                        </p:tgtEl>
                                      </p:cBhvr>
                                    </p:animEffect>
                                  </p:childTnLst>
                                </p:cTn>
                              </p:par>
                              <p:par>
                                <p:cTn id="88" presetID="42" presetClass="path" presetSubtype="0" decel="100000" fill="hold" grpId="1" nodeType="withEffect">
                                  <p:stCondLst>
                                    <p:cond delay="1200"/>
                                  </p:stCondLst>
                                  <p:childTnLst>
                                    <p:animMotion origin="layout" path="M -2.91667E-6 0.03889 L -2.91667E-6 -4.44444E-6 " pathEditMode="relative" rAng="0" ptsTypes="AA">
                                      <p:cBhvr>
                                        <p:cTn id="89" dur="1000" fill="hold"/>
                                        <p:tgtEl>
                                          <p:spTgt spid="268"/>
                                        </p:tgtEl>
                                        <p:attrNameLst>
                                          <p:attrName>ppt_x</p:attrName>
                                          <p:attrName>ppt_y</p:attrName>
                                        </p:attrNameLst>
                                      </p:cBhvr>
                                      <p:rCtr x="0" y="-1944"/>
                                    </p:animMotion>
                                  </p:childTnLst>
                                </p:cTn>
                              </p:par>
                              <p:par>
                                <p:cTn id="90" presetID="10" presetClass="entr" presetSubtype="0" fill="hold" grpId="0" nodeType="withEffect">
                                  <p:stCondLst>
                                    <p:cond delay="1200"/>
                                  </p:stCondLst>
                                  <p:childTnLst>
                                    <p:set>
                                      <p:cBhvr>
                                        <p:cTn id="91" dur="1" fill="hold">
                                          <p:stCondLst>
                                            <p:cond delay="0"/>
                                          </p:stCondLst>
                                        </p:cTn>
                                        <p:tgtEl>
                                          <p:spTgt spid="309"/>
                                        </p:tgtEl>
                                        <p:attrNameLst>
                                          <p:attrName>style.visibility</p:attrName>
                                        </p:attrNameLst>
                                      </p:cBhvr>
                                      <p:to>
                                        <p:strVal val="visible"/>
                                      </p:to>
                                    </p:set>
                                    <p:animEffect transition="in" filter="fade">
                                      <p:cBhvr>
                                        <p:cTn id="92" dur="1000"/>
                                        <p:tgtEl>
                                          <p:spTgt spid="309"/>
                                        </p:tgtEl>
                                      </p:cBhvr>
                                    </p:animEffect>
                                  </p:childTnLst>
                                </p:cTn>
                              </p:par>
                              <p:par>
                                <p:cTn id="93" presetID="42" presetClass="path" presetSubtype="0" decel="100000" fill="hold" grpId="1" nodeType="withEffect">
                                  <p:stCondLst>
                                    <p:cond delay="1200"/>
                                  </p:stCondLst>
                                  <p:childTnLst>
                                    <p:animMotion origin="layout" path="M -3.33333E-6 0.03889 L -3.33333E-6 2.59259E-6 " pathEditMode="relative" rAng="0" ptsTypes="AA">
                                      <p:cBhvr>
                                        <p:cTn id="94" dur="1000" fill="hold"/>
                                        <p:tgtEl>
                                          <p:spTgt spid="309"/>
                                        </p:tgtEl>
                                        <p:attrNameLst>
                                          <p:attrName>ppt_x</p:attrName>
                                          <p:attrName>ppt_y</p:attrName>
                                        </p:attrNameLst>
                                      </p:cBhvr>
                                      <p:rCtr x="0" y="-1944"/>
                                    </p:animMotion>
                                  </p:childTnLst>
                                </p:cTn>
                              </p:par>
                            </p:childTnLst>
                          </p:cTn>
                        </p:par>
                        <p:par>
                          <p:cTn id="95" fill="hold">
                            <p:stCondLst>
                              <p:cond delay="2200"/>
                            </p:stCondLst>
                            <p:childTnLst>
                              <p:par>
                                <p:cTn id="96" presetID="22" presetClass="entr" presetSubtype="8" fill="hold" nodeType="afterEffect">
                                  <p:stCondLst>
                                    <p:cond delay="0"/>
                                  </p:stCondLst>
                                  <p:childTnLst>
                                    <p:set>
                                      <p:cBhvr>
                                        <p:cTn id="97" dur="1" fill="hold">
                                          <p:stCondLst>
                                            <p:cond delay="0"/>
                                          </p:stCondLst>
                                        </p:cTn>
                                        <p:tgtEl>
                                          <p:spTgt spid="262"/>
                                        </p:tgtEl>
                                        <p:attrNameLst>
                                          <p:attrName>style.visibility</p:attrName>
                                        </p:attrNameLst>
                                      </p:cBhvr>
                                      <p:to>
                                        <p:strVal val="visible"/>
                                      </p:to>
                                    </p:set>
                                    <p:animEffect transition="in" filter="wipe(left)">
                                      <p:cBhvr>
                                        <p:cTn id="98" dur="500"/>
                                        <p:tgtEl>
                                          <p:spTgt spid="262"/>
                                        </p:tgtEl>
                                      </p:cBhvr>
                                    </p:animEffect>
                                  </p:childTnLst>
                                </p:cTn>
                              </p:par>
                              <p:par>
                                <p:cTn id="99" presetID="22" presetClass="entr" presetSubtype="8" fill="hold" nodeType="withEffect">
                                  <p:stCondLst>
                                    <p:cond delay="0"/>
                                  </p:stCondLst>
                                  <p:childTnLst>
                                    <p:set>
                                      <p:cBhvr>
                                        <p:cTn id="100" dur="1" fill="hold">
                                          <p:stCondLst>
                                            <p:cond delay="0"/>
                                          </p:stCondLst>
                                        </p:cTn>
                                        <p:tgtEl>
                                          <p:spTgt spid="264"/>
                                        </p:tgtEl>
                                        <p:attrNameLst>
                                          <p:attrName>style.visibility</p:attrName>
                                        </p:attrNameLst>
                                      </p:cBhvr>
                                      <p:to>
                                        <p:strVal val="visible"/>
                                      </p:to>
                                    </p:set>
                                    <p:animEffect transition="in" filter="wipe(left)">
                                      <p:cBhvr>
                                        <p:cTn id="101" dur="500"/>
                                        <p:tgtEl>
                                          <p:spTgt spid="264"/>
                                        </p:tgtEl>
                                      </p:cBhvr>
                                    </p:animEffect>
                                  </p:childTnLst>
                                </p:cTn>
                              </p:par>
                              <p:par>
                                <p:cTn id="102" presetID="22" presetClass="entr" presetSubtype="8" fill="hold" nodeType="withEffect">
                                  <p:stCondLst>
                                    <p:cond delay="0"/>
                                  </p:stCondLst>
                                  <p:childTnLst>
                                    <p:set>
                                      <p:cBhvr>
                                        <p:cTn id="103" dur="1" fill="hold">
                                          <p:stCondLst>
                                            <p:cond delay="0"/>
                                          </p:stCondLst>
                                        </p:cTn>
                                        <p:tgtEl>
                                          <p:spTgt spid="266"/>
                                        </p:tgtEl>
                                        <p:attrNameLst>
                                          <p:attrName>style.visibility</p:attrName>
                                        </p:attrNameLst>
                                      </p:cBhvr>
                                      <p:to>
                                        <p:strVal val="visible"/>
                                      </p:to>
                                    </p:set>
                                    <p:animEffect transition="in" filter="wipe(left)">
                                      <p:cBhvr>
                                        <p:cTn id="104" dur="500"/>
                                        <p:tgtEl>
                                          <p:spTgt spid="266"/>
                                        </p:tgtEl>
                                      </p:cBhvr>
                                    </p:animEffect>
                                  </p:childTnLst>
                                </p:cTn>
                              </p:par>
                              <p:par>
                                <p:cTn id="105" presetID="22" presetClass="entr" presetSubtype="8" fill="hold" nodeType="withEffect">
                                  <p:stCondLst>
                                    <p:cond delay="0"/>
                                  </p:stCondLst>
                                  <p:childTnLst>
                                    <p:set>
                                      <p:cBhvr>
                                        <p:cTn id="106" dur="1" fill="hold">
                                          <p:stCondLst>
                                            <p:cond delay="0"/>
                                          </p:stCondLst>
                                        </p:cTn>
                                        <p:tgtEl>
                                          <p:spTgt spid="263"/>
                                        </p:tgtEl>
                                        <p:attrNameLst>
                                          <p:attrName>style.visibility</p:attrName>
                                        </p:attrNameLst>
                                      </p:cBhvr>
                                      <p:to>
                                        <p:strVal val="visible"/>
                                      </p:to>
                                    </p:set>
                                    <p:animEffect transition="in" filter="wipe(left)">
                                      <p:cBhvr>
                                        <p:cTn id="107" dur="500"/>
                                        <p:tgtEl>
                                          <p:spTgt spid="263"/>
                                        </p:tgtEl>
                                      </p:cBhvr>
                                    </p:animEffect>
                                  </p:childTnLst>
                                </p:cTn>
                              </p:par>
                              <p:par>
                                <p:cTn id="108" presetID="22" presetClass="entr" presetSubtype="8" fill="hold" nodeType="withEffect">
                                  <p:stCondLst>
                                    <p:cond delay="0"/>
                                  </p:stCondLst>
                                  <p:childTnLst>
                                    <p:set>
                                      <p:cBhvr>
                                        <p:cTn id="109" dur="1" fill="hold">
                                          <p:stCondLst>
                                            <p:cond delay="0"/>
                                          </p:stCondLst>
                                        </p:cTn>
                                        <p:tgtEl>
                                          <p:spTgt spid="267"/>
                                        </p:tgtEl>
                                        <p:attrNameLst>
                                          <p:attrName>style.visibility</p:attrName>
                                        </p:attrNameLst>
                                      </p:cBhvr>
                                      <p:to>
                                        <p:strVal val="visible"/>
                                      </p:to>
                                    </p:set>
                                    <p:animEffect transition="in" filter="wipe(left)">
                                      <p:cBhvr>
                                        <p:cTn id="110" dur="500"/>
                                        <p:tgtEl>
                                          <p:spTgt spid="267"/>
                                        </p:tgtEl>
                                      </p:cBhvr>
                                    </p:animEffect>
                                  </p:childTnLst>
                                </p:cTn>
                              </p:par>
                              <p:par>
                                <p:cTn id="111" presetID="22" presetClass="entr" presetSubtype="8" fill="hold" nodeType="withEffect">
                                  <p:stCondLst>
                                    <p:cond delay="0"/>
                                  </p:stCondLst>
                                  <p:childTnLst>
                                    <p:set>
                                      <p:cBhvr>
                                        <p:cTn id="112" dur="1" fill="hold">
                                          <p:stCondLst>
                                            <p:cond delay="0"/>
                                          </p:stCondLst>
                                        </p:cTn>
                                        <p:tgtEl>
                                          <p:spTgt spid="265"/>
                                        </p:tgtEl>
                                        <p:attrNameLst>
                                          <p:attrName>style.visibility</p:attrName>
                                        </p:attrNameLst>
                                      </p:cBhvr>
                                      <p:to>
                                        <p:strVal val="visible"/>
                                      </p:to>
                                    </p:set>
                                    <p:animEffect transition="in" filter="wipe(left)">
                                      <p:cBhvr>
                                        <p:cTn id="113" dur="500"/>
                                        <p:tgtEl>
                                          <p:spTgt spid="265"/>
                                        </p:tgtEl>
                                      </p:cBhvr>
                                    </p:animEffect>
                                  </p:childTnLst>
                                </p:cTn>
                              </p:par>
                              <p:par>
                                <p:cTn id="114" presetID="22" presetClass="entr" presetSubtype="8" fill="hold" nodeType="withEffect">
                                  <p:stCondLst>
                                    <p:cond delay="500"/>
                                  </p:stCondLst>
                                  <p:childTnLst>
                                    <p:set>
                                      <p:cBhvr>
                                        <p:cTn id="115" dur="1" fill="hold">
                                          <p:stCondLst>
                                            <p:cond delay="0"/>
                                          </p:stCondLst>
                                        </p:cTn>
                                        <p:tgtEl>
                                          <p:spTgt spid="318"/>
                                        </p:tgtEl>
                                        <p:attrNameLst>
                                          <p:attrName>style.visibility</p:attrName>
                                        </p:attrNameLst>
                                      </p:cBhvr>
                                      <p:to>
                                        <p:strVal val="visible"/>
                                      </p:to>
                                    </p:set>
                                    <p:animEffect transition="in" filter="wipe(left)">
                                      <p:cBhvr>
                                        <p:cTn id="116" dur="500"/>
                                        <p:tgtEl>
                                          <p:spTgt spid="318"/>
                                        </p:tgtEl>
                                      </p:cBhvr>
                                    </p:animEffect>
                                  </p:childTnLst>
                                </p:cTn>
                              </p:par>
                            </p:childTnLst>
                          </p:cTn>
                        </p:par>
                        <p:par>
                          <p:cTn id="117" fill="hold">
                            <p:stCondLst>
                              <p:cond delay="3200"/>
                            </p:stCondLst>
                            <p:childTnLst>
                              <p:par>
                                <p:cTn id="118" presetID="10" presetClass="entr" presetSubtype="0" fill="hold" nodeType="afterEffect">
                                  <p:stCondLst>
                                    <p:cond delay="0"/>
                                  </p:stCondLst>
                                  <p:childTnLst>
                                    <p:set>
                                      <p:cBhvr>
                                        <p:cTn id="119" dur="1" fill="hold">
                                          <p:stCondLst>
                                            <p:cond delay="0"/>
                                          </p:stCondLst>
                                        </p:cTn>
                                        <p:tgtEl>
                                          <p:spTgt spid="277"/>
                                        </p:tgtEl>
                                        <p:attrNameLst>
                                          <p:attrName>style.visibility</p:attrName>
                                        </p:attrNameLst>
                                      </p:cBhvr>
                                      <p:to>
                                        <p:strVal val="visible"/>
                                      </p:to>
                                    </p:set>
                                    <p:animEffect transition="in" filter="fade">
                                      <p:cBhvr>
                                        <p:cTn id="120" dur="500"/>
                                        <p:tgtEl>
                                          <p:spTgt spid="277"/>
                                        </p:tgtEl>
                                      </p:cBhvr>
                                    </p:animEffect>
                                  </p:childTnLst>
                                </p:cTn>
                              </p:par>
                              <p:par>
                                <p:cTn id="121" presetID="42" presetClass="path" presetSubtype="0" decel="100000" fill="hold" nodeType="withEffect">
                                  <p:stCondLst>
                                    <p:cond delay="0"/>
                                  </p:stCondLst>
                                  <p:childTnLst>
                                    <p:animMotion origin="layout" path="M 1.25E-6 0.03889 L 1.25E-6 7.40741E-7 " pathEditMode="relative" rAng="0" ptsTypes="AA">
                                      <p:cBhvr>
                                        <p:cTn id="122" dur="500" fill="hold"/>
                                        <p:tgtEl>
                                          <p:spTgt spid="277"/>
                                        </p:tgtEl>
                                        <p:attrNameLst>
                                          <p:attrName>ppt_x</p:attrName>
                                          <p:attrName>ppt_y</p:attrName>
                                        </p:attrNameLst>
                                      </p:cBhvr>
                                      <p:rCtr x="0" y="-1944"/>
                                    </p:animMotion>
                                  </p:childTnLst>
                                </p:cTn>
                              </p:par>
                              <p:par>
                                <p:cTn id="123" presetID="22" presetClass="entr" presetSubtype="4" fill="hold" nodeType="withEffect">
                                  <p:stCondLst>
                                    <p:cond delay="500"/>
                                  </p:stCondLst>
                                  <p:childTnLst>
                                    <p:set>
                                      <p:cBhvr>
                                        <p:cTn id="124" dur="1" fill="hold">
                                          <p:stCondLst>
                                            <p:cond delay="0"/>
                                          </p:stCondLst>
                                        </p:cTn>
                                        <p:tgtEl>
                                          <p:spTgt spid="308"/>
                                        </p:tgtEl>
                                        <p:attrNameLst>
                                          <p:attrName>style.visibility</p:attrName>
                                        </p:attrNameLst>
                                      </p:cBhvr>
                                      <p:to>
                                        <p:strVal val="visible"/>
                                      </p:to>
                                    </p:set>
                                    <p:animEffect transition="in" filter="wipe(down)">
                                      <p:cBhvr>
                                        <p:cTn id="125" dur="500"/>
                                        <p:tgtEl>
                                          <p:spTgt spid="308"/>
                                        </p:tgtEl>
                                      </p:cBhvr>
                                    </p:animEffect>
                                  </p:childTnLst>
                                </p:cTn>
                              </p:par>
                            </p:childTnLst>
                          </p:cTn>
                        </p:par>
                        <p:par>
                          <p:cTn id="126" fill="hold">
                            <p:stCondLst>
                              <p:cond delay="4200"/>
                            </p:stCondLst>
                            <p:childTnLst>
                              <p:par>
                                <p:cTn id="127" presetID="10" presetClass="entr" presetSubtype="0" fill="hold" nodeType="afterEffect">
                                  <p:stCondLst>
                                    <p:cond delay="0"/>
                                  </p:stCondLst>
                                  <p:childTnLst>
                                    <p:set>
                                      <p:cBhvr>
                                        <p:cTn id="128" dur="1" fill="hold">
                                          <p:stCondLst>
                                            <p:cond delay="0"/>
                                          </p:stCondLst>
                                        </p:cTn>
                                        <p:tgtEl>
                                          <p:spTgt spid="295"/>
                                        </p:tgtEl>
                                        <p:attrNameLst>
                                          <p:attrName>style.visibility</p:attrName>
                                        </p:attrNameLst>
                                      </p:cBhvr>
                                      <p:to>
                                        <p:strVal val="visible"/>
                                      </p:to>
                                    </p:set>
                                    <p:animEffect transition="in" filter="fade">
                                      <p:cBhvr>
                                        <p:cTn id="129" dur="500"/>
                                        <p:tgtEl>
                                          <p:spTgt spid="295"/>
                                        </p:tgtEl>
                                      </p:cBhvr>
                                    </p:animEffect>
                                  </p:childTnLst>
                                </p:cTn>
                              </p:par>
                              <p:par>
                                <p:cTn id="130" presetID="42" presetClass="path" presetSubtype="0" decel="100000" fill="hold" nodeType="withEffect">
                                  <p:stCondLst>
                                    <p:cond delay="0"/>
                                  </p:stCondLst>
                                  <p:childTnLst>
                                    <p:animMotion origin="layout" path="M 1.875E-6 0.03889 L 1.875E-6 3.7037E-6 " pathEditMode="relative" rAng="0" ptsTypes="AA">
                                      <p:cBhvr>
                                        <p:cTn id="131" dur="500" fill="hold"/>
                                        <p:tgtEl>
                                          <p:spTgt spid="295"/>
                                        </p:tgtEl>
                                        <p:attrNameLst>
                                          <p:attrName>ppt_x</p:attrName>
                                          <p:attrName>ppt_y</p:attrName>
                                        </p:attrNameLst>
                                      </p:cBhvr>
                                      <p:rCtr x="0" y="-1944"/>
                                    </p:animMotion>
                                  </p:childTnLst>
                                </p:cTn>
                              </p:par>
                            </p:childTnLst>
                          </p:cTn>
                        </p:par>
                        <p:par>
                          <p:cTn id="132" fill="hold">
                            <p:stCondLst>
                              <p:cond delay="4700"/>
                            </p:stCondLst>
                            <p:childTnLst>
                              <p:par>
                                <p:cTn id="133" presetID="22" presetClass="entr" presetSubtype="8" fill="hold" nodeType="afterEffect">
                                  <p:stCondLst>
                                    <p:cond delay="0"/>
                                  </p:stCondLst>
                                  <p:childTnLst>
                                    <p:set>
                                      <p:cBhvr>
                                        <p:cTn id="134" dur="1" fill="hold">
                                          <p:stCondLst>
                                            <p:cond delay="0"/>
                                          </p:stCondLst>
                                        </p:cTn>
                                        <p:tgtEl>
                                          <p:spTgt spid="307"/>
                                        </p:tgtEl>
                                        <p:attrNameLst>
                                          <p:attrName>style.visibility</p:attrName>
                                        </p:attrNameLst>
                                      </p:cBhvr>
                                      <p:to>
                                        <p:strVal val="visible"/>
                                      </p:to>
                                    </p:set>
                                    <p:animEffect transition="in" filter="wipe(left)">
                                      <p:cBhvr>
                                        <p:cTn id="135" dur="500"/>
                                        <p:tgtEl>
                                          <p:spTgt spid="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 grpId="0" animBg="1"/>
      <p:bldP spid="268" grpId="1" animBg="1"/>
      <p:bldP spid="269" grpId="0" animBg="1"/>
      <p:bldP spid="269" grpId="1" animBg="1"/>
      <p:bldP spid="270" grpId="0" animBg="1"/>
      <p:bldP spid="270" grpId="1" animBg="1"/>
      <p:bldP spid="271" grpId="0" animBg="1"/>
      <p:bldP spid="271" grpId="1" animBg="1"/>
      <p:bldP spid="272" grpId="0" animBg="1"/>
      <p:bldP spid="272" grpId="1" animBg="1"/>
      <p:bldP spid="273" grpId="0" animBg="1"/>
      <p:bldP spid="273" grpId="1" animBg="1"/>
      <p:bldP spid="274" grpId="0" animBg="1"/>
      <p:bldP spid="274" grpId="1" animBg="1"/>
      <p:bldP spid="275" grpId="0" animBg="1"/>
      <p:bldP spid="275" grpId="1" animBg="1"/>
      <p:bldP spid="276" grpId="0" animBg="1"/>
      <p:bldP spid="276" grpId="1" animBg="1"/>
      <p:bldP spid="309" grpId="0"/>
      <p:bldP spid="309" grpId="1"/>
      <p:bldP spid="310" grpId="0"/>
      <p:bldP spid="310" grpId="1"/>
      <p:bldP spid="311" grpId="0"/>
      <p:bldP spid="311" grpId="1"/>
      <p:bldP spid="312" grpId="0"/>
      <p:bldP spid="312" grpId="1"/>
      <p:bldP spid="313" grpId="0"/>
      <p:bldP spid="313" grpId="1"/>
      <p:bldP spid="314" grpId="0"/>
      <p:bldP spid="314" grpId="1"/>
      <p:bldP spid="315" grpId="0"/>
      <p:bldP spid="315" grpId="1"/>
      <p:bldP spid="316" grpId="0"/>
      <p:bldP spid="316" grpId="1"/>
      <p:bldP spid="317" grpId="0"/>
      <p:bldP spid="317" grpId="1"/>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BBF2A7-EA87-2763-B796-8B9E8888C5DC}"/>
            </a:ext>
          </a:extLst>
        </p:cNvPr>
        <p:cNvGrpSpPr/>
        <p:nvPr/>
      </p:nvGrpSpPr>
      <p:grpSpPr>
        <a:xfrm>
          <a:off x="0" y="0"/>
          <a:ext cx="0" cy="0"/>
          <a:chOff x="0" y="0"/>
          <a:chExt cx="0" cy="0"/>
        </a:xfrm>
      </p:grpSpPr>
      <p:sp>
        <p:nvSpPr>
          <p:cNvPr id="161" name="Title 160">
            <a:extLst>
              <a:ext uri="{FF2B5EF4-FFF2-40B4-BE49-F238E27FC236}">
                <a16:creationId xmlns:a16="http://schemas.microsoft.com/office/drawing/2014/main" id="{B351E085-809E-690D-F94C-2E9103AEB8C6}"/>
              </a:ext>
            </a:extLst>
          </p:cNvPr>
          <p:cNvSpPr>
            <a:spLocks noGrp="1"/>
          </p:cNvSpPr>
          <p:nvPr>
            <p:ph type="title"/>
          </p:nvPr>
        </p:nvSpPr>
        <p:spPr>
          <a:xfrm>
            <a:off x="683325" y="2371486"/>
            <a:ext cx="3111653" cy="1674382"/>
          </a:xfrm>
        </p:spPr>
        <p:txBody>
          <a:bodyPr/>
          <a:lstStyle/>
          <a:p>
            <a:r>
              <a:rPr lang="en-US" dirty="0"/>
              <a:t>Make diagrams large</a:t>
            </a:r>
          </a:p>
        </p:txBody>
      </p:sp>
      <p:sp>
        <p:nvSpPr>
          <p:cNvPr id="3" name="Rounded Rectangle 115">
            <a:extLst>
              <a:ext uri="{FF2B5EF4-FFF2-40B4-BE49-F238E27FC236}">
                <a16:creationId xmlns:a16="http://schemas.microsoft.com/office/drawing/2014/main" id="{3BAB2B96-C210-C11F-0448-B89612B2BAD0}"/>
              </a:ext>
            </a:extLst>
          </p:cNvPr>
          <p:cNvSpPr/>
          <p:nvPr/>
        </p:nvSpPr>
        <p:spPr>
          <a:xfrm rot="2700000">
            <a:off x="9759113" y="2754516"/>
            <a:ext cx="509104" cy="509104"/>
          </a:xfrm>
          <a:prstGeom prst="roundRect">
            <a:avLst/>
          </a:prstGeom>
          <a:solidFill>
            <a:srgbClr val="8E38FF">
              <a:alpha val="60000"/>
            </a:srgbClr>
          </a:solidFill>
          <a:ln w="12700" cap="rnd">
            <a:noFill/>
            <a:roun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4" name="Rounded Rectangle 116">
            <a:extLst>
              <a:ext uri="{FF2B5EF4-FFF2-40B4-BE49-F238E27FC236}">
                <a16:creationId xmlns:a16="http://schemas.microsoft.com/office/drawing/2014/main" id="{C9A51913-B58D-C170-99F4-6C2076240FC2}"/>
              </a:ext>
            </a:extLst>
          </p:cNvPr>
          <p:cNvSpPr/>
          <p:nvPr/>
        </p:nvSpPr>
        <p:spPr>
          <a:xfrm rot="2700000">
            <a:off x="9759113" y="3034316"/>
            <a:ext cx="509104" cy="509104"/>
          </a:xfrm>
          <a:prstGeom prst="roundRect">
            <a:avLst/>
          </a:prstGeom>
          <a:solidFill>
            <a:srgbClr val="C900BC">
              <a:alpha val="60000"/>
            </a:srgbClr>
          </a:solidFill>
          <a:ln w="12700" cap="rnd">
            <a:noFill/>
            <a:roun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5" name="Rounded Rectangle 117">
            <a:extLst>
              <a:ext uri="{FF2B5EF4-FFF2-40B4-BE49-F238E27FC236}">
                <a16:creationId xmlns:a16="http://schemas.microsoft.com/office/drawing/2014/main" id="{2F5E8E52-F05D-5805-6537-DCF967630966}"/>
              </a:ext>
            </a:extLst>
          </p:cNvPr>
          <p:cNvSpPr/>
          <p:nvPr/>
        </p:nvSpPr>
        <p:spPr>
          <a:xfrm rot="2700000">
            <a:off x="9759113" y="3314116"/>
            <a:ext cx="509104" cy="509104"/>
          </a:xfrm>
          <a:prstGeom prst="roundRect">
            <a:avLst/>
          </a:prstGeom>
          <a:solidFill>
            <a:srgbClr val="AD1BDC">
              <a:alpha val="60000"/>
            </a:srgbClr>
          </a:solidFill>
          <a:ln w="12700" cap="rnd">
            <a:noFill/>
            <a:roun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6" name="Rounded Rectangle 118">
            <a:extLst>
              <a:ext uri="{FF2B5EF4-FFF2-40B4-BE49-F238E27FC236}">
                <a16:creationId xmlns:a16="http://schemas.microsoft.com/office/drawing/2014/main" id="{C0DA89BE-7A6A-B74A-885C-7A002EE8993F}"/>
              </a:ext>
            </a:extLst>
          </p:cNvPr>
          <p:cNvSpPr/>
          <p:nvPr/>
        </p:nvSpPr>
        <p:spPr>
          <a:xfrm rot="2700000">
            <a:off x="9759113" y="3593915"/>
            <a:ext cx="509104" cy="509104"/>
          </a:xfrm>
          <a:prstGeom prst="roundRect">
            <a:avLst/>
          </a:prstGeom>
          <a:solidFill>
            <a:srgbClr val="EC66A9">
              <a:alpha val="60000"/>
            </a:srgbClr>
          </a:solidFill>
          <a:ln w="12700" cap="rnd">
            <a:noFill/>
            <a:roun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7" name="Rounded Rectangle 93">
            <a:extLst>
              <a:ext uri="{FF2B5EF4-FFF2-40B4-BE49-F238E27FC236}">
                <a16:creationId xmlns:a16="http://schemas.microsoft.com/office/drawing/2014/main" id="{CE007F68-C96A-6F5F-72B5-923270D1B049}"/>
              </a:ext>
            </a:extLst>
          </p:cNvPr>
          <p:cNvSpPr/>
          <p:nvPr/>
        </p:nvSpPr>
        <p:spPr>
          <a:xfrm rot="2700000">
            <a:off x="4069679" y="838634"/>
            <a:ext cx="235710" cy="235710"/>
          </a:xfrm>
          <a:prstGeom prst="roundRect">
            <a:avLst/>
          </a:prstGeom>
          <a:solidFill>
            <a:srgbClr val="8E38FF">
              <a:alpha val="60000"/>
            </a:srgbClr>
          </a:solidFill>
          <a:ln w="12700" cap="rnd">
            <a:noFill/>
            <a:roun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8" name="Rounded Rectangle 103">
            <a:extLst>
              <a:ext uri="{FF2B5EF4-FFF2-40B4-BE49-F238E27FC236}">
                <a16:creationId xmlns:a16="http://schemas.microsoft.com/office/drawing/2014/main" id="{6FFEEB22-0C60-F855-C70D-E7B0E571BB84}"/>
              </a:ext>
            </a:extLst>
          </p:cNvPr>
          <p:cNvSpPr/>
          <p:nvPr/>
        </p:nvSpPr>
        <p:spPr>
          <a:xfrm rot="2700000">
            <a:off x="4069679" y="2819885"/>
            <a:ext cx="235710" cy="235710"/>
          </a:xfrm>
          <a:prstGeom prst="roundRect">
            <a:avLst/>
          </a:prstGeom>
          <a:solidFill>
            <a:srgbClr val="C900BC">
              <a:alpha val="60000"/>
            </a:srgbClr>
          </a:solidFill>
          <a:ln w="12700" cap="rnd">
            <a:noFill/>
            <a:roun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9" name="Rounded Rectangle 104">
            <a:extLst>
              <a:ext uri="{FF2B5EF4-FFF2-40B4-BE49-F238E27FC236}">
                <a16:creationId xmlns:a16="http://schemas.microsoft.com/office/drawing/2014/main" id="{F7985C78-D0D3-B47A-0DF8-B91B4DE09E26}"/>
              </a:ext>
            </a:extLst>
          </p:cNvPr>
          <p:cNvSpPr/>
          <p:nvPr/>
        </p:nvSpPr>
        <p:spPr>
          <a:xfrm rot="2700000">
            <a:off x="4069679" y="3818151"/>
            <a:ext cx="235710" cy="235710"/>
          </a:xfrm>
          <a:prstGeom prst="roundRect">
            <a:avLst/>
          </a:prstGeom>
          <a:solidFill>
            <a:srgbClr val="AD1BDC">
              <a:alpha val="60000"/>
            </a:srgbClr>
          </a:solidFill>
          <a:ln w="12700" cap="rnd">
            <a:noFill/>
            <a:roun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10" name="Rounded Rectangle 105">
            <a:extLst>
              <a:ext uri="{FF2B5EF4-FFF2-40B4-BE49-F238E27FC236}">
                <a16:creationId xmlns:a16="http://schemas.microsoft.com/office/drawing/2014/main" id="{9CA53F89-A1E5-5F28-FE13-D3A7B94D8A96}"/>
              </a:ext>
            </a:extLst>
          </p:cNvPr>
          <p:cNvSpPr/>
          <p:nvPr/>
        </p:nvSpPr>
        <p:spPr>
          <a:xfrm rot="2700000">
            <a:off x="4069679" y="5817777"/>
            <a:ext cx="235710" cy="235710"/>
          </a:xfrm>
          <a:prstGeom prst="roundRect">
            <a:avLst/>
          </a:prstGeom>
          <a:solidFill>
            <a:srgbClr val="EC66A9">
              <a:alpha val="60000"/>
            </a:srgbClr>
          </a:solidFill>
          <a:ln w="12700" cap="rnd">
            <a:noFill/>
            <a:roun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11" name="Rounded Rectangle 92">
            <a:extLst>
              <a:ext uri="{FF2B5EF4-FFF2-40B4-BE49-F238E27FC236}">
                <a16:creationId xmlns:a16="http://schemas.microsoft.com/office/drawing/2014/main" id="{E23D1E2A-DB4D-C93D-372D-5E0C9CCF65EC}"/>
              </a:ext>
            </a:extLst>
          </p:cNvPr>
          <p:cNvSpPr/>
          <p:nvPr/>
        </p:nvSpPr>
        <p:spPr>
          <a:xfrm>
            <a:off x="3969627" y="751134"/>
            <a:ext cx="420354" cy="42035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12" name="Rounded Rectangle 98">
            <a:extLst>
              <a:ext uri="{FF2B5EF4-FFF2-40B4-BE49-F238E27FC236}">
                <a16:creationId xmlns:a16="http://schemas.microsoft.com/office/drawing/2014/main" id="{BF4EAF5B-7416-A4DC-461C-416226A855AF}"/>
              </a:ext>
            </a:extLst>
          </p:cNvPr>
          <p:cNvSpPr/>
          <p:nvPr/>
        </p:nvSpPr>
        <p:spPr>
          <a:xfrm>
            <a:off x="3969627" y="1746557"/>
            <a:ext cx="420354" cy="42035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13" name="Rounded Rectangle 99">
            <a:extLst>
              <a:ext uri="{FF2B5EF4-FFF2-40B4-BE49-F238E27FC236}">
                <a16:creationId xmlns:a16="http://schemas.microsoft.com/office/drawing/2014/main" id="{2C538C54-B8F7-D690-BE34-9A5FEF038D67}"/>
              </a:ext>
            </a:extLst>
          </p:cNvPr>
          <p:cNvSpPr/>
          <p:nvPr/>
        </p:nvSpPr>
        <p:spPr>
          <a:xfrm>
            <a:off x="3969627" y="2730405"/>
            <a:ext cx="420354" cy="42035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14" name="Rounded Rectangle 100">
            <a:extLst>
              <a:ext uri="{FF2B5EF4-FFF2-40B4-BE49-F238E27FC236}">
                <a16:creationId xmlns:a16="http://schemas.microsoft.com/office/drawing/2014/main" id="{545B9367-6E94-6E09-573A-8396996C7A2D}"/>
              </a:ext>
            </a:extLst>
          </p:cNvPr>
          <p:cNvSpPr/>
          <p:nvPr/>
        </p:nvSpPr>
        <p:spPr>
          <a:xfrm>
            <a:off x="3969627" y="3725828"/>
            <a:ext cx="420354" cy="42035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15" name="Rounded Rectangle 101">
            <a:extLst>
              <a:ext uri="{FF2B5EF4-FFF2-40B4-BE49-F238E27FC236}">
                <a16:creationId xmlns:a16="http://schemas.microsoft.com/office/drawing/2014/main" id="{70CD6A68-A451-420C-A90C-4FD215328C81}"/>
              </a:ext>
            </a:extLst>
          </p:cNvPr>
          <p:cNvSpPr/>
          <p:nvPr/>
        </p:nvSpPr>
        <p:spPr>
          <a:xfrm>
            <a:off x="3969627" y="4721251"/>
            <a:ext cx="420354" cy="42035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16" name="Rounded Rectangle 102">
            <a:extLst>
              <a:ext uri="{FF2B5EF4-FFF2-40B4-BE49-F238E27FC236}">
                <a16:creationId xmlns:a16="http://schemas.microsoft.com/office/drawing/2014/main" id="{7123B9AC-3D24-B9D0-03F0-519A3B838AD7}"/>
              </a:ext>
            </a:extLst>
          </p:cNvPr>
          <p:cNvSpPr/>
          <p:nvPr/>
        </p:nvSpPr>
        <p:spPr>
          <a:xfrm>
            <a:off x="3969627" y="5681950"/>
            <a:ext cx="420354" cy="42035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17" name="Freeform 82">
            <a:extLst>
              <a:ext uri="{FF2B5EF4-FFF2-40B4-BE49-F238E27FC236}">
                <a16:creationId xmlns:a16="http://schemas.microsoft.com/office/drawing/2014/main" id="{262EC82A-A55D-0CF2-0F86-40BA3D09A006}"/>
              </a:ext>
            </a:extLst>
          </p:cNvPr>
          <p:cNvSpPr/>
          <p:nvPr/>
        </p:nvSpPr>
        <p:spPr>
          <a:xfrm>
            <a:off x="6218287" y="3431178"/>
            <a:ext cx="1783080" cy="12702"/>
          </a:xfrm>
          <a:custGeom>
            <a:avLst/>
            <a:gdLst>
              <a:gd name="csX0" fmla="*/ 1424592 w 1424591"/>
              <a:gd name="csY0" fmla="*/ 0 h 10933"/>
              <a:gd name="csX1" fmla="*/ 0 w 1424591"/>
              <a:gd name="csY1" fmla="*/ 0 h 10933"/>
            </a:gdLst>
            <a:ahLst/>
            <a:cxnLst>
              <a:cxn ang="0">
                <a:pos x="csX0" y="csY0"/>
              </a:cxn>
              <a:cxn ang="0">
                <a:pos x="csX1" y="csY1"/>
              </a:cxn>
            </a:cxnLst>
            <a:rect l="l" t="t" r="r" b="b"/>
            <a:pathLst>
              <a:path w="1424591" h="10933">
                <a:moveTo>
                  <a:pt x="1424592" y="0"/>
                </a:moveTo>
                <a:lnTo>
                  <a:pt x="0" y="0"/>
                </a:lnTo>
              </a:path>
            </a:pathLst>
          </a:custGeom>
          <a:ln w="25400"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18" name="Oval 17">
            <a:extLst>
              <a:ext uri="{FF2B5EF4-FFF2-40B4-BE49-F238E27FC236}">
                <a16:creationId xmlns:a16="http://schemas.microsoft.com/office/drawing/2014/main" id="{61350461-91E2-BF7C-354B-2F3A46D80B98}"/>
              </a:ext>
            </a:extLst>
          </p:cNvPr>
          <p:cNvSpPr/>
          <p:nvPr/>
        </p:nvSpPr>
        <p:spPr>
          <a:xfrm>
            <a:off x="7551801" y="1579806"/>
            <a:ext cx="3697926" cy="3697924"/>
          </a:xfrm>
          <a:prstGeom prst="ellipse">
            <a:avLst/>
          </a:prstGeom>
          <a:noFill/>
          <a:ln w="25400" cap="rnd">
            <a:solidFill>
              <a:schemeClr val="bg1">
                <a:lumMod val="50000"/>
                <a:lumOff val="50000"/>
              </a:schemeClr>
            </a:solidFill>
            <a:prstDash val="dash"/>
            <a:roun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nvGrpSpPr>
          <p:cNvPr id="19" name="Group 18">
            <a:extLst>
              <a:ext uri="{FF2B5EF4-FFF2-40B4-BE49-F238E27FC236}">
                <a16:creationId xmlns:a16="http://schemas.microsoft.com/office/drawing/2014/main" id="{B9F1B99B-2D0C-9D67-6A3C-2952A51C5162}"/>
              </a:ext>
            </a:extLst>
          </p:cNvPr>
          <p:cNvGrpSpPr/>
          <p:nvPr/>
        </p:nvGrpSpPr>
        <p:grpSpPr>
          <a:xfrm>
            <a:off x="9147839" y="1283155"/>
            <a:ext cx="527040" cy="527040"/>
            <a:chOff x="6896592" y="1255563"/>
            <a:chExt cx="722417" cy="722417"/>
          </a:xfrm>
        </p:grpSpPr>
        <p:sp>
          <p:nvSpPr>
            <p:cNvPr id="20" name="Oval 19">
              <a:extLst>
                <a:ext uri="{FF2B5EF4-FFF2-40B4-BE49-F238E27FC236}">
                  <a16:creationId xmlns:a16="http://schemas.microsoft.com/office/drawing/2014/main" id="{AE778F37-0648-3892-E3E6-239BAFA81AA4}"/>
                </a:ext>
              </a:extLst>
            </p:cNvPr>
            <p:cNvSpPr/>
            <p:nvPr/>
          </p:nvSpPr>
          <p:spPr>
            <a:xfrm>
              <a:off x="6896592" y="1255563"/>
              <a:ext cx="722417" cy="722417"/>
            </a:xfrm>
            <a:prstGeom prst="ellipse">
              <a:avLst/>
            </a:prstGeom>
            <a:solidFill>
              <a:schemeClr val="tx1"/>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pic>
          <p:nvPicPr>
            <p:cNvPr id="21" name="Graphic 20" descr="Checkmark with solid fill">
              <a:extLst>
                <a:ext uri="{FF2B5EF4-FFF2-40B4-BE49-F238E27FC236}">
                  <a16:creationId xmlns:a16="http://schemas.microsoft.com/office/drawing/2014/main" id="{5C5AB766-1D76-CF4F-7C43-80D006D587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34347" y="1393318"/>
              <a:ext cx="446906" cy="446906"/>
            </a:xfrm>
            <a:prstGeom prst="rect">
              <a:avLst/>
            </a:prstGeom>
          </p:spPr>
        </p:pic>
      </p:grpSp>
      <p:grpSp>
        <p:nvGrpSpPr>
          <p:cNvPr id="22" name="Graphic 41">
            <a:extLst>
              <a:ext uri="{FF2B5EF4-FFF2-40B4-BE49-F238E27FC236}">
                <a16:creationId xmlns:a16="http://schemas.microsoft.com/office/drawing/2014/main" id="{FCB8DDB4-232C-2C73-8736-E93D6EAF776B}"/>
              </a:ext>
            </a:extLst>
          </p:cNvPr>
          <p:cNvGrpSpPr/>
          <p:nvPr/>
        </p:nvGrpSpPr>
        <p:grpSpPr>
          <a:xfrm>
            <a:off x="3884226" y="789816"/>
            <a:ext cx="606616" cy="5277902"/>
            <a:chOff x="10040055" y="1283493"/>
            <a:chExt cx="493418" cy="4293012"/>
          </a:xfrm>
          <a:noFill/>
        </p:grpSpPr>
        <p:grpSp>
          <p:nvGrpSpPr>
            <p:cNvPr id="23" name="Graphic 41">
              <a:extLst>
                <a:ext uri="{FF2B5EF4-FFF2-40B4-BE49-F238E27FC236}">
                  <a16:creationId xmlns:a16="http://schemas.microsoft.com/office/drawing/2014/main" id="{B1583494-7A1A-C7CF-FB68-5600EEBFE417}"/>
                </a:ext>
              </a:extLst>
            </p:cNvPr>
            <p:cNvGrpSpPr/>
            <p:nvPr/>
          </p:nvGrpSpPr>
          <p:grpSpPr>
            <a:xfrm>
              <a:off x="10040055" y="1283493"/>
              <a:ext cx="493418" cy="588930"/>
              <a:chOff x="10040055" y="1283493"/>
              <a:chExt cx="493418" cy="588930"/>
            </a:xfrm>
            <a:noFill/>
          </p:grpSpPr>
          <p:sp>
            <p:nvSpPr>
              <p:cNvPr id="44" name="Freeform 57">
                <a:extLst>
                  <a:ext uri="{FF2B5EF4-FFF2-40B4-BE49-F238E27FC236}">
                    <a16:creationId xmlns:a16="http://schemas.microsoft.com/office/drawing/2014/main" id="{7D657EE9-23D0-36F5-6A8C-771C9FDCCE99}"/>
                  </a:ext>
                </a:extLst>
              </p:cNvPr>
              <p:cNvSpPr/>
              <p:nvPr/>
            </p:nvSpPr>
            <p:spPr>
              <a:xfrm>
                <a:off x="10040055" y="1411509"/>
                <a:ext cx="493418" cy="115252"/>
              </a:xfrm>
              <a:custGeom>
                <a:avLst/>
                <a:gdLst>
                  <a:gd name="csX0" fmla="*/ 0 w 493418"/>
                  <a:gd name="csY0" fmla="*/ 0 h 115252"/>
                  <a:gd name="csX1" fmla="*/ 240265 w 493418"/>
                  <a:gd name="csY1" fmla="*/ 115253 h 115252"/>
                  <a:gd name="csX2" fmla="*/ 493419 w 493418"/>
                  <a:gd name="csY2" fmla="*/ 476 h 115252"/>
                </a:gdLst>
                <a:ahLst/>
                <a:cxnLst>
                  <a:cxn ang="0">
                    <a:pos x="csX0" y="csY0"/>
                  </a:cxn>
                  <a:cxn ang="0">
                    <a:pos x="csX1" y="csY1"/>
                  </a:cxn>
                  <a:cxn ang="0">
                    <a:pos x="csX2" y="csY2"/>
                  </a:cxn>
                </a:cxnLst>
                <a:rect l="l" t="t" r="r" b="b"/>
                <a:pathLst>
                  <a:path w="493418" h="115252">
                    <a:moveTo>
                      <a:pt x="0" y="0"/>
                    </a:moveTo>
                    <a:lnTo>
                      <a:pt x="240265" y="115253"/>
                    </a:lnTo>
                    <a:lnTo>
                      <a:pt x="493419" y="476"/>
                    </a:lnTo>
                  </a:path>
                </a:pathLst>
              </a:custGeom>
              <a:noFill/>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45" name="Freeform 58">
                <a:extLst>
                  <a:ext uri="{FF2B5EF4-FFF2-40B4-BE49-F238E27FC236}">
                    <a16:creationId xmlns:a16="http://schemas.microsoft.com/office/drawing/2014/main" id="{B293658F-4195-46D0-C7F4-D2FA88FC4687}"/>
                  </a:ext>
                </a:extLst>
              </p:cNvPr>
              <p:cNvSpPr/>
              <p:nvPr/>
            </p:nvSpPr>
            <p:spPr>
              <a:xfrm>
                <a:off x="10040055" y="1283493"/>
                <a:ext cx="493136" cy="588930"/>
              </a:xfrm>
              <a:custGeom>
                <a:avLst/>
                <a:gdLst>
                  <a:gd name="csX0" fmla="*/ 493136 w 493136"/>
                  <a:gd name="csY0" fmla="*/ 128016 h 588930"/>
                  <a:gd name="csX1" fmla="*/ 493136 w 493136"/>
                  <a:gd name="csY1" fmla="*/ 460915 h 588930"/>
                  <a:gd name="csX2" fmla="*/ 240265 w 493136"/>
                  <a:gd name="csY2" fmla="*/ 588931 h 588930"/>
                  <a:gd name="csX3" fmla="*/ 0 w 493136"/>
                  <a:gd name="csY3" fmla="*/ 460915 h 588930"/>
                  <a:gd name="csX4" fmla="*/ 0 w 493136"/>
                  <a:gd name="csY4" fmla="*/ 128016 h 588930"/>
                  <a:gd name="csX5" fmla="*/ 240265 w 493136"/>
                  <a:gd name="csY5" fmla="*/ 0 h 588930"/>
                  <a:gd name="csX6" fmla="*/ 493136 w 493136"/>
                  <a:gd name="csY6" fmla="*/ 128016 h 5889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136" h="588930">
                    <a:moveTo>
                      <a:pt x="493136" y="128016"/>
                    </a:moveTo>
                    <a:lnTo>
                      <a:pt x="493136" y="460915"/>
                    </a:lnTo>
                    <a:lnTo>
                      <a:pt x="240265" y="588931"/>
                    </a:lnTo>
                    <a:lnTo>
                      <a:pt x="0" y="460915"/>
                    </a:lnTo>
                    <a:lnTo>
                      <a:pt x="0" y="128016"/>
                    </a:lnTo>
                    <a:lnTo>
                      <a:pt x="240265" y="0"/>
                    </a:lnTo>
                    <a:lnTo>
                      <a:pt x="493136" y="128016"/>
                    </a:lnTo>
                    <a:close/>
                  </a:path>
                </a:pathLst>
              </a:custGeom>
              <a:noFill/>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46" name="Freeform 59">
                <a:extLst>
                  <a:ext uri="{FF2B5EF4-FFF2-40B4-BE49-F238E27FC236}">
                    <a16:creationId xmlns:a16="http://schemas.microsoft.com/office/drawing/2014/main" id="{A68FEED5-9D20-9901-84D3-50F230F01F2F}"/>
                  </a:ext>
                </a:extLst>
              </p:cNvPr>
              <p:cNvSpPr/>
              <p:nvPr/>
            </p:nvSpPr>
            <p:spPr>
              <a:xfrm>
                <a:off x="10277780" y="1526762"/>
                <a:ext cx="9407" cy="345662"/>
              </a:xfrm>
              <a:custGeom>
                <a:avLst/>
                <a:gdLst>
                  <a:gd name="csX0" fmla="*/ 0 w 9407"/>
                  <a:gd name="csY0" fmla="*/ 0 h 345662"/>
                  <a:gd name="csX1" fmla="*/ 0 w 9407"/>
                  <a:gd name="csY1" fmla="*/ 345662 h 345662"/>
                </a:gdLst>
                <a:ahLst/>
                <a:cxnLst>
                  <a:cxn ang="0">
                    <a:pos x="csX0" y="csY0"/>
                  </a:cxn>
                  <a:cxn ang="0">
                    <a:pos x="csX1" y="csY1"/>
                  </a:cxn>
                </a:cxnLst>
                <a:rect l="l" t="t" r="r" b="b"/>
                <a:pathLst>
                  <a:path w="9407" h="345662">
                    <a:moveTo>
                      <a:pt x="0" y="0"/>
                    </a:moveTo>
                    <a:lnTo>
                      <a:pt x="0" y="345662"/>
                    </a:lnTo>
                  </a:path>
                </a:pathLst>
              </a:custGeom>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grpSp>
          <p:nvGrpSpPr>
            <p:cNvPr id="24" name="Graphic 41">
              <a:extLst>
                <a:ext uri="{FF2B5EF4-FFF2-40B4-BE49-F238E27FC236}">
                  <a16:creationId xmlns:a16="http://schemas.microsoft.com/office/drawing/2014/main" id="{F30AB631-3241-28B5-8FC0-B9EAD1EBC20B}"/>
                </a:ext>
              </a:extLst>
            </p:cNvPr>
            <p:cNvGrpSpPr/>
            <p:nvPr/>
          </p:nvGrpSpPr>
          <p:grpSpPr>
            <a:xfrm>
              <a:off x="10040055" y="2024348"/>
              <a:ext cx="493418" cy="588835"/>
              <a:chOff x="10040055" y="2024348"/>
              <a:chExt cx="493418" cy="588835"/>
            </a:xfrm>
            <a:noFill/>
          </p:grpSpPr>
          <p:sp>
            <p:nvSpPr>
              <p:cNvPr id="41" name="Freeform 61">
                <a:extLst>
                  <a:ext uri="{FF2B5EF4-FFF2-40B4-BE49-F238E27FC236}">
                    <a16:creationId xmlns:a16="http://schemas.microsoft.com/office/drawing/2014/main" id="{65BF969E-8C15-40E0-BCD5-4CB4555357B9}"/>
                  </a:ext>
                </a:extLst>
              </p:cNvPr>
              <p:cNvSpPr/>
              <p:nvPr/>
            </p:nvSpPr>
            <p:spPr>
              <a:xfrm>
                <a:off x="10040055" y="2152364"/>
                <a:ext cx="493418" cy="115157"/>
              </a:xfrm>
              <a:custGeom>
                <a:avLst/>
                <a:gdLst>
                  <a:gd name="csX0" fmla="*/ 0 w 493418"/>
                  <a:gd name="csY0" fmla="*/ 0 h 115157"/>
                  <a:gd name="csX1" fmla="*/ 240265 w 493418"/>
                  <a:gd name="csY1" fmla="*/ 115157 h 115157"/>
                  <a:gd name="csX2" fmla="*/ 493419 w 493418"/>
                  <a:gd name="csY2" fmla="*/ 476 h 115157"/>
                </a:gdLst>
                <a:ahLst/>
                <a:cxnLst>
                  <a:cxn ang="0">
                    <a:pos x="csX0" y="csY0"/>
                  </a:cxn>
                  <a:cxn ang="0">
                    <a:pos x="csX1" y="csY1"/>
                  </a:cxn>
                  <a:cxn ang="0">
                    <a:pos x="csX2" y="csY2"/>
                  </a:cxn>
                </a:cxnLst>
                <a:rect l="l" t="t" r="r" b="b"/>
                <a:pathLst>
                  <a:path w="493418" h="115157">
                    <a:moveTo>
                      <a:pt x="0" y="0"/>
                    </a:moveTo>
                    <a:lnTo>
                      <a:pt x="240265" y="115157"/>
                    </a:lnTo>
                    <a:lnTo>
                      <a:pt x="493419" y="476"/>
                    </a:lnTo>
                  </a:path>
                </a:pathLst>
              </a:custGeom>
              <a:noFill/>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42" name="Freeform 62">
                <a:extLst>
                  <a:ext uri="{FF2B5EF4-FFF2-40B4-BE49-F238E27FC236}">
                    <a16:creationId xmlns:a16="http://schemas.microsoft.com/office/drawing/2014/main" id="{189723CD-1E7F-CB31-02A6-5DC46FE7607A}"/>
                  </a:ext>
                </a:extLst>
              </p:cNvPr>
              <p:cNvSpPr/>
              <p:nvPr/>
            </p:nvSpPr>
            <p:spPr>
              <a:xfrm>
                <a:off x="10040055" y="2024348"/>
                <a:ext cx="493136" cy="588835"/>
              </a:xfrm>
              <a:custGeom>
                <a:avLst/>
                <a:gdLst>
                  <a:gd name="csX0" fmla="*/ 493136 w 493136"/>
                  <a:gd name="csY0" fmla="*/ 128016 h 588835"/>
                  <a:gd name="csX1" fmla="*/ 493136 w 493136"/>
                  <a:gd name="csY1" fmla="*/ 460820 h 588835"/>
                  <a:gd name="csX2" fmla="*/ 240265 w 493136"/>
                  <a:gd name="csY2" fmla="*/ 588836 h 588835"/>
                  <a:gd name="csX3" fmla="*/ 0 w 493136"/>
                  <a:gd name="csY3" fmla="*/ 460820 h 588835"/>
                  <a:gd name="csX4" fmla="*/ 0 w 493136"/>
                  <a:gd name="csY4" fmla="*/ 128016 h 588835"/>
                  <a:gd name="csX5" fmla="*/ 240265 w 493136"/>
                  <a:gd name="csY5" fmla="*/ 0 h 588835"/>
                  <a:gd name="csX6" fmla="*/ 493136 w 493136"/>
                  <a:gd name="csY6" fmla="*/ 128016 h 58883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136" h="588835">
                    <a:moveTo>
                      <a:pt x="493136" y="128016"/>
                    </a:moveTo>
                    <a:lnTo>
                      <a:pt x="493136" y="460820"/>
                    </a:lnTo>
                    <a:lnTo>
                      <a:pt x="240265" y="588836"/>
                    </a:lnTo>
                    <a:lnTo>
                      <a:pt x="0" y="460820"/>
                    </a:lnTo>
                    <a:lnTo>
                      <a:pt x="0" y="128016"/>
                    </a:lnTo>
                    <a:lnTo>
                      <a:pt x="240265" y="0"/>
                    </a:lnTo>
                    <a:lnTo>
                      <a:pt x="493136" y="128016"/>
                    </a:lnTo>
                    <a:close/>
                  </a:path>
                </a:pathLst>
              </a:custGeom>
              <a:noFill/>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43" name="Freeform 63">
                <a:extLst>
                  <a:ext uri="{FF2B5EF4-FFF2-40B4-BE49-F238E27FC236}">
                    <a16:creationId xmlns:a16="http://schemas.microsoft.com/office/drawing/2014/main" id="{137FFAF5-5B1F-588D-B2FF-6A45FB9A1738}"/>
                  </a:ext>
                </a:extLst>
              </p:cNvPr>
              <p:cNvSpPr/>
              <p:nvPr/>
            </p:nvSpPr>
            <p:spPr>
              <a:xfrm>
                <a:off x="10277780" y="2267521"/>
                <a:ext cx="9407" cy="345662"/>
              </a:xfrm>
              <a:custGeom>
                <a:avLst/>
                <a:gdLst>
                  <a:gd name="csX0" fmla="*/ 0 w 9407"/>
                  <a:gd name="csY0" fmla="*/ 0 h 345662"/>
                  <a:gd name="csX1" fmla="*/ 0 w 9407"/>
                  <a:gd name="csY1" fmla="*/ 345662 h 345662"/>
                </a:gdLst>
                <a:ahLst/>
                <a:cxnLst>
                  <a:cxn ang="0">
                    <a:pos x="csX0" y="csY0"/>
                  </a:cxn>
                  <a:cxn ang="0">
                    <a:pos x="csX1" y="csY1"/>
                  </a:cxn>
                </a:cxnLst>
                <a:rect l="l" t="t" r="r" b="b"/>
                <a:pathLst>
                  <a:path w="9407" h="345662">
                    <a:moveTo>
                      <a:pt x="0" y="0"/>
                    </a:moveTo>
                    <a:lnTo>
                      <a:pt x="0" y="345662"/>
                    </a:lnTo>
                  </a:path>
                </a:pathLst>
              </a:custGeom>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grpSp>
          <p:nvGrpSpPr>
            <p:cNvPr id="25" name="Graphic 41">
              <a:extLst>
                <a:ext uri="{FF2B5EF4-FFF2-40B4-BE49-F238E27FC236}">
                  <a16:creationId xmlns:a16="http://schemas.microsoft.com/office/drawing/2014/main" id="{D146EC70-06B3-CC0C-7DA4-2EC50C516A93}"/>
                </a:ext>
              </a:extLst>
            </p:cNvPr>
            <p:cNvGrpSpPr/>
            <p:nvPr/>
          </p:nvGrpSpPr>
          <p:grpSpPr>
            <a:xfrm>
              <a:off x="10040055" y="2765107"/>
              <a:ext cx="493418" cy="588930"/>
              <a:chOff x="10040055" y="2765107"/>
              <a:chExt cx="493418" cy="588930"/>
            </a:xfrm>
            <a:noFill/>
          </p:grpSpPr>
          <p:sp>
            <p:nvSpPr>
              <p:cNvPr id="38" name="Freeform 65">
                <a:extLst>
                  <a:ext uri="{FF2B5EF4-FFF2-40B4-BE49-F238E27FC236}">
                    <a16:creationId xmlns:a16="http://schemas.microsoft.com/office/drawing/2014/main" id="{B608887A-8C4C-5191-D428-F087C4D1B090}"/>
                  </a:ext>
                </a:extLst>
              </p:cNvPr>
              <p:cNvSpPr/>
              <p:nvPr/>
            </p:nvSpPr>
            <p:spPr>
              <a:xfrm>
                <a:off x="10040055" y="2893123"/>
                <a:ext cx="493418" cy="115252"/>
              </a:xfrm>
              <a:custGeom>
                <a:avLst/>
                <a:gdLst>
                  <a:gd name="csX0" fmla="*/ 0 w 493418"/>
                  <a:gd name="csY0" fmla="*/ 0 h 115252"/>
                  <a:gd name="csX1" fmla="*/ 240265 w 493418"/>
                  <a:gd name="csY1" fmla="*/ 115252 h 115252"/>
                  <a:gd name="csX2" fmla="*/ 493419 w 493418"/>
                  <a:gd name="csY2" fmla="*/ 476 h 115252"/>
                </a:gdLst>
                <a:ahLst/>
                <a:cxnLst>
                  <a:cxn ang="0">
                    <a:pos x="csX0" y="csY0"/>
                  </a:cxn>
                  <a:cxn ang="0">
                    <a:pos x="csX1" y="csY1"/>
                  </a:cxn>
                  <a:cxn ang="0">
                    <a:pos x="csX2" y="csY2"/>
                  </a:cxn>
                </a:cxnLst>
                <a:rect l="l" t="t" r="r" b="b"/>
                <a:pathLst>
                  <a:path w="493418" h="115252">
                    <a:moveTo>
                      <a:pt x="0" y="0"/>
                    </a:moveTo>
                    <a:lnTo>
                      <a:pt x="240265" y="115252"/>
                    </a:lnTo>
                    <a:lnTo>
                      <a:pt x="493419" y="476"/>
                    </a:lnTo>
                  </a:path>
                </a:pathLst>
              </a:custGeom>
              <a:noFill/>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39" name="Freeform 66">
                <a:extLst>
                  <a:ext uri="{FF2B5EF4-FFF2-40B4-BE49-F238E27FC236}">
                    <a16:creationId xmlns:a16="http://schemas.microsoft.com/office/drawing/2014/main" id="{BB187BF9-AE2F-16EB-5416-B146FBB79809}"/>
                  </a:ext>
                </a:extLst>
              </p:cNvPr>
              <p:cNvSpPr/>
              <p:nvPr/>
            </p:nvSpPr>
            <p:spPr>
              <a:xfrm>
                <a:off x="10040055" y="2765107"/>
                <a:ext cx="493136" cy="588930"/>
              </a:xfrm>
              <a:custGeom>
                <a:avLst/>
                <a:gdLst>
                  <a:gd name="csX0" fmla="*/ 493136 w 493136"/>
                  <a:gd name="csY0" fmla="*/ 128016 h 588930"/>
                  <a:gd name="csX1" fmla="*/ 493136 w 493136"/>
                  <a:gd name="csY1" fmla="*/ 460915 h 588930"/>
                  <a:gd name="csX2" fmla="*/ 240265 w 493136"/>
                  <a:gd name="csY2" fmla="*/ 588931 h 588930"/>
                  <a:gd name="csX3" fmla="*/ 0 w 493136"/>
                  <a:gd name="csY3" fmla="*/ 460915 h 588930"/>
                  <a:gd name="csX4" fmla="*/ 0 w 493136"/>
                  <a:gd name="csY4" fmla="*/ 128016 h 588930"/>
                  <a:gd name="csX5" fmla="*/ 240265 w 493136"/>
                  <a:gd name="csY5" fmla="*/ 0 h 588930"/>
                  <a:gd name="csX6" fmla="*/ 493136 w 493136"/>
                  <a:gd name="csY6" fmla="*/ 128016 h 5889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136" h="588930">
                    <a:moveTo>
                      <a:pt x="493136" y="128016"/>
                    </a:moveTo>
                    <a:lnTo>
                      <a:pt x="493136" y="460915"/>
                    </a:lnTo>
                    <a:lnTo>
                      <a:pt x="240265" y="588931"/>
                    </a:lnTo>
                    <a:lnTo>
                      <a:pt x="0" y="460915"/>
                    </a:lnTo>
                    <a:lnTo>
                      <a:pt x="0" y="128016"/>
                    </a:lnTo>
                    <a:lnTo>
                      <a:pt x="240265" y="0"/>
                    </a:lnTo>
                    <a:lnTo>
                      <a:pt x="493136" y="128016"/>
                    </a:lnTo>
                    <a:close/>
                  </a:path>
                </a:pathLst>
              </a:custGeom>
              <a:noFill/>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40" name="Freeform 67">
                <a:extLst>
                  <a:ext uri="{FF2B5EF4-FFF2-40B4-BE49-F238E27FC236}">
                    <a16:creationId xmlns:a16="http://schemas.microsoft.com/office/drawing/2014/main" id="{AC407B56-5A99-D2FC-D151-AFC6DBE3FB7B}"/>
                  </a:ext>
                </a:extLst>
              </p:cNvPr>
              <p:cNvSpPr/>
              <p:nvPr/>
            </p:nvSpPr>
            <p:spPr>
              <a:xfrm>
                <a:off x="10277780" y="3008376"/>
                <a:ext cx="9407" cy="345662"/>
              </a:xfrm>
              <a:custGeom>
                <a:avLst/>
                <a:gdLst>
                  <a:gd name="csX0" fmla="*/ 0 w 9407"/>
                  <a:gd name="csY0" fmla="*/ 0 h 345662"/>
                  <a:gd name="csX1" fmla="*/ 0 w 9407"/>
                  <a:gd name="csY1" fmla="*/ 345662 h 345662"/>
                </a:gdLst>
                <a:ahLst/>
                <a:cxnLst>
                  <a:cxn ang="0">
                    <a:pos x="csX0" y="csY0"/>
                  </a:cxn>
                  <a:cxn ang="0">
                    <a:pos x="csX1" y="csY1"/>
                  </a:cxn>
                </a:cxnLst>
                <a:rect l="l" t="t" r="r" b="b"/>
                <a:pathLst>
                  <a:path w="9407" h="345662">
                    <a:moveTo>
                      <a:pt x="0" y="0"/>
                    </a:moveTo>
                    <a:lnTo>
                      <a:pt x="0" y="345662"/>
                    </a:lnTo>
                  </a:path>
                </a:pathLst>
              </a:custGeom>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grpSp>
          <p:nvGrpSpPr>
            <p:cNvPr id="26" name="Graphic 41">
              <a:extLst>
                <a:ext uri="{FF2B5EF4-FFF2-40B4-BE49-F238E27FC236}">
                  <a16:creationId xmlns:a16="http://schemas.microsoft.com/office/drawing/2014/main" id="{ACC7ABDC-2831-92D1-AEA7-9804B416F175}"/>
                </a:ext>
              </a:extLst>
            </p:cNvPr>
            <p:cNvGrpSpPr/>
            <p:nvPr/>
          </p:nvGrpSpPr>
          <p:grpSpPr>
            <a:xfrm>
              <a:off x="10040055" y="3505962"/>
              <a:ext cx="493418" cy="588930"/>
              <a:chOff x="10040055" y="3505962"/>
              <a:chExt cx="493418" cy="588930"/>
            </a:xfrm>
            <a:noFill/>
          </p:grpSpPr>
          <p:sp>
            <p:nvSpPr>
              <p:cNvPr id="35" name="Freeform 69">
                <a:extLst>
                  <a:ext uri="{FF2B5EF4-FFF2-40B4-BE49-F238E27FC236}">
                    <a16:creationId xmlns:a16="http://schemas.microsoft.com/office/drawing/2014/main" id="{138F1007-343F-027F-A70C-20CC73F5E29F}"/>
                  </a:ext>
                </a:extLst>
              </p:cNvPr>
              <p:cNvSpPr/>
              <p:nvPr/>
            </p:nvSpPr>
            <p:spPr>
              <a:xfrm>
                <a:off x="10040055" y="3633978"/>
                <a:ext cx="493418" cy="115252"/>
              </a:xfrm>
              <a:custGeom>
                <a:avLst/>
                <a:gdLst>
                  <a:gd name="csX0" fmla="*/ 0 w 493418"/>
                  <a:gd name="csY0" fmla="*/ 0 h 115252"/>
                  <a:gd name="csX1" fmla="*/ 240265 w 493418"/>
                  <a:gd name="csY1" fmla="*/ 115252 h 115252"/>
                  <a:gd name="csX2" fmla="*/ 493419 w 493418"/>
                  <a:gd name="csY2" fmla="*/ 476 h 115252"/>
                </a:gdLst>
                <a:ahLst/>
                <a:cxnLst>
                  <a:cxn ang="0">
                    <a:pos x="csX0" y="csY0"/>
                  </a:cxn>
                  <a:cxn ang="0">
                    <a:pos x="csX1" y="csY1"/>
                  </a:cxn>
                  <a:cxn ang="0">
                    <a:pos x="csX2" y="csY2"/>
                  </a:cxn>
                </a:cxnLst>
                <a:rect l="l" t="t" r="r" b="b"/>
                <a:pathLst>
                  <a:path w="493418" h="115252">
                    <a:moveTo>
                      <a:pt x="0" y="0"/>
                    </a:moveTo>
                    <a:lnTo>
                      <a:pt x="240265" y="115252"/>
                    </a:lnTo>
                    <a:lnTo>
                      <a:pt x="493419" y="476"/>
                    </a:lnTo>
                  </a:path>
                </a:pathLst>
              </a:custGeom>
              <a:noFill/>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36" name="Freeform 70">
                <a:extLst>
                  <a:ext uri="{FF2B5EF4-FFF2-40B4-BE49-F238E27FC236}">
                    <a16:creationId xmlns:a16="http://schemas.microsoft.com/office/drawing/2014/main" id="{66C5FF7B-F2E2-E967-2D0B-F100551F9164}"/>
                  </a:ext>
                </a:extLst>
              </p:cNvPr>
              <p:cNvSpPr/>
              <p:nvPr/>
            </p:nvSpPr>
            <p:spPr>
              <a:xfrm>
                <a:off x="10040055" y="3505962"/>
                <a:ext cx="493136" cy="588930"/>
              </a:xfrm>
              <a:custGeom>
                <a:avLst/>
                <a:gdLst>
                  <a:gd name="csX0" fmla="*/ 493136 w 493136"/>
                  <a:gd name="csY0" fmla="*/ 128016 h 588930"/>
                  <a:gd name="csX1" fmla="*/ 493136 w 493136"/>
                  <a:gd name="csY1" fmla="*/ 460819 h 588930"/>
                  <a:gd name="csX2" fmla="*/ 240265 w 493136"/>
                  <a:gd name="csY2" fmla="*/ 588931 h 588930"/>
                  <a:gd name="csX3" fmla="*/ 0 w 493136"/>
                  <a:gd name="csY3" fmla="*/ 460819 h 588930"/>
                  <a:gd name="csX4" fmla="*/ 0 w 493136"/>
                  <a:gd name="csY4" fmla="*/ 128016 h 588930"/>
                  <a:gd name="csX5" fmla="*/ 240265 w 493136"/>
                  <a:gd name="csY5" fmla="*/ 0 h 588930"/>
                  <a:gd name="csX6" fmla="*/ 493136 w 493136"/>
                  <a:gd name="csY6" fmla="*/ 128016 h 5889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136" h="588930">
                    <a:moveTo>
                      <a:pt x="493136" y="128016"/>
                    </a:moveTo>
                    <a:lnTo>
                      <a:pt x="493136" y="460819"/>
                    </a:lnTo>
                    <a:lnTo>
                      <a:pt x="240265" y="588931"/>
                    </a:lnTo>
                    <a:lnTo>
                      <a:pt x="0" y="460819"/>
                    </a:lnTo>
                    <a:lnTo>
                      <a:pt x="0" y="128016"/>
                    </a:lnTo>
                    <a:lnTo>
                      <a:pt x="240265" y="0"/>
                    </a:lnTo>
                    <a:lnTo>
                      <a:pt x="493136" y="128016"/>
                    </a:lnTo>
                    <a:close/>
                  </a:path>
                </a:pathLst>
              </a:custGeom>
              <a:noFill/>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37" name="Freeform 71">
                <a:extLst>
                  <a:ext uri="{FF2B5EF4-FFF2-40B4-BE49-F238E27FC236}">
                    <a16:creationId xmlns:a16="http://schemas.microsoft.com/office/drawing/2014/main" id="{2533F764-D5BA-6C88-BF2E-C121FB03E111}"/>
                  </a:ext>
                </a:extLst>
              </p:cNvPr>
              <p:cNvSpPr/>
              <p:nvPr/>
            </p:nvSpPr>
            <p:spPr>
              <a:xfrm>
                <a:off x="10277780" y="3749230"/>
                <a:ext cx="9407" cy="345662"/>
              </a:xfrm>
              <a:custGeom>
                <a:avLst/>
                <a:gdLst>
                  <a:gd name="csX0" fmla="*/ 0 w 9407"/>
                  <a:gd name="csY0" fmla="*/ 0 h 345662"/>
                  <a:gd name="csX1" fmla="*/ 0 w 9407"/>
                  <a:gd name="csY1" fmla="*/ 345662 h 345662"/>
                </a:gdLst>
                <a:ahLst/>
                <a:cxnLst>
                  <a:cxn ang="0">
                    <a:pos x="csX0" y="csY0"/>
                  </a:cxn>
                  <a:cxn ang="0">
                    <a:pos x="csX1" y="csY1"/>
                  </a:cxn>
                </a:cxnLst>
                <a:rect l="l" t="t" r="r" b="b"/>
                <a:pathLst>
                  <a:path w="9407" h="345662">
                    <a:moveTo>
                      <a:pt x="0" y="0"/>
                    </a:moveTo>
                    <a:lnTo>
                      <a:pt x="0" y="345662"/>
                    </a:lnTo>
                  </a:path>
                </a:pathLst>
              </a:custGeom>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grpSp>
          <p:nvGrpSpPr>
            <p:cNvPr id="27" name="Graphic 41">
              <a:extLst>
                <a:ext uri="{FF2B5EF4-FFF2-40B4-BE49-F238E27FC236}">
                  <a16:creationId xmlns:a16="http://schemas.microsoft.com/office/drawing/2014/main" id="{A6693842-FB91-C12C-6088-42F18F356315}"/>
                </a:ext>
              </a:extLst>
            </p:cNvPr>
            <p:cNvGrpSpPr/>
            <p:nvPr/>
          </p:nvGrpSpPr>
          <p:grpSpPr>
            <a:xfrm>
              <a:off x="10040055" y="4246721"/>
              <a:ext cx="493418" cy="588930"/>
              <a:chOff x="10040055" y="4246721"/>
              <a:chExt cx="493418" cy="588930"/>
            </a:xfrm>
            <a:noFill/>
          </p:grpSpPr>
          <p:sp>
            <p:nvSpPr>
              <p:cNvPr id="32" name="Freeform 73">
                <a:extLst>
                  <a:ext uri="{FF2B5EF4-FFF2-40B4-BE49-F238E27FC236}">
                    <a16:creationId xmlns:a16="http://schemas.microsoft.com/office/drawing/2014/main" id="{25CEFB37-1045-AF35-EABB-C84A4EED2634}"/>
                  </a:ext>
                </a:extLst>
              </p:cNvPr>
              <p:cNvSpPr/>
              <p:nvPr/>
            </p:nvSpPr>
            <p:spPr>
              <a:xfrm>
                <a:off x="10040055" y="4374737"/>
                <a:ext cx="493418" cy="115252"/>
              </a:xfrm>
              <a:custGeom>
                <a:avLst/>
                <a:gdLst>
                  <a:gd name="csX0" fmla="*/ 0 w 493418"/>
                  <a:gd name="csY0" fmla="*/ 0 h 115252"/>
                  <a:gd name="csX1" fmla="*/ 240265 w 493418"/>
                  <a:gd name="csY1" fmla="*/ 115253 h 115252"/>
                  <a:gd name="csX2" fmla="*/ 493419 w 493418"/>
                  <a:gd name="csY2" fmla="*/ 571 h 115252"/>
                </a:gdLst>
                <a:ahLst/>
                <a:cxnLst>
                  <a:cxn ang="0">
                    <a:pos x="csX0" y="csY0"/>
                  </a:cxn>
                  <a:cxn ang="0">
                    <a:pos x="csX1" y="csY1"/>
                  </a:cxn>
                  <a:cxn ang="0">
                    <a:pos x="csX2" y="csY2"/>
                  </a:cxn>
                </a:cxnLst>
                <a:rect l="l" t="t" r="r" b="b"/>
                <a:pathLst>
                  <a:path w="493418" h="115252">
                    <a:moveTo>
                      <a:pt x="0" y="0"/>
                    </a:moveTo>
                    <a:lnTo>
                      <a:pt x="240265" y="115253"/>
                    </a:lnTo>
                    <a:lnTo>
                      <a:pt x="493419" y="571"/>
                    </a:lnTo>
                  </a:path>
                </a:pathLst>
              </a:custGeom>
              <a:noFill/>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33" name="Freeform 74">
                <a:extLst>
                  <a:ext uri="{FF2B5EF4-FFF2-40B4-BE49-F238E27FC236}">
                    <a16:creationId xmlns:a16="http://schemas.microsoft.com/office/drawing/2014/main" id="{ED632233-2CD4-97FC-41BD-7E85A4D2BA64}"/>
                  </a:ext>
                </a:extLst>
              </p:cNvPr>
              <p:cNvSpPr/>
              <p:nvPr/>
            </p:nvSpPr>
            <p:spPr>
              <a:xfrm>
                <a:off x="10040055" y="4246721"/>
                <a:ext cx="493136" cy="588930"/>
              </a:xfrm>
              <a:custGeom>
                <a:avLst/>
                <a:gdLst>
                  <a:gd name="csX0" fmla="*/ 493136 w 493136"/>
                  <a:gd name="csY0" fmla="*/ 128016 h 588930"/>
                  <a:gd name="csX1" fmla="*/ 493136 w 493136"/>
                  <a:gd name="csY1" fmla="*/ 460915 h 588930"/>
                  <a:gd name="csX2" fmla="*/ 240265 w 493136"/>
                  <a:gd name="csY2" fmla="*/ 588931 h 588930"/>
                  <a:gd name="csX3" fmla="*/ 0 w 493136"/>
                  <a:gd name="csY3" fmla="*/ 460915 h 588930"/>
                  <a:gd name="csX4" fmla="*/ 0 w 493136"/>
                  <a:gd name="csY4" fmla="*/ 128016 h 588930"/>
                  <a:gd name="csX5" fmla="*/ 240265 w 493136"/>
                  <a:gd name="csY5" fmla="*/ 0 h 588930"/>
                  <a:gd name="csX6" fmla="*/ 493136 w 493136"/>
                  <a:gd name="csY6" fmla="*/ 128016 h 5889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136" h="588930">
                    <a:moveTo>
                      <a:pt x="493136" y="128016"/>
                    </a:moveTo>
                    <a:lnTo>
                      <a:pt x="493136" y="460915"/>
                    </a:lnTo>
                    <a:lnTo>
                      <a:pt x="240265" y="588931"/>
                    </a:lnTo>
                    <a:lnTo>
                      <a:pt x="0" y="460915"/>
                    </a:lnTo>
                    <a:lnTo>
                      <a:pt x="0" y="128016"/>
                    </a:lnTo>
                    <a:lnTo>
                      <a:pt x="240265" y="0"/>
                    </a:lnTo>
                    <a:lnTo>
                      <a:pt x="493136" y="128016"/>
                    </a:lnTo>
                    <a:close/>
                  </a:path>
                </a:pathLst>
              </a:custGeom>
              <a:noFill/>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34" name="Freeform 75">
                <a:extLst>
                  <a:ext uri="{FF2B5EF4-FFF2-40B4-BE49-F238E27FC236}">
                    <a16:creationId xmlns:a16="http://schemas.microsoft.com/office/drawing/2014/main" id="{D5F4DA36-3BDE-FAE4-5CF5-0D2C91B3D432}"/>
                  </a:ext>
                </a:extLst>
              </p:cNvPr>
              <p:cNvSpPr/>
              <p:nvPr/>
            </p:nvSpPr>
            <p:spPr>
              <a:xfrm>
                <a:off x="10277780" y="4489989"/>
                <a:ext cx="9407" cy="345662"/>
              </a:xfrm>
              <a:custGeom>
                <a:avLst/>
                <a:gdLst>
                  <a:gd name="csX0" fmla="*/ 0 w 9407"/>
                  <a:gd name="csY0" fmla="*/ 0 h 345662"/>
                  <a:gd name="csX1" fmla="*/ 0 w 9407"/>
                  <a:gd name="csY1" fmla="*/ 345662 h 345662"/>
                </a:gdLst>
                <a:ahLst/>
                <a:cxnLst>
                  <a:cxn ang="0">
                    <a:pos x="csX0" y="csY0"/>
                  </a:cxn>
                  <a:cxn ang="0">
                    <a:pos x="csX1" y="csY1"/>
                  </a:cxn>
                </a:cxnLst>
                <a:rect l="l" t="t" r="r" b="b"/>
                <a:pathLst>
                  <a:path w="9407" h="345662">
                    <a:moveTo>
                      <a:pt x="0" y="0"/>
                    </a:moveTo>
                    <a:lnTo>
                      <a:pt x="0" y="345662"/>
                    </a:lnTo>
                  </a:path>
                </a:pathLst>
              </a:custGeom>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grpSp>
          <p:nvGrpSpPr>
            <p:cNvPr id="28" name="Graphic 41">
              <a:extLst>
                <a:ext uri="{FF2B5EF4-FFF2-40B4-BE49-F238E27FC236}">
                  <a16:creationId xmlns:a16="http://schemas.microsoft.com/office/drawing/2014/main" id="{0A7059D5-C82C-D533-CAB3-7C948E285900}"/>
                </a:ext>
              </a:extLst>
            </p:cNvPr>
            <p:cNvGrpSpPr/>
            <p:nvPr/>
          </p:nvGrpSpPr>
          <p:grpSpPr>
            <a:xfrm>
              <a:off x="10040055" y="4987575"/>
              <a:ext cx="493418" cy="588930"/>
              <a:chOff x="10040055" y="4987575"/>
              <a:chExt cx="493418" cy="588930"/>
            </a:xfrm>
            <a:noFill/>
          </p:grpSpPr>
          <p:sp>
            <p:nvSpPr>
              <p:cNvPr id="29" name="Freeform 77">
                <a:extLst>
                  <a:ext uri="{FF2B5EF4-FFF2-40B4-BE49-F238E27FC236}">
                    <a16:creationId xmlns:a16="http://schemas.microsoft.com/office/drawing/2014/main" id="{78A20AF7-8101-CADE-7179-746823B36C71}"/>
                  </a:ext>
                </a:extLst>
              </p:cNvPr>
              <p:cNvSpPr/>
              <p:nvPr/>
            </p:nvSpPr>
            <p:spPr>
              <a:xfrm>
                <a:off x="10040055" y="5115591"/>
                <a:ext cx="493418" cy="115252"/>
              </a:xfrm>
              <a:custGeom>
                <a:avLst/>
                <a:gdLst>
                  <a:gd name="csX0" fmla="*/ 0 w 493418"/>
                  <a:gd name="csY0" fmla="*/ 0 h 115252"/>
                  <a:gd name="csX1" fmla="*/ 240265 w 493418"/>
                  <a:gd name="csY1" fmla="*/ 115253 h 115252"/>
                  <a:gd name="csX2" fmla="*/ 493419 w 493418"/>
                  <a:gd name="csY2" fmla="*/ 476 h 115252"/>
                </a:gdLst>
                <a:ahLst/>
                <a:cxnLst>
                  <a:cxn ang="0">
                    <a:pos x="csX0" y="csY0"/>
                  </a:cxn>
                  <a:cxn ang="0">
                    <a:pos x="csX1" y="csY1"/>
                  </a:cxn>
                  <a:cxn ang="0">
                    <a:pos x="csX2" y="csY2"/>
                  </a:cxn>
                </a:cxnLst>
                <a:rect l="l" t="t" r="r" b="b"/>
                <a:pathLst>
                  <a:path w="493418" h="115252">
                    <a:moveTo>
                      <a:pt x="0" y="0"/>
                    </a:moveTo>
                    <a:lnTo>
                      <a:pt x="240265" y="115253"/>
                    </a:lnTo>
                    <a:lnTo>
                      <a:pt x="493419" y="476"/>
                    </a:lnTo>
                  </a:path>
                </a:pathLst>
              </a:custGeom>
              <a:noFill/>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30" name="Freeform 78">
                <a:extLst>
                  <a:ext uri="{FF2B5EF4-FFF2-40B4-BE49-F238E27FC236}">
                    <a16:creationId xmlns:a16="http://schemas.microsoft.com/office/drawing/2014/main" id="{868AB10E-2672-89B7-D3C3-008BC4E4D049}"/>
                  </a:ext>
                </a:extLst>
              </p:cNvPr>
              <p:cNvSpPr/>
              <p:nvPr/>
            </p:nvSpPr>
            <p:spPr>
              <a:xfrm>
                <a:off x="10040055" y="4987575"/>
                <a:ext cx="493136" cy="588930"/>
              </a:xfrm>
              <a:custGeom>
                <a:avLst/>
                <a:gdLst>
                  <a:gd name="csX0" fmla="*/ 493136 w 493136"/>
                  <a:gd name="csY0" fmla="*/ 128016 h 588930"/>
                  <a:gd name="csX1" fmla="*/ 493136 w 493136"/>
                  <a:gd name="csY1" fmla="*/ 460915 h 588930"/>
                  <a:gd name="csX2" fmla="*/ 240265 w 493136"/>
                  <a:gd name="csY2" fmla="*/ 588931 h 588930"/>
                  <a:gd name="csX3" fmla="*/ 0 w 493136"/>
                  <a:gd name="csY3" fmla="*/ 460915 h 588930"/>
                  <a:gd name="csX4" fmla="*/ 0 w 493136"/>
                  <a:gd name="csY4" fmla="*/ 128016 h 588930"/>
                  <a:gd name="csX5" fmla="*/ 240265 w 493136"/>
                  <a:gd name="csY5" fmla="*/ 0 h 588930"/>
                  <a:gd name="csX6" fmla="*/ 493136 w 493136"/>
                  <a:gd name="csY6" fmla="*/ 128016 h 5889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136" h="588930">
                    <a:moveTo>
                      <a:pt x="493136" y="128016"/>
                    </a:moveTo>
                    <a:lnTo>
                      <a:pt x="493136" y="460915"/>
                    </a:lnTo>
                    <a:lnTo>
                      <a:pt x="240265" y="588931"/>
                    </a:lnTo>
                    <a:lnTo>
                      <a:pt x="0" y="460915"/>
                    </a:lnTo>
                    <a:lnTo>
                      <a:pt x="0" y="128016"/>
                    </a:lnTo>
                    <a:lnTo>
                      <a:pt x="240265" y="0"/>
                    </a:lnTo>
                    <a:lnTo>
                      <a:pt x="493136" y="128016"/>
                    </a:lnTo>
                    <a:close/>
                  </a:path>
                </a:pathLst>
              </a:custGeom>
              <a:noFill/>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31" name="Freeform 79">
                <a:extLst>
                  <a:ext uri="{FF2B5EF4-FFF2-40B4-BE49-F238E27FC236}">
                    <a16:creationId xmlns:a16="http://schemas.microsoft.com/office/drawing/2014/main" id="{DA2BEB97-3FA3-A1F5-CDD1-0C704EE59EC5}"/>
                  </a:ext>
                </a:extLst>
              </p:cNvPr>
              <p:cNvSpPr/>
              <p:nvPr/>
            </p:nvSpPr>
            <p:spPr>
              <a:xfrm>
                <a:off x="10277780" y="5230844"/>
                <a:ext cx="9407" cy="345662"/>
              </a:xfrm>
              <a:custGeom>
                <a:avLst/>
                <a:gdLst>
                  <a:gd name="csX0" fmla="*/ 0 w 9407"/>
                  <a:gd name="csY0" fmla="*/ 0 h 345662"/>
                  <a:gd name="csX1" fmla="*/ 0 w 9407"/>
                  <a:gd name="csY1" fmla="*/ 345662 h 345662"/>
                </a:gdLst>
                <a:ahLst/>
                <a:cxnLst>
                  <a:cxn ang="0">
                    <a:pos x="csX0" y="csY0"/>
                  </a:cxn>
                  <a:cxn ang="0">
                    <a:pos x="csX1" y="csY1"/>
                  </a:cxn>
                </a:cxnLst>
                <a:rect l="l" t="t" r="r" b="b"/>
                <a:pathLst>
                  <a:path w="9407" h="345662">
                    <a:moveTo>
                      <a:pt x="0" y="0"/>
                    </a:moveTo>
                    <a:lnTo>
                      <a:pt x="0" y="345662"/>
                    </a:lnTo>
                  </a:path>
                </a:pathLst>
              </a:custGeom>
              <a:ln w="14023"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grpSp>
      <p:grpSp>
        <p:nvGrpSpPr>
          <p:cNvPr id="47" name="Group 46">
            <a:extLst>
              <a:ext uri="{FF2B5EF4-FFF2-40B4-BE49-F238E27FC236}">
                <a16:creationId xmlns:a16="http://schemas.microsoft.com/office/drawing/2014/main" id="{06B69D44-107E-C232-F6A7-E774A6F90C11}"/>
              </a:ext>
            </a:extLst>
          </p:cNvPr>
          <p:cNvGrpSpPr/>
          <p:nvPr/>
        </p:nvGrpSpPr>
        <p:grpSpPr>
          <a:xfrm>
            <a:off x="4617727" y="961311"/>
            <a:ext cx="1600434" cy="4939734"/>
            <a:chOff x="2502057" y="961544"/>
            <a:chExt cx="1600434" cy="4939734"/>
          </a:xfrm>
        </p:grpSpPr>
        <p:sp>
          <p:nvSpPr>
            <p:cNvPr id="48" name="Freeform 83">
              <a:extLst>
                <a:ext uri="{FF2B5EF4-FFF2-40B4-BE49-F238E27FC236}">
                  <a16:creationId xmlns:a16="http://schemas.microsoft.com/office/drawing/2014/main" id="{7E6ECA8A-B6B9-AA2D-75C9-DB732DB44468}"/>
                </a:ext>
              </a:extLst>
            </p:cNvPr>
            <p:cNvSpPr/>
            <p:nvPr/>
          </p:nvSpPr>
          <p:spPr>
            <a:xfrm>
              <a:off x="2502057" y="961544"/>
              <a:ext cx="1600434" cy="2469867"/>
            </a:xfrm>
            <a:custGeom>
              <a:avLst/>
              <a:gdLst>
                <a:gd name="csX0" fmla="*/ 0 w 1377570"/>
                <a:gd name="csY0" fmla="*/ 0 h 2125932"/>
                <a:gd name="csX1" fmla="*/ 403660 w 1377570"/>
                <a:gd name="csY1" fmla="*/ 0 h 2125932"/>
                <a:gd name="csX2" fmla="*/ 831757 w 1377570"/>
                <a:gd name="csY2" fmla="*/ 429035 h 2125932"/>
                <a:gd name="csX3" fmla="*/ 831757 w 1377570"/>
                <a:gd name="csY3" fmla="*/ 1696898 h 2125932"/>
                <a:gd name="csX4" fmla="*/ 1259855 w 1377570"/>
                <a:gd name="csY4" fmla="*/ 2125933 h 2125932"/>
                <a:gd name="csX5" fmla="*/ 1377571 w 1377570"/>
                <a:gd name="csY5" fmla="*/ 2125933 h 2125932"/>
              </a:gdLst>
              <a:ahLst/>
              <a:cxnLst>
                <a:cxn ang="0">
                  <a:pos x="csX0" y="csY0"/>
                </a:cxn>
                <a:cxn ang="0">
                  <a:pos x="csX1" y="csY1"/>
                </a:cxn>
                <a:cxn ang="0">
                  <a:pos x="csX2" y="csY2"/>
                </a:cxn>
                <a:cxn ang="0">
                  <a:pos x="csX3" y="csY3"/>
                </a:cxn>
                <a:cxn ang="0">
                  <a:pos x="csX4" y="csY4"/>
                </a:cxn>
                <a:cxn ang="0">
                  <a:pos x="csX5" y="csY5"/>
                </a:cxn>
              </a:cxnLst>
              <a:rect l="l" t="t" r="r" b="b"/>
              <a:pathLst>
                <a:path w="1377570" h="2125932">
                  <a:moveTo>
                    <a:pt x="0" y="0"/>
                  </a:moveTo>
                  <a:lnTo>
                    <a:pt x="403660" y="0"/>
                  </a:lnTo>
                  <a:cubicBezTo>
                    <a:pt x="640074" y="0"/>
                    <a:pt x="831757" y="192104"/>
                    <a:pt x="831757" y="429035"/>
                  </a:cubicBezTo>
                  <a:lnTo>
                    <a:pt x="831757" y="1696898"/>
                  </a:lnTo>
                  <a:cubicBezTo>
                    <a:pt x="831757" y="1933829"/>
                    <a:pt x="1023441" y="2125933"/>
                    <a:pt x="1259855" y="2125933"/>
                  </a:cubicBezTo>
                  <a:lnTo>
                    <a:pt x="1377571" y="2125933"/>
                  </a:lnTo>
                </a:path>
              </a:pathLst>
            </a:custGeom>
            <a:noFill/>
            <a:ln w="25400"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49" name="Freeform 84">
              <a:extLst>
                <a:ext uri="{FF2B5EF4-FFF2-40B4-BE49-F238E27FC236}">
                  <a16:creationId xmlns:a16="http://schemas.microsoft.com/office/drawing/2014/main" id="{AE5849E4-4CB0-1A4F-20C5-3C09EB9CFF36}"/>
                </a:ext>
              </a:extLst>
            </p:cNvPr>
            <p:cNvSpPr/>
            <p:nvPr/>
          </p:nvSpPr>
          <p:spPr>
            <a:xfrm>
              <a:off x="2502057" y="1947254"/>
              <a:ext cx="1600434" cy="1484155"/>
            </a:xfrm>
            <a:custGeom>
              <a:avLst/>
              <a:gdLst>
                <a:gd name="csX0" fmla="*/ 0 w 1377570"/>
                <a:gd name="csY0" fmla="*/ 1968 h 1277483"/>
                <a:gd name="csX1" fmla="*/ 185465 w 1377570"/>
                <a:gd name="csY1" fmla="*/ 0 h 1277483"/>
                <a:gd name="csX2" fmla="*/ 185465 w 1377570"/>
                <a:gd name="csY2" fmla="*/ 0 h 1277483"/>
                <a:gd name="csX3" fmla="*/ 613563 w 1377570"/>
                <a:gd name="csY3" fmla="*/ 429035 h 1277483"/>
                <a:gd name="csX4" fmla="*/ 613563 w 1377570"/>
                <a:gd name="csY4" fmla="*/ 927499 h 1277483"/>
                <a:gd name="csX5" fmla="*/ 962783 w 1377570"/>
                <a:gd name="csY5" fmla="*/ 1277484 h 1277483"/>
                <a:gd name="csX6" fmla="*/ 1377571 w 1377570"/>
                <a:gd name="csY6" fmla="*/ 1277484 h 127748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77570" h="1277483">
                  <a:moveTo>
                    <a:pt x="0" y="1968"/>
                  </a:moveTo>
                  <a:lnTo>
                    <a:pt x="185465" y="0"/>
                  </a:lnTo>
                  <a:lnTo>
                    <a:pt x="185465" y="0"/>
                  </a:lnTo>
                  <a:cubicBezTo>
                    <a:pt x="421879" y="0"/>
                    <a:pt x="613563" y="192104"/>
                    <a:pt x="613563" y="429035"/>
                  </a:cubicBezTo>
                  <a:lnTo>
                    <a:pt x="613563" y="927499"/>
                  </a:lnTo>
                  <a:cubicBezTo>
                    <a:pt x="613563" y="1120805"/>
                    <a:pt x="769899" y="1277484"/>
                    <a:pt x="962783" y="1277484"/>
                  </a:cubicBezTo>
                  <a:lnTo>
                    <a:pt x="1377571" y="1277484"/>
                  </a:lnTo>
                </a:path>
              </a:pathLst>
            </a:custGeom>
            <a:noFill/>
            <a:ln w="25400"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50" name="Freeform 85">
              <a:extLst>
                <a:ext uri="{FF2B5EF4-FFF2-40B4-BE49-F238E27FC236}">
                  <a16:creationId xmlns:a16="http://schemas.microsoft.com/office/drawing/2014/main" id="{3E736ABC-6254-4378-31A7-8B68B8C29BC3}"/>
                </a:ext>
              </a:extLst>
            </p:cNvPr>
            <p:cNvSpPr/>
            <p:nvPr/>
          </p:nvSpPr>
          <p:spPr>
            <a:xfrm>
              <a:off x="2502057" y="2937412"/>
              <a:ext cx="1600434" cy="494000"/>
            </a:xfrm>
            <a:custGeom>
              <a:avLst/>
              <a:gdLst>
                <a:gd name="csX0" fmla="*/ 0 w 1377570"/>
                <a:gd name="csY0" fmla="*/ 0 h 425209"/>
                <a:gd name="csX1" fmla="*/ 620981 w 1377570"/>
                <a:gd name="csY1" fmla="*/ 425208 h 425209"/>
                <a:gd name="csX2" fmla="*/ 1377571 w 1377570"/>
                <a:gd name="csY2" fmla="*/ 425208 h 425209"/>
              </a:gdLst>
              <a:ahLst/>
              <a:cxnLst>
                <a:cxn ang="0">
                  <a:pos x="csX0" y="csY0"/>
                </a:cxn>
                <a:cxn ang="0">
                  <a:pos x="csX1" y="csY1"/>
                </a:cxn>
                <a:cxn ang="0">
                  <a:pos x="csX2" y="csY2"/>
                </a:cxn>
              </a:cxnLst>
              <a:rect l="l" t="t" r="r" b="b"/>
              <a:pathLst>
                <a:path w="1377570" h="425209">
                  <a:moveTo>
                    <a:pt x="0" y="0"/>
                  </a:moveTo>
                  <a:cubicBezTo>
                    <a:pt x="348347" y="0"/>
                    <a:pt x="145208" y="426083"/>
                    <a:pt x="620981" y="425208"/>
                  </a:cubicBezTo>
                  <a:cubicBezTo>
                    <a:pt x="620981" y="425208"/>
                    <a:pt x="1377571" y="425208"/>
                    <a:pt x="1377571" y="425208"/>
                  </a:cubicBezTo>
                </a:path>
              </a:pathLst>
            </a:custGeom>
            <a:noFill/>
            <a:ln w="25400"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51" name="Freeform 86">
              <a:extLst>
                <a:ext uri="{FF2B5EF4-FFF2-40B4-BE49-F238E27FC236}">
                  <a16:creationId xmlns:a16="http://schemas.microsoft.com/office/drawing/2014/main" id="{33440F74-86B0-9448-3BEF-5776D0DB33DE}"/>
                </a:ext>
              </a:extLst>
            </p:cNvPr>
            <p:cNvSpPr/>
            <p:nvPr/>
          </p:nvSpPr>
          <p:spPr>
            <a:xfrm>
              <a:off x="2502057" y="3431411"/>
              <a:ext cx="1600434" cy="2469867"/>
            </a:xfrm>
            <a:custGeom>
              <a:avLst/>
              <a:gdLst>
                <a:gd name="csX0" fmla="*/ 0 w 1377570"/>
                <a:gd name="csY0" fmla="*/ 2125933 h 2125932"/>
                <a:gd name="csX1" fmla="*/ 403660 w 1377570"/>
                <a:gd name="csY1" fmla="*/ 2125933 h 2125932"/>
                <a:gd name="csX2" fmla="*/ 831757 w 1377570"/>
                <a:gd name="csY2" fmla="*/ 1696898 h 2125932"/>
                <a:gd name="csX3" fmla="*/ 831757 w 1377570"/>
                <a:gd name="csY3" fmla="*/ 429035 h 2125932"/>
                <a:gd name="csX4" fmla="*/ 1259855 w 1377570"/>
                <a:gd name="csY4" fmla="*/ 0 h 2125932"/>
                <a:gd name="csX5" fmla="*/ 1377571 w 1377570"/>
                <a:gd name="csY5" fmla="*/ 0 h 2125932"/>
              </a:gdLst>
              <a:ahLst/>
              <a:cxnLst>
                <a:cxn ang="0">
                  <a:pos x="csX0" y="csY0"/>
                </a:cxn>
                <a:cxn ang="0">
                  <a:pos x="csX1" y="csY1"/>
                </a:cxn>
                <a:cxn ang="0">
                  <a:pos x="csX2" y="csY2"/>
                </a:cxn>
                <a:cxn ang="0">
                  <a:pos x="csX3" y="csY3"/>
                </a:cxn>
                <a:cxn ang="0">
                  <a:pos x="csX4" y="csY4"/>
                </a:cxn>
                <a:cxn ang="0">
                  <a:pos x="csX5" y="csY5"/>
                </a:cxn>
              </a:cxnLst>
              <a:rect l="l" t="t" r="r" b="b"/>
              <a:pathLst>
                <a:path w="1377570" h="2125932">
                  <a:moveTo>
                    <a:pt x="0" y="2125933"/>
                  </a:moveTo>
                  <a:lnTo>
                    <a:pt x="403660" y="2125933"/>
                  </a:lnTo>
                  <a:cubicBezTo>
                    <a:pt x="640074" y="2125933"/>
                    <a:pt x="831757" y="1933829"/>
                    <a:pt x="831757" y="1696898"/>
                  </a:cubicBezTo>
                  <a:lnTo>
                    <a:pt x="831757" y="429035"/>
                  </a:lnTo>
                  <a:cubicBezTo>
                    <a:pt x="831757" y="192104"/>
                    <a:pt x="1023441" y="0"/>
                    <a:pt x="1259855" y="0"/>
                  </a:cubicBezTo>
                  <a:lnTo>
                    <a:pt x="1377571" y="0"/>
                  </a:lnTo>
                </a:path>
              </a:pathLst>
            </a:custGeom>
            <a:noFill/>
            <a:ln w="25400"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52" name="Freeform 87">
              <a:extLst>
                <a:ext uri="{FF2B5EF4-FFF2-40B4-BE49-F238E27FC236}">
                  <a16:creationId xmlns:a16="http://schemas.microsoft.com/office/drawing/2014/main" id="{478E4BD4-C458-D8F9-A2D6-DA6849627BD5}"/>
                </a:ext>
              </a:extLst>
            </p:cNvPr>
            <p:cNvSpPr/>
            <p:nvPr/>
          </p:nvSpPr>
          <p:spPr>
            <a:xfrm>
              <a:off x="2502057" y="3431411"/>
              <a:ext cx="1600434" cy="1484155"/>
            </a:xfrm>
            <a:custGeom>
              <a:avLst/>
              <a:gdLst>
                <a:gd name="csX0" fmla="*/ 0 w 1377570"/>
                <a:gd name="csY0" fmla="*/ 1275516 h 1277483"/>
                <a:gd name="csX1" fmla="*/ 185465 w 1377570"/>
                <a:gd name="csY1" fmla="*/ 1277484 h 1277483"/>
                <a:gd name="csX2" fmla="*/ 185465 w 1377570"/>
                <a:gd name="csY2" fmla="*/ 1277484 h 1277483"/>
                <a:gd name="csX3" fmla="*/ 613563 w 1377570"/>
                <a:gd name="csY3" fmla="*/ 848449 h 1277483"/>
                <a:gd name="csX4" fmla="*/ 613563 w 1377570"/>
                <a:gd name="csY4" fmla="*/ 349985 h 1277483"/>
                <a:gd name="csX5" fmla="*/ 962783 w 1377570"/>
                <a:gd name="csY5" fmla="*/ 0 h 1277483"/>
                <a:gd name="csX6" fmla="*/ 1377571 w 1377570"/>
                <a:gd name="csY6" fmla="*/ 0 h 127748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77570" h="1277483">
                  <a:moveTo>
                    <a:pt x="0" y="1275516"/>
                  </a:moveTo>
                  <a:lnTo>
                    <a:pt x="185465" y="1277484"/>
                  </a:lnTo>
                  <a:lnTo>
                    <a:pt x="185465" y="1277484"/>
                  </a:lnTo>
                  <a:cubicBezTo>
                    <a:pt x="421879" y="1277484"/>
                    <a:pt x="613563" y="1085380"/>
                    <a:pt x="613563" y="848449"/>
                  </a:cubicBezTo>
                  <a:lnTo>
                    <a:pt x="613563" y="349985"/>
                  </a:lnTo>
                  <a:cubicBezTo>
                    <a:pt x="613563" y="156679"/>
                    <a:pt x="769899" y="0"/>
                    <a:pt x="962783" y="0"/>
                  </a:cubicBezTo>
                  <a:lnTo>
                    <a:pt x="1377571" y="0"/>
                  </a:lnTo>
                </a:path>
              </a:pathLst>
            </a:custGeom>
            <a:noFill/>
            <a:ln w="25400"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53" name="Freeform 88">
              <a:extLst>
                <a:ext uri="{FF2B5EF4-FFF2-40B4-BE49-F238E27FC236}">
                  <a16:creationId xmlns:a16="http://schemas.microsoft.com/office/drawing/2014/main" id="{26996978-F37E-9CFF-C447-F2A4DB1066D7}"/>
                </a:ext>
              </a:extLst>
            </p:cNvPr>
            <p:cNvSpPr/>
            <p:nvPr/>
          </p:nvSpPr>
          <p:spPr>
            <a:xfrm>
              <a:off x="2502057" y="3431410"/>
              <a:ext cx="1600434" cy="494000"/>
            </a:xfrm>
            <a:custGeom>
              <a:avLst/>
              <a:gdLst>
                <a:gd name="csX0" fmla="*/ 0 w 1377570"/>
                <a:gd name="csY0" fmla="*/ 425210 h 425209"/>
                <a:gd name="csX1" fmla="*/ 620981 w 1377570"/>
                <a:gd name="csY1" fmla="*/ 1 h 425209"/>
                <a:gd name="csX2" fmla="*/ 1377571 w 1377570"/>
                <a:gd name="csY2" fmla="*/ 1 h 425209"/>
              </a:gdLst>
              <a:ahLst/>
              <a:cxnLst>
                <a:cxn ang="0">
                  <a:pos x="csX0" y="csY0"/>
                </a:cxn>
                <a:cxn ang="0">
                  <a:pos x="csX1" y="csY1"/>
                </a:cxn>
                <a:cxn ang="0">
                  <a:pos x="csX2" y="csY2"/>
                </a:cxn>
              </a:cxnLst>
              <a:rect l="l" t="t" r="r" b="b"/>
              <a:pathLst>
                <a:path w="1377570" h="425209">
                  <a:moveTo>
                    <a:pt x="0" y="425210"/>
                  </a:moveTo>
                  <a:cubicBezTo>
                    <a:pt x="348347" y="425210"/>
                    <a:pt x="145208" y="-873"/>
                    <a:pt x="620981" y="1"/>
                  </a:cubicBezTo>
                  <a:cubicBezTo>
                    <a:pt x="620981" y="1"/>
                    <a:pt x="1377571" y="1"/>
                    <a:pt x="1377571" y="1"/>
                  </a:cubicBezTo>
                </a:path>
              </a:pathLst>
            </a:custGeom>
            <a:noFill/>
            <a:ln w="25400"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sp>
        <p:nvSpPr>
          <p:cNvPr id="54" name="Oval 53">
            <a:extLst>
              <a:ext uri="{FF2B5EF4-FFF2-40B4-BE49-F238E27FC236}">
                <a16:creationId xmlns:a16="http://schemas.microsoft.com/office/drawing/2014/main" id="{F071FE0F-4B1A-68ED-9D4F-2A0E550EF4AF}"/>
              </a:ext>
            </a:extLst>
          </p:cNvPr>
          <p:cNvSpPr/>
          <p:nvPr/>
        </p:nvSpPr>
        <p:spPr>
          <a:xfrm>
            <a:off x="6178870" y="3358139"/>
            <a:ext cx="145758" cy="146078"/>
          </a:xfrm>
          <a:prstGeom prst="ellipse">
            <a:avLst/>
          </a:prstGeom>
          <a:solidFill>
            <a:srgbClr val="000000"/>
          </a:solidFill>
          <a:ln w="12700" cap="flat">
            <a:solidFill>
              <a:srgbClr val="FFFFFF"/>
            </a:solidFill>
            <a:prstDash val="solid"/>
            <a:rou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sp>
        <p:nvSpPr>
          <p:cNvPr id="55" name="TextBox 54">
            <a:extLst>
              <a:ext uri="{FF2B5EF4-FFF2-40B4-BE49-F238E27FC236}">
                <a16:creationId xmlns:a16="http://schemas.microsoft.com/office/drawing/2014/main" id="{82B90983-B9A7-BBFD-6BDE-6F0F7756C31D}"/>
              </a:ext>
            </a:extLst>
          </p:cNvPr>
          <p:cNvSpPr txBox="1"/>
          <p:nvPr/>
        </p:nvSpPr>
        <p:spPr>
          <a:xfrm>
            <a:off x="7613807" y="601476"/>
            <a:ext cx="3573915"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30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EVALUATE RESULTS</a:t>
            </a:r>
          </a:p>
        </p:txBody>
      </p:sp>
      <p:sp>
        <p:nvSpPr>
          <p:cNvPr id="56" name="Oval 55">
            <a:extLst>
              <a:ext uri="{FF2B5EF4-FFF2-40B4-BE49-F238E27FC236}">
                <a16:creationId xmlns:a16="http://schemas.microsoft.com/office/drawing/2014/main" id="{1CC001CB-DE10-18A5-166C-B8BD983BA360}"/>
              </a:ext>
            </a:extLst>
          </p:cNvPr>
          <p:cNvSpPr/>
          <p:nvPr/>
        </p:nvSpPr>
        <p:spPr>
          <a:xfrm>
            <a:off x="8003566" y="2031570"/>
            <a:ext cx="2794396" cy="2794396"/>
          </a:xfrm>
          <a:prstGeom prst="ellipse">
            <a:avLst/>
          </a:prstGeom>
          <a:solidFill>
            <a:srgbClr val="FF6300"/>
          </a:solidFill>
          <a:ln w="21437"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nvGrpSpPr>
          <p:cNvPr id="57" name="Group 56">
            <a:extLst>
              <a:ext uri="{FF2B5EF4-FFF2-40B4-BE49-F238E27FC236}">
                <a16:creationId xmlns:a16="http://schemas.microsoft.com/office/drawing/2014/main" id="{F162E755-D869-D52F-DF5B-F88CB431CAF6}"/>
              </a:ext>
            </a:extLst>
          </p:cNvPr>
          <p:cNvGrpSpPr/>
          <p:nvPr/>
        </p:nvGrpSpPr>
        <p:grpSpPr>
          <a:xfrm>
            <a:off x="8178322" y="2206326"/>
            <a:ext cx="2444884" cy="2444884"/>
            <a:chOff x="6673513" y="2098750"/>
            <a:chExt cx="2660502" cy="2660502"/>
          </a:xfrm>
        </p:grpSpPr>
        <p:sp>
          <p:nvSpPr>
            <p:cNvPr id="58" name="Oval 57">
              <a:extLst>
                <a:ext uri="{FF2B5EF4-FFF2-40B4-BE49-F238E27FC236}">
                  <a16:creationId xmlns:a16="http://schemas.microsoft.com/office/drawing/2014/main" id="{89C1B207-0650-99D3-C34B-41C307B4EB04}"/>
                </a:ext>
              </a:extLst>
            </p:cNvPr>
            <p:cNvSpPr/>
            <p:nvPr/>
          </p:nvSpPr>
          <p:spPr>
            <a:xfrm>
              <a:off x="7743219" y="3168456"/>
              <a:ext cx="521090" cy="521091"/>
            </a:xfrm>
            <a:prstGeom prst="ellipse">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grpSp>
          <p:nvGrpSpPr>
            <p:cNvPr id="59" name="Group 58">
              <a:extLst>
                <a:ext uri="{FF2B5EF4-FFF2-40B4-BE49-F238E27FC236}">
                  <a16:creationId xmlns:a16="http://schemas.microsoft.com/office/drawing/2014/main" id="{D7BC6E2B-97AD-85B8-2E04-CCB282ADE320}"/>
                </a:ext>
              </a:extLst>
            </p:cNvPr>
            <p:cNvGrpSpPr/>
            <p:nvPr/>
          </p:nvGrpSpPr>
          <p:grpSpPr>
            <a:xfrm>
              <a:off x="7826753" y="2487502"/>
              <a:ext cx="354033" cy="1883001"/>
              <a:chOff x="7773101" y="2183333"/>
              <a:chExt cx="461326" cy="2453659"/>
            </a:xfrm>
          </p:grpSpPr>
          <p:grpSp>
            <p:nvGrpSpPr>
              <p:cNvPr id="132" name="Group 131">
                <a:extLst>
                  <a:ext uri="{FF2B5EF4-FFF2-40B4-BE49-F238E27FC236}">
                    <a16:creationId xmlns:a16="http://schemas.microsoft.com/office/drawing/2014/main" id="{85DE838B-D162-9F92-FBA0-9D5BC69E1286}"/>
                  </a:ext>
                </a:extLst>
              </p:cNvPr>
              <p:cNvGrpSpPr/>
              <p:nvPr/>
            </p:nvGrpSpPr>
            <p:grpSpPr>
              <a:xfrm rot="2700000">
                <a:off x="7773102" y="4175672"/>
                <a:ext cx="461319" cy="461321"/>
                <a:chOff x="2295732" y="-414517"/>
                <a:chExt cx="461319" cy="461321"/>
              </a:xfrm>
            </p:grpSpPr>
            <p:cxnSp>
              <p:nvCxnSpPr>
                <p:cNvPr id="136" name="Straight Connector 135">
                  <a:extLst>
                    <a:ext uri="{FF2B5EF4-FFF2-40B4-BE49-F238E27FC236}">
                      <a16:creationId xmlns:a16="http://schemas.microsoft.com/office/drawing/2014/main" id="{2F0D220D-ED09-6826-D445-87DA724EA9C3}"/>
                    </a:ext>
                  </a:extLst>
                </p:cNvPr>
                <p:cNvCxnSpPr/>
                <p:nvPr/>
              </p:nvCxnSpPr>
              <p:spPr>
                <a:xfrm>
                  <a:off x="2295732" y="-414517"/>
                  <a:ext cx="461319" cy="0"/>
                </a:xfrm>
                <a:prstGeom prst="line">
                  <a:avLst/>
                </a:prstGeom>
                <a:ln w="254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4BE0B1F3-76F1-D35A-F334-C109C50B9CEB}"/>
                    </a:ext>
                  </a:extLst>
                </p:cNvPr>
                <p:cNvCxnSpPr>
                  <a:cxnSpLocks/>
                </p:cNvCxnSpPr>
                <p:nvPr/>
              </p:nvCxnSpPr>
              <p:spPr>
                <a:xfrm rot="5400000">
                  <a:off x="2065077" y="-183854"/>
                  <a:ext cx="461317" cy="0"/>
                </a:xfrm>
                <a:prstGeom prst="line">
                  <a:avLst/>
                </a:prstGeom>
                <a:ln w="25400" cap="rnd">
                  <a:solidFill>
                    <a:schemeClr val="bg1"/>
                  </a:solidFill>
                  <a:round/>
                </a:ln>
              </p:spPr>
              <p:style>
                <a:lnRef idx="2">
                  <a:schemeClr val="accent1"/>
                </a:lnRef>
                <a:fillRef idx="0">
                  <a:schemeClr val="accent1"/>
                </a:fillRef>
                <a:effectRef idx="1">
                  <a:schemeClr val="accent1"/>
                </a:effectRef>
                <a:fontRef idx="minor">
                  <a:schemeClr val="tx1"/>
                </a:fontRef>
              </p:style>
            </p:cxnSp>
          </p:grpSp>
          <p:grpSp>
            <p:nvGrpSpPr>
              <p:cNvPr id="133" name="Group 132">
                <a:extLst>
                  <a:ext uri="{FF2B5EF4-FFF2-40B4-BE49-F238E27FC236}">
                    <a16:creationId xmlns:a16="http://schemas.microsoft.com/office/drawing/2014/main" id="{19413AFE-07A1-7882-892C-F95B05E0A6F9}"/>
                  </a:ext>
                </a:extLst>
              </p:cNvPr>
              <p:cNvGrpSpPr/>
              <p:nvPr/>
            </p:nvGrpSpPr>
            <p:grpSpPr>
              <a:xfrm rot="13500000">
                <a:off x="7773108" y="2183333"/>
                <a:ext cx="461319" cy="461319"/>
                <a:chOff x="2295737" y="-414511"/>
                <a:chExt cx="461319" cy="461319"/>
              </a:xfrm>
            </p:grpSpPr>
            <p:cxnSp>
              <p:nvCxnSpPr>
                <p:cNvPr id="134" name="Straight Connector 133">
                  <a:extLst>
                    <a:ext uri="{FF2B5EF4-FFF2-40B4-BE49-F238E27FC236}">
                      <a16:creationId xmlns:a16="http://schemas.microsoft.com/office/drawing/2014/main" id="{09DE0F26-28F4-57C4-877D-118398CB09AB}"/>
                    </a:ext>
                  </a:extLst>
                </p:cNvPr>
                <p:cNvCxnSpPr/>
                <p:nvPr/>
              </p:nvCxnSpPr>
              <p:spPr>
                <a:xfrm>
                  <a:off x="2295737" y="-414511"/>
                  <a:ext cx="461319" cy="0"/>
                </a:xfrm>
                <a:prstGeom prst="line">
                  <a:avLst/>
                </a:prstGeom>
                <a:ln w="254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4C583B9B-F197-071B-97B4-B678367B1F65}"/>
                    </a:ext>
                  </a:extLst>
                </p:cNvPr>
                <p:cNvCxnSpPr>
                  <a:cxnSpLocks/>
                </p:cNvCxnSpPr>
                <p:nvPr/>
              </p:nvCxnSpPr>
              <p:spPr>
                <a:xfrm rot="5400000">
                  <a:off x="2065080" y="-183851"/>
                  <a:ext cx="461319" cy="0"/>
                </a:xfrm>
                <a:prstGeom prst="line">
                  <a:avLst/>
                </a:prstGeom>
                <a:ln w="25400" cap="rnd">
                  <a:solidFill>
                    <a:schemeClr val="bg1"/>
                  </a:solidFill>
                  <a:round/>
                </a:ln>
              </p:spPr>
              <p:style>
                <a:lnRef idx="2">
                  <a:schemeClr val="accent1"/>
                </a:lnRef>
                <a:fillRef idx="0">
                  <a:schemeClr val="accent1"/>
                </a:fillRef>
                <a:effectRef idx="1">
                  <a:schemeClr val="accent1"/>
                </a:effectRef>
                <a:fontRef idx="minor">
                  <a:schemeClr val="tx1"/>
                </a:fontRef>
              </p:style>
            </p:cxnSp>
          </p:grpSp>
        </p:grpSp>
        <p:grpSp>
          <p:nvGrpSpPr>
            <p:cNvPr id="60" name="Group 59">
              <a:extLst>
                <a:ext uri="{FF2B5EF4-FFF2-40B4-BE49-F238E27FC236}">
                  <a16:creationId xmlns:a16="http://schemas.microsoft.com/office/drawing/2014/main" id="{64B493A3-9034-A8A1-5F6F-3F2CEE44E631}"/>
                </a:ext>
              </a:extLst>
            </p:cNvPr>
            <p:cNvGrpSpPr/>
            <p:nvPr/>
          </p:nvGrpSpPr>
          <p:grpSpPr>
            <a:xfrm>
              <a:off x="7062417" y="3251988"/>
              <a:ext cx="1882694" cy="354027"/>
              <a:chOff x="6777698" y="3198342"/>
              <a:chExt cx="2453266" cy="461319"/>
            </a:xfrm>
          </p:grpSpPr>
          <p:grpSp>
            <p:nvGrpSpPr>
              <p:cNvPr id="62" name="Group 61">
                <a:extLst>
                  <a:ext uri="{FF2B5EF4-FFF2-40B4-BE49-F238E27FC236}">
                    <a16:creationId xmlns:a16="http://schemas.microsoft.com/office/drawing/2014/main" id="{F704C270-A65F-D26C-6539-988078733696}"/>
                  </a:ext>
                </a:extLst>
              </p:cNvPr>
              <p:cNvGrpSpPr/>
              <p:nvPr/>
            </p:nvGrpSpPr>
            <p:grpSpPr>
              <a:xfrm rot="8100000">
                <a:off x="6777698" y="3198342"/>
                <a:ext cx="461319" cy="461319"/>
                <a:chOff x="2248930" y="-461320"/>
                <a:chExt cx="461319" cy="461319"/>
              </a:xfrm>
            </p:grpSpPr>
            <p:cxnSp>
              <p:nvCxnSpPr>
                <p:cNvPr id="130" name="Straight Connector 129">
                  <a:extLst>
                    <a:ext uri="{FF2B5EF4-FFF2-40B4-BE49-F238E27FC236}">
                      <a16:creationId xmlns:a16="http://schemas.microsoft.com/office/drawing/2014/main" id="{BE083F82-0EFE-2212-C8AB-7888691AF9D6}"/>
                    </a:ext>
                  </a:extLst>
                </p:cNvPr>
                <p:cNvCxnSpPr/>
                <p:nvPr/>
              </p:nvCxnSpPr>
              <p:spPr>
                <a:xfrm>
                  <a:off x="2248930" y="-461319"/>
                  <a:ext cx="461319" cy="0"/>
                </a:xfrm>
                <a:prstGeom prst="line">
                  <a:avLst/>
                </a:prstGeom>
                <a:ln w="254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46BD6BF7-805B-B38A-999B-FA1173BD56A9}"/>
                    </a:ext>
                  </a:extLst>
                </p:cNvPr>
                <p:cNvCxnSpPr>
                  <a:cxnSpLocks/>
                </p:cNvCxnSpPr>
                <p:nvPr/>
              </p:nvCxnSpPr>
              <p:spPr>
                <a:xfrm rot="5400000">
                  <a:off x="2018271" y="-230660"/>
                  <a:ext cx="461319" cy="0"/>
                </a:xfrm>
                <a:prstGeom prst="line">
                  <a:avLst/>
                </a:prstGeom>
                <a:ln w="25400" cap="rnd">
                  <a:solidFill>
                    <a:schemeClr val="bg1"/>
                  </a:solidFill>
                  <a:round/>
                </a:ln>
              </p:spPr>
              <p:style>
                <a:lnRef idx="2">
                  <a:schemeClr val="accent1"/>
                </a:lnRef>
                <a:fillRef idx="0">
                  <a:schemeClr val="accent1"/>
                </a:fillRef>
                <a:effectRef idx="1">
                  <a:schemeClr val="accent1"/>
                </a:effectRef>
                <a:fontRef idx="minor">
                  <a:schemeClr val="tx1"/>
                </a:fontRef>
              </p:style>
            </p:cxnSp>
          </p:grpSp>
          <p:grpSp>
            <p:nvGrpSpPr>
              <p:cNvPr id="63" name="Group 62">
                <a:extLst>
                  <a:ext uri="{FF2B5EF4-FFF2-40B4-BE49-F238E27FC236}">
                    <a16:creationId xmlns:a16="http://schemas.microsoft.com/office/drawing/2014/main" id="{C076F72C-2CF9-C69C-B71B-380F2A0BAB80}"/>
                  </a:ext>
                </a:extLst>
              </p:cNvPr>
              <p:cNvGrpSpPr/>
              <p:nvPr/>
            </p:nvGrpSpPr>
            <p:grpSpPr>
              <a:xfrm rot="-2700000">
                <a:off x="8773764" y="3198342"/>
                <a:ext cx="457200" cy="461319"/>
                <a:chOff x="2248930" y="-461320"/>
                <a:chExt cx="461319" cy="461319"/>
              </a:xfrm>
            </p:grpSpPr>
            <p:cxnSp>
              <p:nvCxnSpPr>
                <p:cNvPr id="128" name="Straight Connector 127">
                  <a:extLst>
                    <a:ext uri="{FF2B5EF4-FFF2-40B4-BE49-F238E27FC236}">
                      <a16:creationId xmlns:a16="http://schemas.microsoft.com/office/drawing/2014/main" id="{8FE07DE9-5760-0222-9BCB-DBCC1CD615F8}"/>
                    </a:ext>
                  </a:extLst>
                </p:cNvPr>
                <p:cNvCxnSpPr/>
                <p:nvPr/>
              </p:nvCxnSpPr>
              <p:spPr>
                <a:xfrm>
                  <a:off x="2248930" y="-461319"/>
                  <a:ext cx="461319" cy="0"/>
                </a:xfrm>
                <a:prstGeom prst="line">
                  <a:avLst/>
                </a:prstGeom>
                <a:ln w="254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706C3B7F-EAF8-B18C-A998-E5D330CF03EC}"/>
                    </a:ext>
                  </a:extLst>
                </p:cNvPr>
                <p:cNvCxnSpPr>
                  <a:cxnSpLocks/>
                </p:cNvCxnSpPr>
                <p:nvPr/>
              </p:nvCxnSpPr>
              <p:spPr>
                <a:xfrm rot="5400000">
                  <a:off x="2018271" y="-230660"/>
                  <a:ext cx="461319" cy="0"/>
                </a:xfrm>
                <a:prstGeom prst="line">
                  <a:avLst/>
                </a:prstGeom>
                <a:ln w="25400" cap="rnd">
                  <a:solidFill>
                    <a:schemeClr val="bg1"/>
                  </a:solidFill>
                  <a:round/>
                </a:ln>
              </p:spPr>
              <p:style>
                <a:lnRef idx="2">
                  <a:schemeClr val="accent1"/>
                </a:lnRef>
                <a:fillRef idx="0">
                  <a:schemeClr val="accent1"/>
                </a:fillRef>
                <a:effectRef idx="1">
                  <a:schemeClr val="accent1"/>
                </a:effectRef>
                <a:fontRef idx="minor">
                  <a:schemeClr val="tx1"/>
                </a:fontRef>
              </p:style>
            </p:cxnSp>
          </p:grpSp>
        </p:grpSp>
        <p:sp>
          <p:nvSpPr>
            <p:cNvPr id="61" name="Oval 60">
              <a:extLst>
                <a:ext uri="{FF2B5EF4-FFF2-40B4-BE49-F238E27FC236}">
                  <a16:creationId xmlns:a16="http://schemas.microsoft.com/office/drawing/2014/main" id="{4E44A98E-477F-9185-32DF-DBB7C1A638D3}"/>
                </a:ext>
              </a:extLst>
            </p:cNvPr>
            <p:cNvSpPr/>
            <p:nvPr/>
          </p:nvSpPr>
          <p:spPr>
            <a:xfrm>
              <a:off x="6673513" y="2098750"/>
              <a:ext cx="2660502" cy="2660502"/>
            </a:xfrm>
            <a:prstGeom prst="ellipse">
              <a:avLst/>
            </a:prstGeom>
            <a:noFill/>
            <a:ln w="21437"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spTree>
    <p:extLst>
      <p:ext uri="{BB962C8B-B14F-4D97-AF65-F5344CB8AC3E}">
        <p14:creationId xmlns:p14="http://schemas.microsoft.com/office/powerpoint/2010/main" val="41732381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svg="http://schemas.microsoft.com/office/drawing/2016/SVG/main" xmlns:a16="http://schemas.microsoft.com/office/drawing/2014/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10" fill="hold"/>
                                        <p:tgtEl>
                                          <p:spTgt spid="57"/>
                                        </p:tgtEl>
                                      </p:cBhvr>
                                      <p:by x="125000" y="125000"/>
                                    </p:animScale>
                                  </p:childTnLst>
                                </p:cTn>
                              </p:par>
                              <p:par>
                                <p:cTn id="7" presetID="6" presetClass="emph" presetSubtype="0" decel="100000" fill="hold" nodeType="withEffect">
                                  <p:stCondLst>
                                    <p:cond delay="0"/>
                                  </p:stCondLst>
                                  <p:childTnLst>
                                    <p:animScale>
                                      <p:cBhvr>
                                        <p:cTn id="8" dur="750" fill="hold"/>
                                        <p:tgtEl>
                                          <p:spTgt spid="57"/>
                                        </p:tgtEl>
                                      </p:cBhvr>
                                      <p:by x="80000" y="80000"/>
                                    </p:animScale>
                                  </p:childTnLst>
                                </p:cTn>
                              </p:par>
                              <p:par>
                                <p:cTn id="9" presetID="8" presetClass="emph" presetSubtype="0" fill="hold" nodeType="withEffect">
                                  <p:stCondLst>
                                    <p:cond delay="750"/>
                                  </p:stCondLst>
                                  <p:childTnLst>
                                    <p:animRot by="10800000">
                                      <p:cBhvr>
                                        <p:cTn id="10" dur="5000" fill="hold"/>
                                        <p:tgtEl>
                                          <p:spTgt spid="57"/>
                                        </p:tgtEl>
                                        <p:attrNameLst>
                                          <p:attrName>r</p:attrName>
                                        </p:attrNameLst>
                                      </p:cBhvr>
                                    </p:animRot>
                                  </p:childTnLst>
                                </p:cTn>
                              </p:par>
                              <p:par>
                                <p:cTn id="11" presetID="22" presetClass="entr" presetSubtype="2" fill="hold" grpId="0" nodeType="withEffect">
                                  <p:stCondLst>
                                    <p:cond delay="300"/>
                                  </p:stCondLst>
                                  <p:childTnLst>
                                    <p:set>
                                      <p:cBhvr>
                                        <p:cTn id="12" dur="1" fill="hold">
                                          <p:stCondLst>
                                            <p:cond delay="0"/>
                                          </p:stCondLst>
                                        </p:cTn>
                                        <p:tgtEl>
                                          <p:spTgt spid="17"/>
                                        </p:tgtEl>
                                        <p:attrNameLst>
                                          <p:attrName>style.visibility</p:attrName>
                                        </p:attrNameLst>
                                      </p:cBhvr>
                                      <p:to>
                                        <p:strVal val="visible"/>
                                      </p:to>
                                    </p:set>
                                    <p:animEffect transition="in" filter="wipe(right)">
                                      <p:cBhvr>
                                        <p:cTn id="13" dur="1000"/>
                                        <p:tgtEl>
                                          <p:spTgt spid="17"/>
                                        </p:tgtEl>
                                      </p:cBhvr>
                                    </p:animEffect>
                                  </p:childTnLst>
                                </p:cTn>
                              </p:par>
                              <p:par>
                                <p:cTn id="14" presetID="53" presetClass="entr" presetSubtype="16" fill="hold" grpId="0" nodeType="withEffect">
                                  <p:stCondLst>
                                    <p:cond delay="900"/>
                                  </p:stCondLst>
                                  <p:childTnLst>
                                    <p:set>
                                      <p:cBhvr>
                                        <p:cTn id="15" dur="1" fill="hold">
                                          <p:stCondLst>
                                            <p:cond delay="0"/>
                                          </p:stCondLst>
                                        </p:cTn>
                                        <p:tgtEl>
                                          <p:spTgt spid="54"/>
                                        </p:tgtEl>
                                        <p:attrNameLst>
                                          <p:attrName>style.visibility</p:attrName>
                                        </p:attrNameLst>
                                      </p:cBhvr>
                                      <p:to>
                                        <p:strVal val="visible"/>
                                      </p:to>
                                    </p:set>
                                    <p:anim calcmode="lin" valueType="num">
                                      <p:cBhvr>
                                        <p:cTn id="16" dur="500" fill="hold"/>
                                        <p:tgtEl>
                                          <p:spTgt spid="54"/>
                                        </p:tgtEl>
                                        <p:attrNameLst>
                                          <p:attrName>ppt_w</p:attrName>
                                        </p:attrNameLst>
                                      </p:cBhvr>
                                      <p:tavLst>
                                        <p:tav tm="0">
                                          <p:val>
                                            <p:fltVal val="0"/>
                                          </p:val>
                                        </p:tav>
                                        <p:tav tm="100000">
                                          <p:val>
                                            <p:strVal val="#ppt_w"/>
                                          </p:val>
                                        </p:tav>
                                      </p:tavLst>
                                    </p:anim>
                                    <p:anim calcmode="lin" valueType="num">
                                      <p:cBhvr>
                                        <p:cTn id="17" dur="500" fill="hold"/>
                                        <p:tgtEl>
                                          <p:spTgt spid="54"/>
                                        </p:tgtEl>
                                        <p:attrNameLst>
                                          <p:attrName>ppt_h</p:attrName>
                                        </p:attrNameLst>
                                      </p:cBhvr>
                                      <p:tavLst>
                                        <p:tav tm="0">
                                          <p:val>
                                            <p:fltVal val="0"/>
                                          </p:val>
                                        </p:tav>
                                        <p:tav tm="100000">
                                          <p:val>
                                            <p:strVal val="#ppt_h"/>
                                          </p:val>
                                        </p:tav>
                                      </p:tavLst>
                                    </p:anim>
                                    <p:animEffect transition="in" filter="fade">
                                      <p:cBhvr>
                                        <p:cTn id="18" dur="500"/>
                                        <p:tgtEl>
                                          <p:spTgt spid="54"/>
                                        </p:tgtEl>
                                      </p:cBhvr>
                                    </p:animEffect>
                                  </p:childTnLst>
                                </p:cTn>
                              </p:par>
                              <p:par>
                                <p:cTn id="19" presetID="22" presetClass="entr" presetSubtype="2" fill="hold" nodeType="withEffect">
                                  <p:stCondLst>
                                    <p:cond delay="1400"/>
                                  </p:stCondLst>
                                  <p:childTnLst>
                                    <p:set>
                                      <p:cBhvr>
                                        <p:cTn id="20" dur="1" fill="hold">
                                          <p:stCondLst>
                                            <p:cond delay="0"/>
                                          </p:stCondLst>
                                        </p:cTn>
                                        <p:tgtEl>
                                          <p:spTgt spid="47"/>
                                        </p:tgtEl>
                                        <p:attrNameLst>
                                          <p:attrName>style.visibility</p:attrName>
                                        </p:attrNameLst>
                                      </p:cBhvr>
                                      <p:to>
                                        <p:strVal val="visible"/>
                                      </p:to>
                                    </p:set>
                                    <p:animEffect transition="in" filter="wipe(right)">
                                      <p:cBhvr>
                                        <p:cTn id="21" dur="1000"/>
                                        <p:tgtEl>
                                          <p:spTgt spid="47"/>
                                        </p:tgtEl>
                                      </p:cBhvr>
                                    </p:animEffect>
                                  </p:childTnLst>
                                </p:cTn>
                              </p:par>
                              <p:par>
                                <p:cTn id="22" presetID="0" presetClass="path" presetSubtype="0" accel="50000" decel="50000" fill="hold" grpId="0" nodeType="withEffect">
                                  <p:stCondLst>
                                    <p:cond delay="2500"/>
                                  </p:stCondLst>
                                  <p:childTnLst>
                                    <p:animMotion origin="layout" path="M 4.16667E-7 -1.85185E-6 C 0.02825 0.00671 -0.00286 -1.85185E-6 0.06914 -1.85185E-6 C 0.07643 -1.85185E-6 0.08359 0.00093 0.09062 0.00162 C 0.09206 0.00209 0.09349 0.00255 0.09466 0.00324 C 0.09687 0.00417 0.10078 0.00671 0.10078 0.00695 C 0.1082 0.01875 0.09987 0.00579 0.10703 0.01505 C 0.11432 0.02477 0.10273 0.01134 0.11211 0.02176 C 0.11589 0.04028 0.11003 0.01227 0.11523 0.03195 C 0.11589 0.03519 0.11667 0.03866 0.11732 0.04213 C 0.11758 0.04375 0.1181 0.04537 0.11836 0.04722 C 0.1207 0.06273 0.11784 0.04329 0.12044 0.06389 C 0.1207 0.06621 0.12109 0.06852 0.12135 0.07084 C 0.12187 0.07361 0.12214 0.07639 0.12227 0.07917 C 0.12448 0.14954 0.12305 0.09074 0.12448 0.21759 C 0.12474 0.24236 0.12487 0.26713 0.12539 0.29167 C 0.12565 0.29375 0.12708 0.30764 0.12747 0.31042 C 0.12891 0.3206 0.12825 0.32222 0.13151 0.32894 C 0.13203 0.33009 0.13268 0.33125 0.13346 0.33218 C 0.13437 0.33357 0.13555 0.33449 0.13646 0.33565 C 0.1401 0.34421 0.13698 0.33843 0.14167 0.34236 C 0.14284 0.34329 0.14388 0.34491 0.14479 0.34584 C 0.14687 0.34722 0.14909 0.34792 0.15091 0.34908 C 0.15352 0.3507 0.15521 0.35162 0.15807 0.35255 C 0.16042 0.35324 0.16276 0.35371 0.1651 0.35417 C 0.16953 0.35486 0.17409 0.35533 0.17852 0.35579 C 0.18164 0.35625 0.18477 0.35718 0.18776 0.35764 C 0.19505 0.35834 0.2026 0.3588 0.21003 0.35926 C 0.21875 0.3588 0.22721 0.35764 0.23555 0.35764 C 0.23997 0.35764 0.24453 0.35903 0.24896 0.35926 C 0.26628 0.36019 0.28372 0.36042 0.30091 0.36088 C 0.30898 0.36158 0.31732 0.36273 0.32552 0.36273 C 0.32865 0.36273 0.33164 0.36088 0.33477 0.36088 C 0.33776 0.36088 0.34062 0.3625 0.34375 0.36273 C 0.35716 0.3632 0.37044 0.36273 0.38372 0.36273 " pathEditMode="relative" rAng="0" ptsTypes="AAAAAAAAAAAAAAAAAAAAAAAAAAAAAAAAAA">
                                      <p:cBhvr>
                                        <p:cTn id="23" dur="1500" fill="hold"/>
                                        <p:tgtEl>
                                          <p:spTgt spid="7"/>
                                        </p:tgtEl>
                                        <p:attrNameLst>
                                          <p:attrName>ppt_x</p:attrName>
                                          <p:attrName>ppt_y</p:attrName>
                                        </p:attrNameLst>
                                      </p:cBhvr>
                                      <p:rCtr x="19180" y="18125"/>
                                    </p:animMotion>
                                  </p:childTnLst>
                                </p:cTn>
                              </p:par>
                              <p:par>
                                <p:cTn id="24" presetID="0" presetClass="path" presetSubtype="0" accel="50000" decel="50000" fill="hold" grpId="0" nodeType="withEffect">
                                  <p:stCondLst>
                                    <p:cond delay="2600"/>
                                  </p:stCondLst>
                                  <p:childTnLst>
                                    <p:animMotion origin="layout" path="M 4.16667E-7 -7.40741E-7 C 0.00221 0.00046 0.00456 0.00139 0.0069 0.00162 C 0.01836 0.00255 0.02982 0.00185 0.04128 0.00324 C 0.04427 0.0037 0.04779 0.00671 0.05026 0.00995 C 0.05104 0.01088 0.05143 0.0125 0.05247 0.01343 C 0.05312 0.01435 0.0543 0.01458 0.05547 0.01505 C 0.06016 0.02315 0.0543 0.01273 0.05937 0.02338 C 0.06172 0.0287 0.06133 0.025 0.06341 0.03195 C 0.06875 0.04977 0.05573 0.01528 0.06823 0.04699 L 0.07031 0.05208 C 0.07109 0.0537 0.07135 0.05648 0.07253 0.05718 L 0.07852 0.06042 C 0.08021 0.06157 0.08385 0.06366 0.08555 0.06389 C 0.09297 0.06482 0.10026 0.06482 0.10768 0.06551 C 0.11211 0.06597 0.11654 0.06667 0.1207 0.06736 C 0.13685 0.06921 0.14075 0.06921 0.15807 0.0706 C 0.19258 0.07778 0.16198 0.07199 0.24583 0.0706 L 0.37995 0.06898 " pathEditMode="relative" rAng="0" ptsTypes="AAAAAAAAAAAAAAAAAA">
                                      <p:cBhvr>
                                        <p:cTn id="25" dur="1500" fill="hold"/>
                                        <p:tgtEl>
                                          <p:spTgt spid="8"/>
                                        </p:tgtEl>
                                        <p:attrNameLst>
                                          <p:attrName>ppt_x</p:attrName>
                                          <p:attrName>ppt_y</p:attrName>
                                        </p:attrNameLst>
                                      </p:cBhvr>
                                      <p:rCtr x="18997" y="3704"/>
                                    </p:animMotion>
                                  </p:childTnLst>
                                </p:cTn>
                              </p:par>
                              <p:par>
                                <p:cTn id="26" presetID="0" presetClass="path" presetSubtype="0" accel="50000" decel="50000" fill="hold" grpId="0" nodeType="withEffect">
                                  <p:stCondLst>
                                    <p:cond delay="2500"/>
                                  </p:stCondLst>
                                  <p:childTnLst>
                                    <p:animMotion origin="layout" path="M 4.16667E-7 -2.59259E-6 C 0.00365 0.0007 0.00742 0.00185 0.01133 0.00185 C 0.02357 0.00185 0.02839 0.00047 0.03867 -0.00162 C 0.0401 -0.00231 0.04154 -0.00254 0.04297 -0.00324 C 0.04492 -0.0044 0.04935 -0.00671 0.04935 -0.00648 C 0.05013 -0.00787 0.05052 -0.00903 0.05156 -0.01018 C 0.05247 -0.01134 0.05352 -0.01203 0.05469 -0.01342 C 0.05547 -0.01481 0.05599 -0.0169 0.05664 -0.01852 C 0.05742 -0.01967 0.05807 -0.0206 0.05885 -0.02199 C 0.06029 -0.02523 0.06198 -0.02824 0.06302 -0.03194 C 0.06419 -0.03865 0.06328 -0.03588 0.06615 -0.04051 C 0.06719 -0.04467 0.06732 -0.04722 0.06927 -0.05069 C 0.07031 -0.05208 0.07122 -0.05278 0.07253 -0.05393 C 0.07292 -0.05555 0.07344 -0.05787 0.07448 -0.05903 C 0.08906 -0.07523 0.07839 -0.06111 0.08607 -0.06736 C 0.08737 -0.06828 0.08802 -0.0699 0.08932 -0.07083 C 0.09167 -0.07268 0.09687 -0.07384 0.09883 -0.0743 C 0.10365 -0.075 0.10846 -0.07523 0.11341 -0.07592 C 0.12682 -0.07754 0.12331 -0.07708 0.1345 -0.07916 L 0.20391 -0.07754 C 0.2207 -0.07754 0.2375 -0.07916 0.2543 -0.07916 C 0.28529 -0.07916 0.31615 -0.07801 0.34714 -0.07754 L 0.38294 -0.07754 " pathEditMode="relative" rAng="0" ptsTypes="AAAAAAAAAAAAAAAAAAAAAAA">
                                      <p:cBhvr>
                                        <p:cTn id="27" dur="1500" fill="hold"/>
                                        <p:tgtEl>
                                          <p:spTgt spid="9"/>
                                        </p:tgtEl>
                                        <p:attrNameLst>
                                          <p:attrName>ppt_x</p:attrName>
                                          <p:attrName>ppt_y</p:attrName>
                                        </p:attrNameLst>
                                      </p:cBhvr>
                                      <p:rCtr x="19141" y="-3866"/>
                                    </p:animMotion>
                                  </p:childTnLst>
                                </p:cTn>
                              </p:par>
                              <p:par>
                                <p:cTn id="28" presetID="0" presetClass="path" presetSubtype="0" accel="50000" decel="50000" fill="hold" grpId="0" nodeType="withEffect">
                                  <p:stCondLst>
                                    <p:cond delay="2600"/>
                                  </p:stCondLst>
                                  <p:childTnLst>
                                    <p:animMotion origin="layout" path="M 4.16667E-7 7.40741E-7 C 0.0026 0.00069 0.0056 0.00185 0.00846 0.00185 C 0.02891 0.00185 0.04062 0.00023 0.05911 -0.00162 C 0.06432 -0.00347 0.06445 -0.00347 0.06992 -0.00509 C 0.07422 -0.00625 0.07734 -0.00671 0.08164 -0.00833 C 0.08242 -0.0088 0.08333 -0.00949 0.0845 -0.01019 C 0.0931 -0.01435 0.08411 -0.00949 0.09128 -0.01343 L 0.09974 -0.02361 C 0.10091 -0.02477 0.10208 -0.02546 0.10273 -0.02685 L 0.10768 -0.03542 C 0.1099 -0.04699 0.10807 -0.04306 0.11172 -0.04884 C 0.11575 -0.07014 0.10885 -0.03611 0.11458 -0.05903 C 0.11549 -0.06296 0.11628 -0.075 0.11641 -0.07755 C 0.11797 -0.09907 0.11667 -0.08588 0.11849 -0.10116 C 0.11888 -0.11551 0.11914 -0.13357 0.12044 -0.14838 C 0.12044 -0.1507 0.12122 -0.15301 0.12135 -0.15532 C 0.12187 -0.15972 0.122 -0.16412 0.12227 -0.16875 C 0.12279 -0.18009 0.12318 -0.1912 0.12318 -0.20255 C 0.12318 -0.21667 0.12279 -0.23056 0.12227 -0.24468 C 0.122 -0.25139 0.12096 -0.26134 0.12044 -0.26829 C 0.12005 -0.27847 0.11979 -0.28866 0.1194 -0.29861 C 0.11849 -0.31759 0.11693 -0.29445 0.1194 -0.32407 C 0.11953 -0.32662 0.12187 -0.34051 0.12227 -0.34097 C 0.13125 -0.35139 0.12031 -0.33796 0.12721 -0.34769 C 0.12786 -0.34884 0.1293 -0.34977 0.12995 -0.35093 C 0.13086 -0.35208 0.13125 -0.35347 0.1319 -0.3544 C 0.13281 -0.35556 0.13398 -0.35648 0.1349 -0.35787 C 0.1362 -0.35949 0.13763 -0.36111 0.13867 -0.36273 C 0.13932 -0.36389 0.1401 -0.36528 0.14075 -0.3662 C 0.14206 -0.36759 0.14349 -0.36829 0.14479 -0.36968 C 0.15 -0.37477 0.14505 -0.37153 0.15065 -0.37454 L 0.16797 -0.37292 C 0.17083 -0.37269 0.17383 -0.3713 0.17669 -0.3713 C 0.19714 -0.37176 0.23789 -0.37454 0.23789 -0.37431 C 0.25859 -0.37384 0.28672 -0.37361 0.30872 -0.3713 C 0.33503 -0.36852 0.29414 -0.36921 0.34206 -0.36782 C 0.35456 -0.36759 0.36784 -0.36782 0.38099 -0.36782 " pathEditMode="relative" rAng="0" ptsTypes="AAAAAAAAAAAAAAAAAAAAAAAAAAAAAAAAAAAAA">
                                      <p:cBhvr>
                                        <p:cTn id="29" dur="1500" fill="hold"/>
                                        <p:tgtEl>
                                          <p:spTgt spid="10"/>
                                        </p:tgtEl>
                                        <p:attrNameLst>
                                          <p:attrName>ppt_x</p:attrName>
                                          <p:attrName>ppt_y</p:attrName>
                                        </p:attrNameLst>
                                      </p:cBhvr>
                                      <p:rCtr x="19049" y="-18634"/>
                                    </p:animMotion>
                                  </p:childTnLst>
                                </p:cTn>
                              </p:par>
                              <p:par>
                                <p:cTn id="30" presetID="21" presetClass="entr" presetSubtype="1" fill="hold" grpId="0" nodeType="withEffect">
                                  <p:stCondLst>
                                    <p:cond delay="4000"/>
                                  </p:stCondLst>
                                  <p:childTnLst>
                                    <p:set>
                                      <p:cBhvr>
                                        <p:cTn id="31" dur="1" fill="hold">
                                          <p:stCondLst>
                                            <p:cond delay="0"/>
                                          </p:stCondLst>
                                        </p:cTn>
                                        <p:tgtEl>
                                          <p:spTgt spid="18"/>
                                        </p:tgtEl>
                                        <p:attrNameLst>
                                          <p:attrName>style.visibility</p:attrName>
                                        </p:attrNameLst>
                                      </p:cBhvr>
                                      <p:to>
                                        <p:strVal val="visible"/>
                                      </p:to>
                                    </p:set>
                                    <p:animEffect transition="in" filter="wheel(1)">
                                      <p:cBhvr>
                                        <p:cTn id="32" dur="1000"/>
                                        <p:tgtEl>
                                          <p:spTgt spid="18"/>
                                        </p:tgtEl>
                                      </p:cBhvr>
                                    </p:animEffect>
                                  </p:childTnLst>
                                </p:cTn>
                              </p:par>
                              <p:par>
                                <p:cTn id="33" presetID="23" presetClass="entr" presetSubtype="288" fill="hold" nodeType="withEffect">
                                  <p:stCondLst>
                                    <p:cond delay="5000"/>
                                  </p:stCondLst>
                                  <p:childTnLst>
                                    <p:set>
                                      <p:cBhvr>
                                        <p:cTn id="34" dur="1" fill="hold">
                                          <p:stCondLst>
                                            <p:cond delay="0"/>
                                          </p:stCondLst>
                                        </p:cTn>
                                        <p:tgtEl>
                                          <p:spTgt spid="19"/>
                                        </p:tgtEl>
                                        <p:attrNameLst>
                                          <p:attrName>style.visibility</p:attrName>
                                        </p:attrNameLst>
                                      </p:cBhvr>
                                      <p:to>
                                        <p:strVal val="visible"/>
                                      </p:to>
                                    </p:set>
                                    <p:anim calcmode="lin" valueType="num">
                                      <p:cBhvr>
                                        <p:cTn id="35" dur="500" fill="hold"/>
                                        <p:tgtEl>
                                          <p:spTgt spid="19"/>
                                        </p:tgtEl>
                                        <p:attrNameLst>
                                          <p:attrName>ppt_w</p:attrName>
                                        </p:attrNameLst>
                                      </p:cBhvr>
                                      <p:tavLst>
                                        <p:tav tm="0">
                                          <p:val>
                                            <p:strVal val="4/3*#ppt_w"/>
                                          </p:val>
                                        </p:tav>
                                        <p:tav tm="100000">
                                          <p:val>
                                            <p:strVal val="#ppt_w"/>
                                          </p:val>
                                        </p:tav>
                                      </p:tavLst>
                                    </p:anim>
                                    <p:anim calcmode="lin" valueType="num">
                                      <p:cBhvr>
                                        <p:cTn id="36" dur="500" fill="hold"/>
                                        <p:tgtEl>
                                          <p:spTgt spid="19"/>
                                        </p:tgtEl>
                                        <p:attrNameLst>
                                          <p:attrName>ppt_h</p:attrName>
                                        </p:attrNameLst>
                                      </p:cBhvr>
                                      <p:tavLst>
                                        <p:tav tm="0">
                                          <p:val>
                                            <p:strVal val="4/3*#ppt_h"/>
                                          </p:val>
                                        </p:tav>
                                        <p:tav tm="100000">
                                          <p:val>
                                            <p:strVal val="#ppt_h"/>
                                          </p:val>
                                        </p:tav>
                                      </p:tavLst>
                                    </p:anim>
                                  </p:childTnLst>
                                </p:cTn>
                              </p:par>
                              <p:par>
                                <p:cTn id="37" presetID="10" presetClass="entr" presetSubtype="0" fill="hold" grpId="0" nodeType="withEffect">
                                  <p:stCondLst>
                                    <p:cond delay="5200"/>
                                  </p:stCondLst>
                                  <p:childTnLst>
                                    <p:set>
                                      <p:cBhvr>
                                        <p:cTn id="38" dur="1" fill="hold">
                                          <p:stCondLst>
                                            <p:cond delay="0"/>
                                          </p:stCondLst>
                                        </p:cTn>
                                        <p:tgtEl>
                                          <p:spTgt spid="55"/>
                                        </p:tgtEl>
                                        <p:attrNameLst>
                                          <p:attrName>style.visibility</p:attrName>
                                        </p:attrNameLst>
                                      </p:cBhvr>
                                      <p:to>
                                        <p:strVal val="visible"/>
                                      </p:to>
                                    </p:set>
                                    <p:animEffect transition="in" filter="fade">
                                      <p:cBhvr>
                                        <p:cTn id="39" dur="500"/>
                                        <p:tgtEl>
                                          <p:spTgt spid="55"/>
                                        </p:tgtEl>
                                      </p:cBhvr>
                                    </p:animEffect>
                                  </p:childTnLst>
                                </p:cTn>
                              </p:par>
                            </p:childTnLst>
                          </p:cTn>
                        </p:par>
                        <p:par>
                          <p:cTn id="40" fill="hold">
                            <p:stCondLst>
                              <p:cond delay="5750"/>
                            </p:stCondLst>
                            <p:childTnLst>
                              <p:par>
                                <p:cTn id="41" presetID="0" presetClass="path" presetSubtype="0" accel="50000" decel="50000" fill="hold" grpId="0" nodeType="afterEffect">
                                  <p:stCondLst>
                                    <p:cond delay="400"/>
                                  </p:stCondLst>
                                  <p:childTnLst>
                                    <p:animMotion origin="layout" path="M -3.95833E-6 2.59259E-6 L 0.21094 -0.14699 " pathEditMode="relative" rAng="0" ptsTypes="AA">
                                      <p:cBhvr>
                                        <p:cTn id="42" dur="1000" fill="hold"/>
                                        <p:tgtEl>
                                          <p:spTgt spid="3"/>
                                        </p:tgtEl>
                                        <p:attrNameLst>
                                          <p:attrName>ppt_x</p:attrName>
                                          <p:attrName>ppt_y</p:attrName>
                                        </p:attrNameLst>
                                      </p:cBhvr>
                                      <p:rCtr x="10547" y="-7361"/>
                                    </p:animMotion>
                                  </p:childTnLst>
                                </p:cTn>
                              </p:par>
                              <p:par>
                                <p:cTn id="43" presetID="0" presetClass="path" presetSubtype="0" accel="50000" decel="50000" fill="hold" grpId="0" nodeType="withEffect">
                                  <p:stCondLst>
                                    <p:cond delay="500"/>
                                  </p:stCondLst>
                                  <p:childTnLst>
                                    <p:animMotion origin="layout" path="M -3.95833E-6 1.85185E-6 L 0.22253 -0.03334 " pathEditMode="relative" rAng="0" ptsTypes="AA">
                                      <p:cBhvr>
                                        <p:cTn id="44" dur="1000" fill="hold"/>
                                        <p:tgtEl>
                                          <p:spTgt spid="4"/>
                                        </p:tgtEl>
                                        <p:attrNameLst>
                                          <p:attrName>ppt_x</p:attrName>
                                          <p:attrName>ppt_y</p:attrName>
                                        </p:attrNameLst>
                                      </p:cBhvr>
                                      <p:rCtr x="11120" y="-1667"/>
                                    </p:animMotion>
                                  </p:childTnLst>
                                </p:cTn>
                              </p:par>
                              <p:par>
                                <p:cTn id="45" presetID="0" presetClass="path" presetSubtype="0" accel="50000" decel="50000" fill="hold" grpId="0" nodeType="withEffect">
                                  <p:stCondLst>
                                    <p:cond delay="400"/>
                                  </p:stCondLst>
                                  <p:childTnLst>
                                    <p:animMotion origin="layout" path="M -3.95833E-6 -3.7037E-7 L 0.21094 0.09329 " pathEditMode="relative" rAng="0" ptsTypes="AA">
                                      <p:cBhvr>
                                        <p:cTn id="46" dur="1000" fill="hold"/>
                                        <p:tgtEl>
                                          <p:spTgt spid="5"/>
                                        </p:tgtEl>
                                        <p:attrNameLst>
                                          <p:attrName>ppt_x</p:attrName>
                                          <p:attrName>ppt_y</p:attrName>
                                        </p:attrNameLst>
                                      </p:cBhvr>
                                      <p:rCtr x="10547" y="4653"/>
                                    </p:animMotion>
                                  </p:childTnLst>
                                </p:cTn>
                              </p:par>
                              <p:par>
                                <p:cTn id="47" presetID="0" presetClass="path" presetSubtype="0" accel="50000" decel="50000" fill="hold" grpId="0" nodeType="withEffect">
                                  <p:stCondLst>
                                    <p:cond delay="500"/>
                                  </p:stCondLst>
                                  <p:childTnLst>
                                    <p:animMotion origin="layout" path="M -3.95833E-6 -1.11111E-6 L 0.22253 0.20857 " pathEditMode="relative" rAng="0" ptsTypes="AA">
                                      <p:cBhvr>
                                        <p:cTn id="48" dur="1000" fill="hold"/>
                                        <p:tgtEl>
                                          <p:spTgt spid="6"/>
                                        </p:tgtEl>
                                        <p:attrNameLst>
                                          <p:attrName>ppt_x</p:attrName>
                                          <p:attrName>ppt_y</p:attrName>
                                        </p:attrNameLst>
                                      </p:cBhvr>
                                      <p:rCtr x="11120" y="10417"/>
                                    </p:animMotion>
                                  </p:childTnLst>
                                </p:cTn>
                              </p:par>
                            </p:childTnLst>
                          </p:cTn>
                        </p:par>
                        <p:par>
                          <p:cTn id="49" fill="hold">
                            <p:stCondLst>
                              <p:cond delay="7250"/>
                            </p:stCondLst>
                            <p:childTnLst>
                              <p:par>
                                <p:cTn id="50" presetID="1" presetClass="exit" presetSubtype="0" fill="hold" grpId="1" nodeType="afterEffect">
                                  <p:stCondLst>
                                    <p:cond delay="0"/>
                                  </p:stCondLst>
                                  <p:childTnLst>
                                    <p:set>
                                      <p:cBhvr>
                                        <p:cTn id="51" dur="1" fill="hold">
                                          <p:stCondLst>
                                            <p:cond delay="0"/>
                                          </p:stCondLst>
                                        </p:cTn>
                                        <p:tgtEl>
                                          <p:spTgt spid="3"/>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4"/>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5"/>
                                        </p:tgtEl>
                                        <p:attrNameLst>
                                          <p:attrName>style.visibility</p:attrName>
                                        </p:attrNameLst>
                                      </p:cBhvr>
                                      <p:to>
                                        <p:strVal val="hidden"/>
                                      </p:to>
                                    </p:set>
                                  </p:childTnLst>
                                </p:cTn>
                              </p:par>
                              <p:par>
                                <p:cTn id="56" presetID="1" presetClass="exit" presetSubtype="0" fill="hold" grpId="1" nodeType="withEffect">
                                  <p:stCondLst>
                                    <p:cond delay="0"/>
                                  </p:stCondLst>
                                  <p:childTnLst>
                                    <p:set>
                                      <p:cBhvr>
                                        <p:cTn id="57"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animBg="1"/>
      <p:bldP spid="5" grpId="1" animBg="1"/>
      <p:bldP spid="6" grpId="0" animBg="1"/>
      <p:bldP spid="6" grpId="1" animBg="1"/>
      <p:bldP spid="7" grpId="0" animBg="1"/>
      <p:bldP spid="8" grpId="0" animBg="1"/>
      <p:bldP spid="9" grpId="0" animBg="1"/>
      <p:bldP spid="10" grpId="0" animBg="1"/>
      <p:bldP spid="17" grpId="0" animBg="1"/>
      <p:bldP spid="18" grpId="0" animBg="1"/>
      <p:bldP spid="54" grpId="0" animBg="1"/>
      <p:bldP spid="55" grpId="0"/>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AE723-C208-EF1A-8626-215041493026}"/>
              </a:ext>
            </a:extLst>
          </p:cNvPr>
          <p:cNvSpPr>
            <a:spLocks noGrp="1"/>
          </p:cNvSpPr>
          <p:nvPr>
            <p:ph type="title"/>
          </p:nvPr>
        </p:nvSpPr>
        <p:spPr/>
        <p:txBody>
          <a:bodyPr/>
          <a:lstStyle/>
          <a:p>
            <a:r>
              <a:rPr lang="en-US" dirty="0"/>
              <a:t>Don’t use the default PowerPoint tables</a:t>
            </a:r>
          </a:p>
        </p:txBody>
      </p:sp>
      <p:sp>
        <p:nvSpPr>
          <p:cNvPr id="3" name="Text Placeholder 2">
            <a:extLst>
              <a:ext uri="{FF2B5EF4-FFF2-40B4-BE49-F238E27FC236}">
                <a16:creationId xmlns:a16="http://schemas.microsoft.com/office/drawing/2014/main" id="{1A691C23-A081-D641-97F8-FBC12FB492FD}"/>
              </a:ext>
            </a:extLst>
          </p:cNvPr>
          <p:cNvSpPr>
            <a:spLocks noGrp="1"/>
          </p:cNvSpPr>
          <p:nvPr>
            <p:ph idx="1"/>
          </p:nvPr>
        </p:nvSpPr>
        <p:spPr>
          <a:xfrm>
            <a:off x="342900" y="1538238"/>
            <a:ext cx="5229225" cy="452487"/>
          </a:xfrm>
        </p:spPr>
        <p:txBody>
          <a:bodyPr/>
          <a:lstStyle/>
          <a:p>
            <a:pPr marL="0" indent="0">
              <a:buNone/>
            </a:pPr>
            <a:r>
              <a:rPr lang="en-US" sz="2000" dirty="0"/>
              <a:t>Use this preformatted model as a guide to keep tables simple and in line with branding</a:t>
            </a:r>
          </a:p>
        </p:txBody>
      </p:sp>
      <p:graphicFrame>
        <p:nvGraphicFramePr>
          <p:cNvPr id="5" name="Table 4">
            <a:extLst>
              <a:ext uri="{FF2B5EF4-FFF2-40B4-BE49-F238E27FC236}">
                <a16:creationId xmlns:a16="http://schemas.microsoft.com/office/drawing/2014/main" id="{7D233728-9FBA-2623-0307-F24A40151917}"/>
              </a:ext>
            </a:extLst>
          </p:cNvPr>
          <p:cNvGraphicFramePr>
            <a:graphicFrameLocks noGrp="1"/>
          </p:cNvGraphicFramePr>
          <p:nvPr>
            <p:extLst>
              <p:ext uri="{D42A27DB-BD31-4B8C-83A1-F6EECF244321}">
                <p14:modId xmlns:p14="http://schemas.microsoft.com/office/powerpoint/2010/main" val="3857550687"/>
              </p:ext>
            </p:extLst>
          </p:nvPr>
        </p:nvGraphicFramePr>
        <p:xfrm>
          <a:off x="381003" y="2638425"/>
          <a:ext cx="11429996" cy="2881460"/>
        </p:xfrm>
        <a:graphic>
          <a:graphicData uri="http://schemas.openxmlformats.org/drawingml/2006/table">
            <a:tbl>
              <a:tblPr firstRow="1" bandRow="1">
                <a:tableStyleId>{69012ECD-51FC-41F1-AA8D-1B2483CD663E}</a:tableStyleId>
              </a:tblPr>
              <a:tblGrid>
                <a:gridCol w="2857499">
                  <a:extLst>
                    <a:ext uri="{9D8B030D-6E8A-4147-A177-3AD203B41FA5}">
                      <a16:colId xmlns:a16="http://schemas.microsoft.com/office/drawing/2014/main" val="20000"/>
                    </a:ext>
                  </a:extLst>
                </a:gridCol>
                <a:gridCol w="2857499">
                  <a:extLst>
                    <a:ext uri="{9D8B030D-6E8A-4147-A177-3AD203B41FA5}">
                      <a16:colId xmlns:a16="http://schemas.microsoft.com/office/drawing/2014/main" val="20001"/>
                    </a:ext>
                  </a:extLst>
                </a:gridCol>
                <a:gridCol w="2857499">
                  <a:extLst>
                    <a:ext uri="{9D8B030D-6E8A-4147-A177-3AD203B41FA5}">
                      <a16:colId xmlns:a16="http://schemas.microsoft.com/office/drawing/2014/main" val="20002"/>
                    </a:ext>
                  </a:extLst>
                </a:gridCol>
                <a:gridCol w="2857499">
                  <a:extLst>
                    <a:ext uri="{9D8B030D-6E8A-4147-A177-3AD203B41FA5}">
                      <a16:colId xmlns:a16="http://schemas.microsoft.com/office/drawing/2014/main" val="20003"/>
                    </a:ext>
                  </a:extLst>
                </a:gridCol>
              </a:tblGrid>
              <a:tr h="576292">
                <a:tc>
                  <a:txBody>
                    <a:bodyPr/>
                    <a:lstStyle/>
                    <a:p>
                      <a:r>
                        <a:rPr lang="en-US" sz="1800" b="0" spc="300" dirty="0">
                          <a:solidFill>
                            <a:schemeClr val="bg1"/>
                          </a:solidFill>
                          <a:latin typeface="Ember Modern SemiMono Beta 08" panose="020B0604020202020204" charset="0"/>
                        </a:rPr>
                        <a:t>DATA</a:t>
                      </a:r>
                      <a:r>
                        <a:rPr lang="en-US" sz="1800" b="0" spc="300" baseline="0" dirty="0">
                          <a:solidFill>
                            <a:schemeClr val="bg1"/>
                          </a:solidFill>
                          <a:latin typeface="Ember Modern SemiMono Beta 08" panose="020B0604020202020204" charset="0"/>
                        </a:rPr>
                        <a:t> TIPS</a:t>
                      </a:r>
                      <a:endParaRPr lang="en-US" sz="1800" b="0" spc="300" dirty="0">
                        <a:solidFill>
                          <a:schemeClr val="bg1"/>
                        </a:solidFill>
                        <a:latin typeface="Ember Modern SemiMono Beta 08" panose="020B0604020202020204" charset="0"/>
                      </a:endParaRPr>
                    </a:p>
                  </a:txBody>
                  <a:tcPr marL="152400" marR="76200" marT="38105" marB="38105"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solidFill>
                      <a:schemeClr val="accent1"/>
                    </a:solidFill>
                  </a:tcPr>
                </a:tc>
                <a:tc>
                  <a:txBody>
                    <a:bodyPr/>
                    <a:lstStyle/>
                    <a:p>
                      <a:r>
                        <a:rPr lang="en-US" sz="1800" b="0" kern="1200" spc="300" dirty="0">
                          <a:solidFill>
                            <a:schemeClr val="bg1"/>
                          </a:solidFill>
                          <a:latin typeface="Ember Modern SemiMono Beta 08" panose="020B0604020202020204" charset="0"/>
                        </a:rPr>
                        <a:t>TABLE TIPS</a:t>
                      </a:r>
                      <a:endParaRPr lang="en-US" sz="1800" b="0" kern="1200" spc="300" dirty="0">
                        <a:solidFill>
                          <a:schemeClr val="bg1"/>
                        </a:solidFill>
                        <a:latin typeface="Ember Modern SemiMono Beta 08" panose="020B0604020202020204" charset="0"/>
                        <a:ea typeface="+mn-ea"/>
                        <a:cs typeface="+mn-cs"/>
                      </a:endParaRPr>
                    </a:p>
                  </a:txBody>
                  <a:tcPr marL="152400" marR="76200" marT="38105" marB="38105"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solidFill>
                      <a:schemeClr val="accent1"/>
                    </a:solidFill>
                  </a:tcPr>
                </a:tc>
                <a:tc>
                  <a:txBody>
                    <a:bodyPr/>
                    <a:lstStyle/>
                    <a:p>
                      <a:r>
                        <a:rPr lang="en-US" sz="1800" b="0" kern="1200" spc="300" dirty="0">
                          <a:solidFill>
                            <a:schemeClr val="bg1"/>
                          </a:solidFill>
                          <a:latin typeface="Ember Modern SemiMono Beta 08" panose="020B0604020202020204" charset="0"/>
                        </a:rPr>
                        <a:t>FORMATTING</a:t>
                      </a:r>
                      <a:endParaRPr lang="en-US" sz="1800" b="0" kern="1200" spc="300" dirty="0">
                        <a:solidFill>
                          <a:schemeClr val="bg1"/>
                        </a:solidFill>
                        <a:latin typeface="Ember Modern SemiMono Beta 08" panose="020B0604020202020204" charset="0"/>
                        <a:ea typeface="+mn-ea"/>
                        <a:cs typeface="+mn-cs"/>
                      </a:endParaRPr>
                    </a:p>
                  </a:txBody>
                  <a:tcPr marL="152400" marR="76200" marT="38105" marB="38105"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solidFill>
                      <a:schemeClr val="accent1"/>
                    </a:solidFill>
                  </a:tcPr>
                </a:tc>
                <a:tc>
                  <a:txBody>
                    <a:bodyPr/>
                    <a:lstStyle/>
                    <a:p>
                      <a:r>
                        <a:rPr lang="en-US" sz="1800" b="0" kern="1200" spc="300" dirty="0">
                          <a:solidFill>
                            <a:schemeClr val="bg1"/>
                          </a:solidFill>
                          <a:latin typeface="Ember Modern SemiMono Beta 08" panose="020B0604020202020204" charset="0"/>
                          <a:ea typeface="+mn-ea"/>
                          <a:cs typeface="+mn-cs"/>
                        </a:rPr>
                        <a:t>TABLE DON’TS</a:t>
                      </a:r>
                    </a:p>
                  </a:txBody>
                  <a:tcPr marL="152400" marR="76200" marT="38105" marB="38105" anchor="ctr">
                    <a:lnL w="9525"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76292">
                <a:tc>
                  <a:txBody>
                    <a:bodyPr/>
                    <a:lstStyle/>
                    <a:p>
                      <a:pPr marL="0" algn="l" defTabSz="1097278" rtl="0" eaLnBrk="1" latinLnBrk="0" hangingPunct="1"/>
                      <a:r>
                        <a:rPr lang="en-US" sz="1600" kern="1200" dirty="0"/>
                        <a:t>Be honest and precise</a:t>
                      </a:r>
                      <a:endParaRPr lang="en-US" sz="1600" kern="1200" dirty="0">
                        <a:solidFill>
                          <a:schemeClr val="bg1"/>
                        </a:solidFill>
                        <a:latin typeface="+mn-lt"/>
                        <a:ea typeface="+mn-ea"/>
                        <a:cs typeface="+mn-cs"/>
                      </a:endParaRP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Remove clutter</a:t>
                      </a:r>
                      <a:endParaRPr lang="en-US" sz="1600" dirty="0">
                        <a:solidFill>
                          <a:schemeClr val="bg1"/>
                        </a:solidFill>
                      </a:endParaRP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Left align</a:t>
                      </a:r>
                      <a:endParaRPr lang="en-US" sz="1600" dirty="0">
                        <a:solidFill>
                          <a:schemeClr val="bg1"/>
                        </a:solidFill>
                      </a:endParaRP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Don’t use tiny text</a:t>
                      </a:r>
                      <a:endParaRPr lang="en-US" sz="1600" dirty="0">
                        <a:solidFill>
                          <a:schemeClr val="bg1"/>
                        </a:solidFill>
                      </a:endParaRPr>
                    </a:p>
                  </a:txBody>
                  <a:tcPr marL="152400" marR="76200" marT="38105" marB="38105"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76292">
                <a:tc>
                  <a:txBody>
                    <a:bodyPr/>
                    <a:lstStyle/>
                    <a:p>
                      <a:pPr marL="0" algn="l" defTabSz="1097278" rtl="0" eaLnBrk="1" latinLnBrk="0" hangingPunct="1"/>
                      <a:r>
                        <a:rPr lang="en-US" sz="1600" kern="1200" dirty="0"/>
                        <a:t>Make a point</a:t>
                      </a:r>
                      <a:endParaRPr lang="en-US" sz="1600" kern="1200" dirty="0">
                        <a:solidFill>
                          <a:schemeClr val="bg1"/>
                        </a:solidFill>
                        <a:latin typeface="+mn-lt"/>
                        <a:ea typeface="+mn-ea"/>
                        <a:cs typeface="+mn-cs"/>
                      </a:endParaRP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r>
                        <a:rPr lang="en-US" sz="1600" dirty="0"/>
                        <a:t>Emphasize</a:t>
                      </a:r>
                      <a:r>
                        <a:rPr lang="en-US" sz="1600" baseline="0" dirty="0"/>
                        <a:t> message</a:t>
                      </a:r>
                      <a:endParaRPr lang="en-US" sz="1600" dirty="0">
                        <a:solidFill>
                          <a:schemeClr val="bg1"/>
                        </a:solidFill>
                      </a:endParaRP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r>
                        <a:rPr lang="en-US" sz="1600" dirty="0"/>
                        <a:t>Use</a:t>
                      </a:r>
                      <a:r>
                        <a:rPr lang="en-US" sz="1600" baseline="0" dirty="0"/>
                        <a:t> consistent sizes</a:t>
                      </a:r>
                      <a:endParaRPr lang="en-US" sz="1600" dirty="0">
                        <a:solidFill>
                          <a:schemeClr val="bg1"/>
                        </a:solidFill>
                      </a:endParaRP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r>
                        <a:rPr lang="en-US" sz="1600" dirty="0"/>
                        <a:t>Don’t include it all</a:t>
                      </a:r>
                      <a:endParaRPr lang="en-US" sz="1600" dirty="0">
                        <a:solidFill>
                          <a:schemeClr val="bg1"/>
                        </a:solidFill>
                      </a:endParaRPr>
                    </a:p>
                  </a:txBody>
                  <a:tcPr marL="152400" marR="76200" marT="38105" marB="38105"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10002"/>
                  </a:ext>
                </a:extLst>
              </a:tr>
              <a:tr h="576292">
                <a:tc>
                  <a:txBody>
                    <a:bodyPr/>
                    <a:lstStyle/>
                    <a:p>
                      <a:pPr marL="0" algn="l" defTabSz="1097278" rtl="0" eaLnBrk="1" latinLnBrk="0" hangingPunct="1"/>
                      <a:r>
                        <a:rPr lang="en-US" sz="1600" kern="1200" dirty="0"/>
                        <a:t>Use the right method</a:t>
                      </a:r>
                      <a:endParaRPr lang="en-US" sz="1600" kern="1200" dirty="0">
                        <a:solidFill>
                          <a:schemeClr val="bg1"/>
                        </a:solidFill>
                        <a:latin typeface="+mn-lt"/>
                        <a:ea typeface="+mn-ea"/>
                        <a:cs typeface="+mn-cs"/>
                      </a:endParaRP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Keep</a:t>
                      </a:r>
                      <a:r>
                        <a:rPr lang="en-US" sz="1600" baseline="0" dirty="0"/>
                        <a:t> it short</a:t>
                      </a:r>
                      <a:endParaRPr lang="en-US" sz="1600" dirty="0">
                        <a:solidFill>
                          <a:schemeClr val="bg1"/>
                        </a:solidFill>
                      </a:endParaRP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Use visible colors</a:t>
                      </a:r>
                      <a:endParaRPr lang="en-US" sz="1600" dirty="0">
                        <a:solidFill>
                          <a:schemeClr val="bg1"/>
                        </a:solidFill>
                      </a:endParaRP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Don’t overcomplicate</a:t>
                      </a:r>
                      <a:endParaRPr lang="en-US" sz="1600" dirty="0">
                        <a:solidFill>
                          <a:schemeClr val="bg1"/>
                        </a:solidFill>
                      </a:endParaRPr>
                    </a:p>
                  </a:txBody>
                  <a:tcPr marL="152400" marR="76200" marT="38105" marB="38105"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76292">
                <a:tc>
                  <a:txBody>
                    <a:bodyPr/>
                    <a:lstStyle/>
                    <a:p>
                      <a:pPr marL="0" algn="l" defTabSz="1097278" rtl="0" eaLnBrk="1" latinLnBrk="0" hangingPunct="1"/>
                      <a:r>
                        <a:rPr lang="en-US" sz="1600" kern="1200" dirty="0">
                          <a:solidFill>
                            <a:schemeClr val="tx1"/>
                          </a:solidFill>
                          <a:latin typeface="+mn-lt"/>
                          <a:ea typeface="+mn-ea"/>
                          <a:cs typeface="+mn-cs"/>
                        </a:rPr>
                        <a:t>Simplify your data</a:t>
                      </a: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r>
                        <a:rPr lang="en-US" sz="1600" dirty="0">
                          <a:solidFill>
                            <a:schemeClr val="tx1"/>
                          </a:solidFill>
                        </a:rPr>
                        <a:t>Only include key elements</a:t>
                      </a: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r>
                        <a:rPr lang="en-US" sz="1600" dirty="0">
                          <a:solidFill>
                            <a:schemeClr val="tx1"/>
                          </a:solidFill>
                        </a:rPr>
                        <a:t>Use white space</a:t>
                      </a:r>
                    </a:p>
                  </a:txBody>
                  <a:tcPr marL="152400" marR="76200" marT="38105" marB="38105"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tc>
                  <a:txBody>
                    <a:bodyPr/>
                    <a:lstStyle/>
                    <a:p>
                      <a:r>
                        <a:rPr lang="en-US" sz="1600" dirty="0">
                          <a:solidFill>
                            <a:schemeClr val="tx1"/>
                          </a:solidFill>
                        </a:rPr>
                        <a:t>Don’t overcrowd</a:t>
                      </a:r>
                    </a:p>
                  </a:txBody>
                  <a:tcPr marL="152400" marR="76200" marT="38105" marB="38105"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lumOff val="5000"/>
                      </a:schemeClr>
                    </a:solidFill>
                  </a:tcPr>
                </a:tc>
                <a:extLst>
                  <a:ext uri="{0D108BD9-81ED-4DB2-BD59-A6C34878D82A}">
                    <a16:rowId xmlns:a16="http://schemas.microsoft.com/office/drawing/2014/main" val="2215219189"/>
                  </a:ext>
                </a:extLst>
              </a:tr>
            </a:tbl>
          </a:graphicData>
        </a:graphic>
      </p:graphicFrame>
    </p:spTree>
    <p:extLst>
      <p:ext uri="{BB962C8B-B14F-4D97-AF65-F5344CB8AC3E}">
        <p14:creationId xmlns:p14="http://schemas.microsoft.com/office/powerpoint/2010/main" val="37038298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39E3C35-4A9B-9026-A0C6-862AD0408ADB}"/>
              </a:ext>
            </a:extLst>
          </p:cNvPr>
          <p:cNvSpPr/>
          <p:nvPr/>
        </p:nvSpPr>
        <p:spPr>
          <a:xfrm>
            <a:off x="3876096" y="0"/>
            <a:ext cx="4168716" cy="6857999"/>
          </a:xfrm>
          <a:prstGeom prst="rect">
            <a:avLst/>
          </a:prstGeom>
          <a:solidFill>
            <a:schemeClr val="accent4">
              <a:alpha val="1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mber Modern Text" panose="020B0503020204020204" pitchFamily="34" charset="0"/>
              <a:ea typeface="+mn-ea"/>
              <a:cs typeface="+mn-cs"/>
            </a:endParaRPr>
          </a:p>
        </p:txBody>
      </p:sp>
      <p:sp>
        <p:nvSpPr>
          <p:cNvPr id="4" name="Text Placeholder 3">
            <a:extLst>
              <a:ext uri="{FF2B5EF4-FFF2-40B4-BE49-F238E27FC236}">
                <a16:creationId xmlns:a16="http://schemas.microsoft.com/office/drawing/2014/main" id="{0C45283C-4622-5E7F-A85F-3B065C4BC1D5}"/>
              </a:ext>
            </a:extLst>
          </p:cNvPr>
          <p:cNvSpPr>
            <a:spLocks noGrp="1"/>
          </p:cNvSpPr>
          <p:nvPr>
            <p:ph type="body" sz="quarter" idx="10"/>
          </p:nvPr>
        </p:nvSpPr>
        <p:spPr/>
        <p:txBody>
          <a:bodyPr/>
          <a:lstStyle/>
          <a:p>
            <a:r>
              <a:rPr lang="en-US" dirty="0"/>
              <a:t>Presenting data</a:t>
            </a:r>
          </a:p>
        </p:txBody>
      </p:sp>
      <p:sp>
        <p:nvSpPr>
          <p:cNvPr id="6" name="Text Placeholder 5">
            <a:extLst>
              <a:ext uri="{FF2B5EF4-FFF2-40B4-BE49-F238E27FC236}">
                <a16:creationId xmlns:a16="http://schemas.microsoft.com/office/drawing/2014/main" id="{37EFEE39-0401-37EF-3B73-027CD6EB6CFA}"/>
              </a:ext>
            </a:extLst>
          </p:cNvPr>
          <p:cNvSpPr>
            <a:spLocks noGrp="1"/>
          </p:cNvSpPr>
          <p:nvPr>
            <p:ph type="body" sz="quarter" idx="13"/>
          </p:nvPr>
        </p:nvSpPr>
        <p:spPr>
          <a:xfrm>
            <a:off x="471541" y="3647883"/>
            <a:ext cx="3020960" cy="1728220"/>
          </a:xfrm>
        </p:spPr>
        <p:txBody>
          <a:bodyPr/>
          <a:lstStyle/>
          <a:p>
            <a:r>
              <a:rPr lang="en-US" dirty="0"/>
              <a:t>Your audience wants the main point of your chart, quickly</a:t>
            </a:r>
          </a:p>
        </p:txBody>
      </p:sp>
      <p:sp>
        <p:nvSpPr>
          <p:cNvPr id="3" name="Title 2">
            <a:extLst>
              <a:ext uri="{FF2B5EF4-FFF2-40B4-BE49-F238E27FC236}">
                <a16:creationId xmlns:a16="http://schemas.microsoft.com/office/drawing/2014/main" id="{559F33B5-E13F-52CC-5BF8-DE7F5D9A9E0C}"/>
              </a:ext>
            </a:extLst>
          </p:cNvPr>
          <p:cNvSpPr>
            <a:spLocks noGrp="1"/>
          </p:cNvSpPr>
          <p:nvPr>
            <p:ph type="title"/>
          </p:nvPr>
        </p:nvSpPr>
        <p:spPr/>
        <p:txBody>
          <a:bodyPr/>
          <a:lstStyle/>
          <a:p>
            <a:r>
              <a:rPr lang="en-US" dirty="0"/>
              <a:t>Keep charts simple</a:t>
            </a:r>
          </a:p>
        </p:txBody>
      </p:sp>
      <p:grpSp>
        <p:nvGrpSpPr>
          <p:cNvPr id="2" name="Group 1">
            <a:extLst>
              <a:ext uri="{FF2B5EF4-FFF2-40B4-BE49-F238E27FC236}">
                <a16:creationId xmlns:a16="http://schemas.microsoft.com/office/drawing/2014/main" id="{6269C4C3-4DBA-F636-F9F5-2263379A50AF}"/>
              </a:ext>
            </a:extLst>
          </p:cNvPr>
          <p:cNvGrpSpPr/>
          <p:nvPr/>
        </p:nvGrpSpPr>
        <p:grpSpPr>
          <a:xfrm>
            <a:off x="4381395" y="1998079"/>
            <a:ext cx="2994448" cy="2994446"/>
            <a:chOff x="5768635" y="1425389"/>
            <a:chExt cx="4007224" cy="4007222"/>
          </a:xfrm>
        </p:grpSpPr>
        <p:sp>
          <p:nvSpPr>
            <p:cNvPr id="5" name="Oval 4">
              <a:extLst>
                <a:ext uri="{FF2B5EF4-FFF2-40B4-BE49-F238E27FC236}">
                  <a16:creationId xmlns:a16="http://schemas.microsoft.com/office/drawing/2014/main" id="{F25F3095-946B-6122-4194-EEE1FAD4C417}"/>
                </a:ext>
              </a:extLst>
            </p:cNvPr>
            <p:cNvSpPr/>
            <p:nvPr/>
          </p:nvSpPr>
          <p:spPr>
            <a:xfrm>
              <a:off x="5768635" y="1425389"/>
              <a:ext cx="4007224" cy="4007222"/>
            </a:xfrm>
            <a:prstGeom prst="ellipse">
              <a:avLst/>
            </a:prstGeom>
            <a:noFill/>
            <a:ln w="508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mn-ea"/>
                <a:cs typeface="+mn-cs"/>
              </a:endParaRPr>
            </a:p>
          </p:txBody>
        </p:sp>
        <p:sp>
          <p:nvSpPr>
            <p:cNvPr id="7" name="Arc 6">
              <a:extLst>
                <a:ext uri="{FF2B5EF4-FFF2-40B4-BE49-F238E27FC236}">
                  <a16:creationId xmlns:a16="http://schemas.microsoft.com/office/drawing/2014/main" id="{7528FBD6-B961-8D33-A20E-3814A40FA90A}"/>
                </a:ext>
              </a:extLst>
            </p:cNvPr>
            <p:cNvSpPr/>
            <p:nvPr/>
          </p:nvSpPr>
          <p:spPr>
            <a:xfrm>
              <a:off x="5768636" y="1425389"/>
              <a:ext cx="4007223" cy="4007222"/>
            </a:xfrm>
            <a:prstGeom prst="arc">
              <a:avLst>
                <a:gd name="adj1" fmla="val 16200000"/>
                <a:gd name="adj2" fmla="val 2851770"/>
              </a:avLst>
            </a:prstGeom>
            <a:ln w="330200" cap="flat">
              <a:solidFill>
                <a:srgbClr val="B051FF"/>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nvGrpSpPr>
            <p:cNvPr id="8" name="Group 7">
              <a:extLst>
                <a:ext uri="{FF2B5EF4-FFF2-40B4-BE49-F238E27FC236}">
                  <a16:creationId xmlns:a16="http://schemas.microsoft.com/office/drawing/2014/main" id="{8FD08B26-D83F-B758-8191-CD54D33E2D54}"/>
                </a:ext>
              </a:extLst>
            </p:cNvPr>
            <p:cNvGrpSpPr/>
            <p:nvPr/>
          </p:nvGrpSpPr>
          <p:grpSpPr>
            <a:xfrm>
              <a:off x="6341142" y="2581709"/>
              <a:ext cx="3113391" cy="1479429"/>
              <a:chOff x="6848846" y="2608603"/>
              <a:chExt cx="3113391" cy="1479429"/>
            </a:xfrm>
          </p:grpSpPr>
          <p:sp>
            <p:nvSpPr>
              <p:cNvPr id="9" name="Google Shape;155;p20">
                <a:extLst>
                  <a:ext uri="{FF2B5EF4-FFF2-40B4-BE49-F238E27FC236}">
                    <a16:creationId xmlns:a16="http://schemas.microsoft.com/office/drawing/2014/main" id="{67E1B3FE-2E4C-1353-96B1-3D9685EBE359}"/>
                  </a:ext>
                </a:extLst>
              </p:cNvPr>
              <p:cNvSpPr txBox="1"/>
              <p:nvPr/>
            </p:nvSpPr>
            <p:spPr>
              <a:xfrm>
                <a:off x="6848846" y="2608603"/>
                <a:ext cx="2454667" cy="1479429"/>
              </a:xfrm>
              <a:prstGeom prst="rect">
                <a:avLst/>
              </a:prstGeom>
              <a:noFill/>
              <a:ln>
                <a:noFill/>
              </a:ln>
            </p:spPr>
            <p:txBody>
              <a:bodyPr spcFirstLastPara="1" wrap="square" lIns="51413" tIns="51413" rIns="51413" bIns="51413" anchor="t" anchorCtr="0">
                <a:noAutofit/>
              </a:bodyPr>
              <a:lstStyle/>
              <a:p>
                <a:pPr marL="0" marR="0" lvl="0" indent="0" algn="l" defTabSz="514203" rtl="0" eaLnBrk="1" fontAlgn="auto" latinLnBrk="0" hangingPunct="1">
                  <a:lnSpc>
                    <a:spcPct val="90000"/>
                  </a:lnSpc>
                  <a:spcBef>
                    <a:spcPts val="0"/>
                  </a:spcBef>
                  <a:spcAft>
                    <a:spcPts val="0"/>
                  </a:spcAft>
                  <a:buClr>
                    <a:srgbClr val="000000"/>
                  </a:buClr>
                  <a:buSzTx/>
                  <a:buFontTx/>
                  <a:buNone/>
                  <a:tabLst/>
                  <a:defRPr/>
                </a:pPr>
                <a:r>
                  <a:rPr kumimoji="0" lang="en-US" sz="9600" b="0" i="0" u="none" strike="noStrike" kern="0" cap="none" spc="0" normalizeH="0" baseline="0" noProof="0" dirty="0">
                    <a:ln>
                      <a:noFill/>
                    </a:ln>
                    <a:solidFill>
                      <a:srgbClr val="D27DE3"/>
                    </a:solidFill>
                    <a:effectLst/>
                    <a:uLnTx/>
                    <a:uFillTx/>
                    <a:latin typeface="Ember Modern Display Medium" panose="020B0503020204020204" pitchFamily="34" charset="0"/>
                    <a:ea typeface="Ember Modern Text" panose="020B0503020204020204" pitchFamily="34" charset="0"/>
                    <a:cs typeface="Ember Modern Text" panose="020B0503020204020204" pitchFamily="34" charset="0"/>
                    <a:sym typeface="Ember Modern Text" panose="020B0503020204020204" pitchFamily="34" charset="0"/>
                  </a:rPr>
                  <a:t>39</a:t>
                </a:r>
              </a:p>
            </p:txBody>
          </p:sp>
          <p:sp>
            <p:nvSpPr>
              <p:cNvPr id="11" name="Google Shape;155;p20">
                <a:extLst>
                  <a:ext uri="{FF2B5EF4-FFF2-40B4-BE49-F238E27FC236}">
                    <a16:creationId xmlns:a16="http://schemas.microsoft.com/office/drawing/2014/main" id="{6A3B9781-9C82-E15D-476E-CDCF9E3AD05A}"/>
                  </a:ext>
                </a:extLst>
              </p:cNvPr>
              <p:cNvSpPr txBox="1"/>
              <p:nvPr/>
            </p:nvSpPr>
            <p:spPr>
              <a:xfrm>
                <a:off x="8691631" y="2859596"/>
                <a:ext cx="1270606" cy="1215910"/>
              </a:xfrm>
              <a:prstGeom prst="rect">
                <a:avLst/>
              </a:prstGeom>
              <a:noFill/>
              <a:ln>
                <a:noFill/>
              </a:ln>
            </p:spPr>
            <p:txBody>
              <a:bodyPr spcFirstLastPara="1" wrap="square" lIns="51413" tIns="51413" rIns="51413" bIns="51413" anchor="t" anchorCtr="0">
                <a:noAutofit/>
              </a:bodyPr>
              <a:lstStyle/>
              <a:p>
                <a:pPr marL="0" marR="0" lvl="0" indent="0" algn="l" defTabSz="514203" rtl="0" eaLnBrk="1" fontAlgn="auto" latinLnBrk="0" hangingPunct="1">
                  <a:lnSpc>
                    <a:spcPct val="90000"/>
                  </a:lnSpc>
                  <a:spcBef>
                    <a:spcPts val="0"/>
                  </a:spcBef>
                  <a:spcAft>
                    <a:spcPts val="0"/>
                  </a:spcAft>
                  <a:buClr>
                    <a:srgbClr val="000000"/>
                  </a:buClr>
                  <a:buSzTx/>
                  <a:buFontTx/>
                  <a:buNone/>
                  <a:tabLst/>
                  <a:defRPr/>
                </a:pPr>
                <a:r>
                  <a:rPr kumimoji="0" lang="en-US" sz="8000" b="1" i="0" u="none" strike="noStrike" kern="0" cap="none" spc="0" normalizeH="0" baseline="0" noProof="0" dirty="0">
                    <a:ln>
                      <a:noFill/>
                    </a:ln>
                    <a:solidFill>
                      <a:srgbClr val="D27DE3"/>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a:t>
                </a:r>
              </a:p>
            </p:txBody>
          </p:sp>
        </p:grpSp>
      </p:grpSp>
      <p:sp>
        <p:nvSpPr>
          <p:cNvPr id="13" name="Rectangle 12">
            <a:extLst>
              <a:ext uri="{FF2B5EF4-FFF2-40B4-BE49-F238E27FC236}">
                <a16:creationId xmlns:a16="http://schemas.microsoft.com/office/drawing/2014/main" id="{EFE70C3D-AC3E-A113-951E-03F14A975D30}"/>
              </a:ext>
            </a:extLst>
          </p:cNvPr>
          <p:cNvSpPr/>
          <p:nvPr/>
        </p:nvSpPr>
        <p:spPr>
          <a:xfrm>
            <a:off x="8023284" y="0"/>
            <a:ext cx="4168716" cy="6857999"/>
          </a:xfrm>
          <a:prstGeom prst="rect">
            <a:avLst/>
          </a:prstGeom>
          <a:solidFill>
            <a:schemeClr val="accent4">
              <a:alpha val="2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mber Modern Text" panose="020B0503020204020204" pitchFamily="34" charset="0"/>
              <a:ea typeface="+mn-ea"/>
              <a:cs typeface="+mn-cs"/>
            </a:endParaRPr>
          </a:p>
        </p:txBody>
      </p:sp>
      <p:grpSp>
        <p:nvGrpSpPr>
          <p:cNvPr id="15" name="Group 14">
            <a:extLst>
              <a:ext uri="{FF2B5EF4-FFF2-40B4-BE49-F238E27FC236}">
                <a16:creationId xmlns:a16="http://schemas.microsoft.com/office/drawing/2014/main" id="{1BD836FF-49F9-D552-0F06-553615D3667E}"/>
              </a:ext>
            </a:extLst>
          </p:cNvPr>
          <p:cNvGrpSpPr/>
          <p:nvPr/>
        </p:nvGrpSpPr>
        <p:grpSpPr>
          <a:xfrm>
            <a:off x="8871432" y="1203115"/>
            <a:ext cx="2584334" cy="4154793"/>
            <a:chOff x="11037342" y="1203115"/>
            <a:chExt cx="2584334" cy="4154793"/>
          </a:xfrm>
        </p:grpSpPr>
        <p:sp>
          <p:nvSpPr>
            <p:cNvPr id="17" name="Rounded Rectangle 19">
              <a:extLst>
                <a:ext uri="{FF2B5EF4-FFF2-40B4-BE49-F238E27FC236}">
                  <a16:creationId xmlns:a16="http://schemas.microsoft.com/office/drawing/2014/main" id="{591510B9-B0F7-B401-45B5-A17BC85DACD5}"/>
                </a:ext>
              </a:extLst>
            </p:cNvPr>
            <p:cNvSpPr/>
            <p:nvPr/>
          </p:nvSpPr>
          <p:spPr>
            <a:xfrm>
              <a:off x="11795906" y="2647233"/>
              <a:ext cx="414215" cy="2273917"/>
            </a:xfrm>
            <a:prstGeom prst="roundRect">
              <a:avLst>
                <a:gd name="adj" fmla="val 0"/>
              </a:avLst>
            </a:prstGeom>
            <a:solidFill>
              <a:srgbClr val="D27D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Ember Modern Text" panose="020B0503020204020204" pitchFamily="34" charset="0"/>
                <a:ea typeface="+mn-ea"/>
                <a:cs typeface="+mn-cs"/>
              </a:endParaRPr>
            </a:p>
          </p:txBody>
        </p:sp>
        <p:sp>
          <p:nvSpPr>
            <p:cNvPr id="18" name="Rounded Rectangle 20">
              <a:extLst>
                <a:ext uri="{FF2B5EF4-FFF2-40B4-BE49-F238E27FC236}">
                  <a16:creationId xmlns:a16="http://schemas.microsoft.com/office/drawing/2014/main" id="{A6C6F4B9-6144-B21A-5EBB-5678C766A6FA}"/>
                </a:ext>
              </a:extLst>
            </p:cNvPr>
            <p:cNvSpPr/>
            <p:nvPr/>
          </p:nvSpPr>
          <p:spPr>
            <a:xfrm>
              <a:off x="11107723" y="3781635"/>
              <a:ext cx="414215" cy="1139515"/>
            </a:xfrm>
            <a:prstGeom prst="roundRect">
              <a:avLst>
                <a:gd name="adj" fmla="val 0"/>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Ember Modern Text" panose="020B0503020204020204" pitchFamily="34" charset="0"/>
                <a:ea typeface="+mn-ea"/>
                <a:cs typeface="+mn-cs"/>
              </a:endParaRPr>
            </a:p>
          </p:txBody>
        </p:sp>
        <p:sp>
          <p:nvSpPr>
            <p:cNvPr id="19" name="Rounded Rectangle 21">
              <a:extLst>
                <a:ext uri="{FF2B5EF4-FFF2-40B4-BE49-F238E27FC236}">
                  <a16:creationId xmlns:a16="http://schemas.microsoft.com/office/drawing/2014/main" id="{4851E7D4-CBDF-4C6F-2D3B-32C8DAE2D476}"/>
                </a:ext>
              </a:extLst>
            </p:cNvPr>
            <p:cNvSpPr/>
            <p:nvPr/>
          </p:nvSpPr>
          <p:spPr>
            <a:xfrm>
              <a:off x="12484089" y="3047871"/>
              <a:ext cx="414215" cy="1873279"/>
            </a:xfrm>
            <a:prstGeom prst="roundRect">
              <a:avLst>
                <a:gd name="adj" fmla="val 0"/>
              </a:avLst>
            </a:prstGeom>
            <a:solidFill>
              <a:srgbClr val="9751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Ember Modern Text" panose="020B0503020204020204" pitchFamily="34" charset="0"/>
                <a:ea typeface="+mn-ea"/>
                <a:cs typeface="+mn-cs"/>
              </a:endParaRPr>
            </a:p>
          </p:txBody>
        </p:sp>
        <p:sp>
          <p:nvSpPr>
            <p:cNvPr id="20" name="Rounded Rectangle 22">
              <a:extLst>
                <a:ext uri="{FF2B5EF4-FFF2-40B4-BE49-F238E27FC236}">
                  <a16:creationId xmlns:a16="http://schemas.microsoft.com/office/drawing/2014/main" id="{31F149FA-676F-EC31-505F-53E36FE56CEB}"/>
                </a:ext>
              </a:extLst>
            </p:cNvPr>
            <p:cNvSpPr/>
            <p:nvPr/>
          </p:nvSpPr>
          <p:spPr>
            <a:xfrm>
              <a:off x="13172272" y="2214514"/>
              <a:ext cx="414215" cy="2706636"/>
            </a:xfrm>
            <a:prstGeom prst="roundRect">
              <a:avLst>
                <a:gd name="adj" fmla="val 0"/>
              </a:avLst>
            </a:prstGeom>
            <a:solidFill>
              <a:srgbClr val="B05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Ember Modern Text" panose="020B0503020204020204" pitchFamily="34" charset="0"/>
                <a:ea typeface="+mn-ea"/>
                <a:cs typeface="+mn-cs"/>
              </a:endParaRPr>
            </a:p>
          </p:txBody>
        </p:sp>
        <p:sp>
          <p:nvSpPr>
            <p:cNvPr id="21" name="TextBox 20">
              <a:extLst>
                <a:ext uri="{FF2B5EF4-FFF2-40B4-BE49-F238E27FC236}">
                  <a16:creationId xmlns:a16="http://schemas.microsoft.com/office/drawing/2014/main" id="{BDB2D68A-61E3-C767-0C2A-B94DAC5F5A86}"/>
                </a:ext>
              </a:extLst>
            </p:cNvPr>
            <p:cNvSpPr txBox="1"/>
            <p:nvPr/>
          </p:nvSpPr>
          <p:spPr>
            <a:xfrm>
              <a:off x="11037342" y="1203115"/>
              <a:ext cx="2444267" cy="753796"/>
            </a:xfrm>
            <a:prstGeom prst="rect">
              <a:avLst/>
            </a:prstGeom>
            <a:noFill/>
          </p:spPr>
          <p:txBody>
            <a:bodyPr wrap="square">
              <a:spAutoFit/>
            </a:bodyPr>
            <a:lstStyle/>
            <a:p>
              <a:pPr marL="0" marR="0" lvl="0" indent="0" algn="l" defTabSz="514203" rtl="0" eaLnBrk="1" fontAlgn="auto" latinLnBrk="0" hangingPunct="1">
                <a:lnSpc>
                  <a:spcPct val="110000"/>
                </a:lnSpc>
                <a:spcBef>
                  <a:spcPts val="0"/>
                </a:spcBef>
                <a:spcAft>
                  <a:spcPts val="0"/>
                </a:spcAft>
                <a:buClr>
                  <a:srgbClr val="000000"/>
                </a:buClr>
                <a:buSzTx/>
                <a:buFontTx/>
                <a:buNone/>
                <a:tabLst/>
                <a:defRPr/>
              </a:pPr>
              <a:r>
                <a:rPr kumimoji="0" lang="en-US" sz="2000" b="0" i="0" u="none" strike="noStrike" kern="0" cap="none" spc="0" normalizeH="0" baseline="0" noProof="0" dirty="0">
                  <a:ln>
                    <a:noFill/>
                  </a:ln>
                  <a:effectLst/>
                  <a:uLnTx/>
                  <a:uFillTx/>
                  <a:latin typeface="Ember Modern Display" panose="020B0503020204020204" pitchFamily="34" charset="0"/>
                  <a:ea typeface="Ember Modern Text" panose="020B0503020204020204" pitchFamily="34" charset="0"/>
                  <a:cs typeface="Ember Modern Text" panose="020B0503020204020204" pitchFamily="34" charset="0"/>
                  <a:sym typeface="Ember Modern Text" panose="020B0503020204020204" pitchFamily="34" charset="0"/>
                </a:rPr>
                <a:t>Continued growth in Amazon Bedrock YoY</a:t>
              </a:r>
            </a:p>
          </p:txBody>
        </p:sp>
        <p:sp>
          <p:nvSpPr>
            <p:cNvPr id="22" name="TextBox 21">
              <a:extLst>
                <a:ext uri="{FF2B5EF4-FFF2-40B4-BE49-F238E27FC236}">
                  <a16:creationId xmlns:a16="http://schemas.microsoft.com/office/drawing/2014/main" id="{83485FFE-3E9A-EDA9-8731-1134C577280B}"/>
                </a:ext>
              </a:extLst>
            </p:cNvPr>
            <p:cNvSpPr txBox="1"/>
            <p:nvPr/>
          </p:nvSpPr>
          <p:spPr>
            <a:xfrm>
              <a:off x="11072532" y="4942666"/>
              <a:ext cx="484595" cy="415242"/>
            </a:xfrm>
            <a:prstGeom prst="rect">
              <a:avLst/>
            </a:prstGeom>
            <a:noFill/>
          </p:spPr>
          <p:txBody>
            <a:bodyPr wrap="square">
              <a:spAutoFit/>
            </a:bodyPr>
            <a:lstStyle/>
            <a:p>
              <a:pPr marL="0" marR="0" lvl="0" indent="0" algn="l" defTabSz="514203" rtl="0" eaLnBrk="1" fontAlgn="auto" latinLnBrk="0" hangingPunct="1">
                <a:lnSpc>
                  <a:spcPct val="110000"/>
                </a:lnSpc>
                <a:spcBef>
                  <a:spcPts val="0"/>
                </a:spcBef>
                <a:spcAft>
                  <a:spcPts val="0"/>
                </a:spcAft>
                <a:buClr>
                  <a:srgbClr val="000000"/>
                </a:buClr>
                <a:buSzTx/>
                <a:buFontTx/>
                <a:buNone/>
                <a:tabLst/>
                <a:defRPr/>
              </a:pPr>
              <a:r>
                <a:rPr kumimoji="0" lang="en-US" sz="2000" i="0" u="none" strike="noStrike" kern="0" cap="none" spc="0" normalizeH="0" baseline="0" noProof="0" dirty="0">
                  <a:ln>
                    <a:noFill/>
                  </a:ln>
                  <a:effectLst/>
                  <a:uLnTx/>
                  <a:uFillTx/>
                  <a:latin typeface="Ember Modern Display" panose="020B0503020204020204" pitchFamily="34" charset="0"/>
                  <a:ea typeface="Ember Modern Text" panose="020B0503020204020204" pitchFamily="34" charset="0"/>
                  <a:cs typeface="Ember Modern Text" panose="020B0503020204020204" pitchFamily="34" charset="0"/>
                  <a:sym typeface="Ember Modern Text" panose="020B0503020204020204" pitchFamily="34" charset="0"/>
                </a:rPr>
                <a:t>22</a:t>
              </a:r>
            </a:p>
          </p:txBody>
        </p:sp>
        <p:sp>
          <p:nvSpPr>
            <p:cNvPr id="23" name="TextBox 22">
              <a:extLst>
                <a:ext uri="{FF2B5EF4-FFF2-40B4-BE49-F238E27FC236}">
                  <a16:creationId xmlns:a16="http://schemas.microsoft.com/office/drawing/2014/main" id="{612B5720-2B4F-EDEC-9D54-F7F3FE10E623}"/>
                </a:ext>
              </a:extLst>
            </p:cNvPr>
            <p:cNvSpPr txBox="1"/>
            <p:nvPr/>
          </p:nvSpPr>
          <p:spPr>
            <a:xfrm>
              <a:off x="11760715" y="4942666"/>
              <a:ext cx="484595" cy="415242"/>
            </a:xfrm>
            <a:prstGeom prst="rect">
              <a:avLst/>
            </a:prstGeom>
            <a:noFill/>
          </p:spPr>
          <p:txBody>
            <a:bodyPr wrap="square">
              <a:spAutoFit/>
            </a:bodyPr>
            <a:lstStyle/>
            <a:p>
              <a:pPr marL="0" marR="0" lvl="0" indent="0" algn="l" defTabSz="514203" rtl="0" eaLnBrk="1" fontAlgn="auto" latinLnBrk="0" hangingPunct="1">
                <a:lnSpc>
                  <a:spcPct val="110000"/>
                </a:lnSpc>
                <a:spcBef>
                  <a:spcPts val="0"/>
                </a:spcBef>
                <a:spcAft>
                  <a:spcPts val="0"/>
                </a:spcAft>
                <a:buClr>
                  <a:srgbClr val="000000"/>
                </a:buClr>
                <a:buSzTx/>
                <a:buFontTx/>
                <a:buNone/>
                <a:tabLst/>
                <a:defRPr/>
              </a:pPr>
              <a:r>
                <a:rPr kumimoji="0" lang="en-US" sz="2000" i="0" u="none" strike="noStrike" kern="0" cap="none" spc="0" normalizeH="0" baseline="0" noProof="0" dirty="0">
                  <a:ln>
                    <a:noFill/>
                  </a:ln>
                  <a:effectLst/>
                  <a:uLnTx/>
                  <a:uFillTx/>
                  <a:latin typeface="Ember Modern Display" panose="020B0503020204020204" pitchFamily="34" charset="0"/>
                  <a:ea typeface="Ember Modern Text" panose="020B0503020204020204" pitchFamily="34" charset="0"/>
                  <a:cs typeface="Ember Modern Text" panose="020B0503020204020204" pitchFamily="34" charset="0"/>
                  <a:sym typeface="Ember Modern Text" panose="020B0503020204020204" pitchFamily="34" charset="0"/>
                </a:rPr>
                <a:t>23</a:t>
              </a:r>
            </a:p>
          </p:txBody>
        </p:sp>
        <p:sp>
          <p:nvSpPr>
            <p:cNvPr id="24" name="TextBox 23">
              <a:extLst>
                <a:ext uri="{FF2B5EF4-FFF2-40B4-BE49-F238E27FC236}">
                  <a16:creationId xmlns:a16="http://schemas.microsoft.com/office/drawing/2014/main" id="{F4E944BE-80F9-D9A5-E52F-AAD228478317}"/>
                </a:ext>
              </a:extLst>
            </p:cNvPr>
            <p:cNvSpPr txBox="1"/>
            <p:nvPr/>
          </p:nvSpPr>
          <p:spPr>
            <a:xfrm>
              <a:off x="12448898" y="4942666"/>
              <a:ext cx="484595" cy="415242"/>
            </a:xfrm>
            <a:prstGeom prst="rect">
              <a:avLst/>
            </a:prstGeom>
            <a:noFill/>
          </p:spPr>
          <p:txBody>
            <a:bodyPr wrap="square">
              <a:spAutoFit/>
            </a:bodyPr>
            <a:lstStyle/>
            <a:p>
              <a:pPr marL="0" marR="0" lvl="0" indent="0" algn="l" defTabSz="514203" rtl="0" eaLnBrk="1" fontAlgn="auto" latinLnBrk="0" hangingPunct="1">
                <a:lnSpc>
                  <a:spcPct val="110000"/>
                </a:lnSpc>
                <a:spcBef>
                  <a:spcPts val="0"/>
                </a:spcBef>
                <a:spcAft>
                  <a:spcPts val="0"/>
                </a:spcAft>
                <a:buClr>
                  <a:srgbClr val="000000"/>
                </a:buClr>
                <a:buSzTx/>
                <a:buFontTx/>
                <a:buNone/>
                <a:tabLst/>
                <a:defRPr/>
              </a:pPr>
              <a:r>
                <a:rPr kumimoji="0" lang="en-US" sz="2000" i="0" u="none" strike="noStrike" kern="0" cap="none" spc="0" normalizeH="0" baseline="0" noProof="0" dirty="0">
                  <a:ln>
                    <a:noFill/>
                  </a:ln>
                  <a:effectLst/>
                  <a:uLnTx/>
                  <a:uFillTx/>
                  <a:latin typeface="Ember Modern Display" panose="020B0503020204020204" pitchFamily="34" charset="0"/>
                  <a:ea typeface="Ember Modern Text" panose="020B0503020204020204" pitchFamily="34" charset="0"/>
                  <a:cs typeface="Ember Modern Text" panose="020B0503020204020204" pitchFamily="34" charset="0"/>
                  <a:sym typeface="Ember Modern Text" panose="020B0503020204020204" pitchFamily="34" charset="0"/>
                </a:rPr>
                <a:t>24</a:t>
              </a:r>
            </a:p>
          </p:txBody>
        </p:sp>
        <p:sp>
          <p:nvSpPr>
            <p:cNvPr id="25" name="TextBox 24">
              <a:extLst>
                <a:ext uri="{FF2B5EF4-FFF2-40B4-BE49-F238E27FC236}">
                  <a16:creationId xmlns:a16="http://schemas.microsoft.com/office/drawing/2014/main" id="{43ABA42D-BBA8-5472-2429-83E9E604C4CE}"/>
                </a:ext>
              </a:extLst>
            </p:cNvPr>
            <p:cNvSpPr txBox="1"/>
            <p:nvPr/>
          </p:nvSpPr>
          <p:spPr>
            <a:xfrm>
              <a:off x="13137081" y="4942666"/>
              <a:ext cx="484595" cy="415242"/>
            </a:xfrm>
            <a:prstGeom prst="rect">
              <a:avLst/>
            </a:prstGeom>
            <a:noFill/>
          </p:spPr>
          <p:txBody>
            <a:bodyPr wrap="square">
              <a:spAutoFit/>
            </a:bodyPr>
            <a:lstStyle/>
            <a:p>
              <a:pPr marL="0" marR="0" lvl="0" indent="0" algn="l" defTabSz="514203" rtl="0" eaLnBrk="1" fontAlgn="auto" latinLnBrk="0" hangingPunct="1">
                <a:lnSpc>
                  <a:spcPct val="110000"/>
                </a:lnSpc>
                <a:spcBef>
                  <a:spcPts val="0"/>
                </a:spcBef>
                <a:spcAft>
                  <a:spcPts val="0"/>
                </a:spcAft>
                <a:buClr>
                  <a:srgbClr val="000000"/>
                </a:buClr>
                <a:buSzTx/>
                <a:buFontTx/>
                <a:buNone/>
                <a:tabLst/>
                <a:defRPr/>
              </a:pPr>
              <a:r>
                <a:rPr kumimoji="0" lang="en-US" sz="2000" i="0" u="none" strike="noStrike" kern="0" cap="none" spc="0" normalizeH="0" baseline="0" noProof="0" dirty="0">
                  <a:ln>
                    <a:noFill/>
                  </a:ln>
                  <a:effectLst/>
                  <a:uLnTx/>
                  <a:uFillTx/>
                  <a:latin typeface="Ember Modern Display" panose="020B0503020204020204" pitchFamily="34" charset="0"/>
                  <a:ea typeface="Ember Modern Text" panose="020B0503020204020204" pitchFamily="34" charset="0"/>
                  <a:cs typeface="Ember Modern Text" panose="020B0503020204020204" pitchFamily="34" charset="0"/>
                  <a:sym typeface="Ember Modern Text" panose="020B0503020204020204" pitchFamily="34" charset="0"/>
                </a:rPr>
                <a:t>25</a:t>
              </a:r>
            </a:p>
          </p:txBody>
        </p:sp>
      </p:grpSp>
    </p:spTree>
    <p:extLst>
      <p:ext uri="{BB962C8B-B14F-4D97-AF65-F5344CB8AC3E}">
        <p14:creationId xmlns:p14="http://schemas.microsoft.com/office/powerpoint/2010/main" val="37493849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7311134-A69B-DE9F-9D17-100CBF6B5F0C}"/>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42402743-42B1-26F8-3690-60AAC701CF3B}"/>
              </a:ext>
            </a:extLst>
          </p:cNvPr>
          <p:cNvSpPr/>
          <p:nvPr/>
        </p:nvSpPr>
        <p:spPr>
          <a:xfrm>
            <a:off x="3876096" y="0"/>
            <a:ext cx="4168716" cy="6857999"/>
          </a:xfrm>
          <a:prstGeom prst="rect">
            <a:avLst/>
          </a:prstGeom>
          <a:solidFill>
            <a:schemeClr val="tx2">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mber Modern Text" panose="020B0503020204020204" pitchFamily="34" charset="0"/>
              <a:ea typeface="+mn-ea"/>
              <a:cs typeface="+mn-cs"/>
            </a:endParaRPr>
          </a:p>
        </p:txBody>
      </p:sp>
      <p:sp>
        <p:nvSpPr>
          <p:cNvPr id="4" name="Text Placeholder 3">
            <a:extLst>
              <a:ext uri="{FF2B5EF4-FFF2-40B4-BE49-F238E27FC236}">
                <a16:creationId xmlns:a16="http://schemas.microsoft.com/office/drawing/2014/main" id="{A6B30A53-0987-9EBE-44C6-8D57272A1AA4}"/>
              </a:ext>
            </a:extLst>
          </p:cNvPr>
          <p:cNvSpPr>
            <a:spLocks noGrp="1"/>
          </p:cNvSpPr>
          <p:nvPr>
            <p:ph type="body" sz="quarter" idx="10"/>
          </p:nvPr>
        </p:nvSpPr>
        <p:spPr/>
        <p:txBody>
          <a:bodyPr/>
          <a:lstStyle/>
          <a:p>
            <a:r>
              <a:rPr lang="en-US" dirty="0"/>
              <a:t>Presenting data</a:t>
            </a:r>
          </a:p>
        </p:txBody>
      </p:sp>
      <p:sp>
        <p:nvSpPr>
          <p:cNvPr id="10" name="Text Placeholder 9">
            <a:extLst>
              <a:ext uri="{FF2B5EF4-FFF2-40B4-BE49-F238E27FC236}">
                <a16:creationId xmlns:a16="http://schemas.microsoft.com/office/drawing/2014/main" id="{C45A9D42-7055-06DB-B6D0-31510EF585B4}"/>
              </a:ext>
            </a:extLst>
          </p:cNvPr>
          <p:cNvSpPr>
            <a:spLocks noGrp="1"/>
          </p:cNvSpPr>
          <p:nvPr>
            <p:ph type="body" sz="quarter" idx="13"/>
          </p:nvPr>
        </p:nvSpPr>
        <p:spPr>
          <a:xfrm>
            <a:off x="471539" y="3876483"/>
            <a:ext cx="3130589" cy="1728220"/>
          </a:xfrm>
        </p:spPr>
        <p:txBody>
          <a:bodyPr/>
          <a:lstStyle/>
          <a:p>
            <a:r>
              <a:rPr lang="en-US" dirty="0"/>
              <a:t>Your audience wants the main point of your chart, quickly</a:t>
            </a:r>
          </a:p>
        </p:txBody>
      </p:sp>
      <p:sp>
        <p:nvSpPr>
          <p:cNvPr id="3" name="Title 2">
            <a:extLst>
              <a:ext uri="{FF2B5EF4-FFF2-40B4-BE49-F238E27FC236}">
                <a16:creationId xmlns:a16="http://schemas.microsoft.com/office/drawing/2014/main" id="{A72B8CAC-C597-5F24-A2B7-50BA6E0154C6}"/>
              </a:ext>
            </a:extLst>
          </p:cNvPr>
          <p:cNvSpPr>
            <a:spLocks noGrp="1"/>
          </p:cNvSpPr>
          <p:nvPr>
            <p:ph type="title"/>
          </p:nvPr>
        </p:nvSpPr>
        <p:spPr/>
        <p:txBody>
          <a:bodyPr/>
          <a:lstStyle/>
          <a:p>
            <a:r>
              <a:rPr lang="en-US" dirty="0"/>
              <a:t>Keep charts simple</a:t>
            </a:r>
          </a:p>
        </p:txBody>
      </p:sp>
      <p:grpSp>
        <p:nvGrpSpPr>
          <p:cNvPr id="2" name="Group 1">
            <a:extLst>
              <a:ext uri="{FF2B5EF4-FFF2-40B4-BE49-F238E27FC236}">
                <a16:creationId xmlns:a16="http://schemas.microsoft.com/office/drawing/2014/main" id="{7BC026D8-49F6-A255-046D-3A09D6D6E2B1}"/>
              </a:ext>
            </a:extLst>
          </p:cNvPr>
          <p:cNvGrpSpPr/>
          <p:nvPr/>
        </p:nvGrpSpPr>
        <p:grpSpPr>
          <a:xfrm>
            <a:off x="4381395" y="1998079"/>
            <a:ext cx="2994448" cy="2994446"/>
            <a:chOff x="5768635" y="1425389"/>
            <a:chExt cx="4007224" cy="4007222"/>
          </a:xfrm>
        </p:grpSpPr>
        <p:sp>
          <p:nvSpPr>
            <p:cNvPr id="5" name="Oval 4">
              <a:extLst>
                <a:ext uri="{FF2B5EF4-FFF2-40B4-BE49-F238E27FC236}">
                  <a16:creationId xmlns:a16="http://schemas.microsoft.com/office/drawing/2014/main" id="{7CD50684-8518-8B52-9879-8DEE47B15988}"/>
                </a:ext>
              </a:extLst>
            </p:cNvPr>
            <p:cNvSpPr/>
            <p:nvPr/>
          </p:nvSpPr>
          <p:spPr>
            <a:xfrm>
              <a:off x="5768635" y="1425389"/>
              <a:ext cx="4007224" cy="4007222"/>
            </a:xfrm>
            <a:prstGeom prst="ellipse">
              <a:avLst/>
            </a:prstGeom>
            <a:noFill/>
            <a:ln w="508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mber Modern Text" panose="020B0503020204020204" pitchFamily="34" charset="0"/>
                <a:ea typeface="+mn-ea"/>
                <a:cs typeface="+mn-cs"/>
              </a:endParaRPr>
            </a:p>
          </p:txBody>
        </p:sp>
        <p:sp>
          <p:nvSpPr>
            <p:cNvPr id="7" name="Arc 6">
              <a:extLst>
                <a:ext uri="{FF2B5EF4-FFF2-40B4-BE49-F238E27FC236}">
                  <a16:creationId xmlns:a16="http://schemas.microsoft.com/office/drawing/2014/main" id="{0798F593-0A36-E508-D7CC-2332E72B3236}"/>
                </a:ext>
              </a:extLst>
            </p:cNvPr>
            <p:cNvSpPr/>
            <p:nvPr/>
          </p:nvSpPr>
          <p:spPr>
            <a:xfrm>
              <a:off x="5768636" y="1425389"/>
              <a:ext cx="4007223" cy="4007222"/>
            </a:xfrm>
            <a:prstGeom prst="arc">
              <a:avLst>
                <a:gd name="adj1" fmla="val 16200000"/>
                <a:gd name="adj2" fmla="val 2851770"/>
              </a:avLst>
            </a:prstGeom>
            <a:ln w="330200" cap="flat">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mber Modern Text" panose="020B0503020204020204" pitchFamily="34" charset="0"/>
                <a:ea typeface="+mn-ea"/>
                <a:cs typeface="+mn-cs"/>
              </a:endParaRPr>
            </a:p>
          </p:txBody>
        </p:sp>
        <p:grpSp>
          <p:nvGrpSpPr>
            <p:cNvPr id="8" name="Group 7">
              <a:extLst>
                <a:ext uri="{FF2B5EF4-FFF2-40B4-BE49-F238E27FC236}">
                  <a16:creationId xmlns:a16="http://schemas.microsoft.com/office/drawing/2014/main" id="{EB2220E6-C355-D242-F6D1-41BCCD9818D4}"/>
                </a:ext>
              </a:extLst>
            </p:cNvPr>
            <p:cNvGrpSpPr/>
            <p:nvPr/>
          </p:nvGrpSpPr>
          <p:grpSpPr>
            <a:xfrm>
              <a:off x="6341142" y="2581709"/>
              <a:ext cx="3113391" cy="1479429"/>
              <a:chOff x="6848846" y="2608603"/>
              <a:chExt cx="3113391" cy="1479429"/>
            </a:xfrm>
          </p:grpSpPr>
          <p:sp>
            <p:nvSpPr>
              <p:cNvPr id="9" name="Google Shape;155;p20">
                <a:extLst>
                  <a:ext uri="{FF2B5EF4-FFF2-40B4-BE49-F238E27FC236}">
                    <a16:creationId xmlns:a16="http://schemas.microsoft.com/office/drawing/2014/main" id="{AE27BD80-4CDC-6D84-97D7-EC169040950A}"/>
                  </a:ext>
                </a:extLst>
              </p:cNvPr>
              <p:cNvSpPr txBox="1"/>
              <p:nvPr/>
            </p:nvSpPr>
            <p:spPr>
              <a:xfrm>
                <a:off x="6848846" y="2608603"/>
                <a:ext cx="2454667" cy="1479429"/>
              </a:xfrm>
              <a:prstGeom prst="rect">
                <a:avLst/>
              </a:prstGeom>
              <a:noFill/>
              <a:ln>
                <a:noFill/>
              </a:ln>
            </p:spPr>
            <p:txBody>
              <a:bodyPr spcFirstLastPara="1" wrap="square" lIns="51413" tIns="51413" rIns="51413" bIns="51413" anchor="t" anchorCtr="0">
                <a:noAutofit/>
              </a:bodyPr>
              <a:lstStyle/>
              <a:p>
                <a:pPr marL="0" marR="0" lvl="0" indent="0" algn="l" defTabSz="514203" rtl="0" eaLnBrk="1" fontAlgn="auto" latinLnBrk="0" hangingPunct="1">
                  <a:lnSpc>
                    <a:spcPct val="90000"/>
                  </a:lnSpc>
                  <a:spcBef>
                    <a:spcPts val="0"/>
                  </a:spcBef>
                  <a:spcAft>
                    <a:spcPts val="0"/>
                  </a:spcAft>
                  <a:buClr>
                    <a:srgbClr val="000000"/>
                  </a:buClr>
                  <a:buSzTx/>
                  <a:buFontTx/>
                  <a:buNone/>
                  <a:tabLst/>
                  <a:defRPr/>
                </a:pPr>
                <a:r>
                  <a:rPr kumimoji="0" lang="en-US" sz="9600" b="0" i="0" u="none" strike="noStrike" kern="0" cap="none" spc="0" normalizeH="0" baseline="0" noProof="0" dirty="0">
                    <a:ln>
                      <a:noFill/>
                    </a:ln>
                    <a:solidFill>
                      <a:schemeClr val="accent1"/>
                    </a:solidFill>
                    <a:effectLst/>
                    <a:uLnTx/>
                    <a:uFillTx/>
                    <a:latin typeface="Ember Modern Display Medium" panose="020B0503020204020204" pitchFamily="34" charset="0"/>
                    <a:ea typeface="Ember Modern Text" panose="020B0503020204020204" pitchFamily="34" charset="0"/>
                    <a:cs typeface="Ember Modern Text" panose="020B0503020204020204" pitchFamily="34" charset="0"/>
                    <a:sym typeface="Ember Modern Text" panose="020B0503020204020204" pitchFamily="34" charset="0"/>
                  </a:rPr>
                  <a:t>39</a:t>
                </a:r>
              </a:p>
            </p:txBody>
          </p:sp>
          <p:sp>
            <p:nvSpPr>
              <p:cNvPr id="11" name="Google Shape;155;p20">
                <a:extLst>
                  <a:ext uri="{FF2B5EF4-FFF2-40B4-BE49-F238E27FC236}">
                    <a16:creationId xmlns:a16="http://schemas.microsoft.com/office/drawing/2014/main" id="{D6A1E8F4-A68A-5C50-38DB-6E774726A752}"/>
                  </a:ext>
                </a:extLst>
              </p:cNvPr>
              <p:cNvSpPr txBox="1"/>
              <p:nvPr/>
            </p:nvSpPr>
            <p:spPr>
              <a:xfrm>
                <a:off x="8691631" y="2859596"/>
                <a:ext cx="1270606" cy="1215910"/>
              </a:xfrm>
              <a:prstGeom prst="rect">
                <a:avLst/>
              </a:prstGeom>
              <a:noFill/>
              <a:ln>
                <a:noFill/>
              </a:ln>
            </p:spPr>
            <p:txBody>
              <a:bodyPr spcFirstLastPara="1" wrap="square" lIns="51413" tIns="51413" rIns="51413" bIns="51413" anchor="t" anchorCtr="0">
                <a:noAutofit/>
              </a:bodyPr>
              <a:lstStyle/>
              <a:p>
                <a:pPr marL="0" marR="0" lvl="0" indent="0" algn="l" defTabSz="514203" rtl="0" eaLnBrk="1" fontAlgn="auto" latinLnBrk="0" hangingPunct="1">
                  <a:lnSpc>
                    <a:spcPct val="90000"/>
                  </a:lnSpc>
                  <a:spcBef>
                    <a:spcPts val="0"/>
                  </a:spcBef>
                  <a:spcAft>
                    <a:spcPts val="0"/>
                  </a:spcAft>
                  <a:buClr>
                    <a:srgbClr val="000000"/>
                  </a:buClr>
                  <a:buSzTx/>
                  <a:buFontTx/>
                  <a:buNone/>
                  <a:tabLst/>
                  <a:defRPr/>
                </a:pPr>
                <a:r>
                  <a:rPr kumimoji="0" lang="en-US" sz="8000" b="1" i="0" u="none" strike="noStrike" kern="0" cap="none" spc="0" normalizeH="0" baseline="0" noProof="0" dirty="0">
                    <a:ln>
                      <a:noFill/>
                    </a:ln>
                    <a:solidFill>
                      <a:schemeClr val="accent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a:t>
                </a:r>
              </a:p>
            </p:txBody>
          </p:sp>
        </p:grpSp>
      </p:grpSp>
      <p:sp>
        <p:nvSpPr>
          <p:cNvPr id="13" name="Rectangle 12">
            <a:extLst>
              <a:ext uri="{FF2B5EF4-FFF2-40B4-BE49-F238E27FC236}">
                <a16:creationId xmlns:a16="http://schemas.microsoft.com/office/drawing/2014/main" id="{0634CC64-7DE2-2B1F-F3FA-2EC9B3792793}"/>
              </a:ext>
            </a:extLst>
          </p:cNvPr>
          <p:cNvSpPr/>
          <p:nvPr/>
        </p:nvSpPr>
        <p:spPr>
          <a:xfrm>
            <a:off x="8044812" y="0"/>
            <a:ext cx="4147188" cy="6857999"/>
          </a:xfrm>
          <a:prstGeom prst="rect">
            <a:avLst/>
          </a:prstGeom>
          <a:solidFill>
            <a:schemeClr val="tx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mber Modern Text" panose="020B0503020204020204" pitchFamily="34" charset="0"/>
              <a:ea typeface="+mn-ea"/>
              <a:cs typeface="+mn-cs"/>
            </a:endParaRPr>
          </a:p>
        </p:txBody>
      </p:sp>
      <p:grpSp>
        <p:nvGrpSpPr>
          <p:cNvPr id="15" name="Group 14">
            <a:extLst>
              <a:ext uri="{FF2B5EF4-FFF2-40B4-BE49-F238E27FC236}">
                <a16:creationId xmlns:a16="http://schemas.microsoft.com/office/drawing/2014/main" id="{51F9E4A0-A767-0317-A977-57A64227458B}"/>
              </a:ext>
            </a:extLst>
          </p:cNvPr>
          <p:cNvGrpSpPr/>
          <p:nvPr/>
        </p:nvGrpSpPr>
        <p:grpSpPr>
          <a:xfrm>
            <a:off x="8871432" y="1203115"/>
            <a:ext cx="2584334" cy="4154793"/>
            <a:chOff x="11037342" y="1203115"/>
            <a:chExt cx="2584334" cy="4154793"/>
          </a:xfrm>
        </p:grpSpPr>
        <p:sp>
          <p:nvSpPr>
            <p:cNvPr id="17" name="Rounded Rectangle 19">
              <a:extLst>
                <a:ext uri="{FF2B5EF4-FFF2-40B4-BE49-F238E27FC236}">
                  <a16:creationId xmlns:a16="http://schemas.microsoft.com/office/drawing/2014/main" id="{472216E9-FADE-07D7-177E-1058C8F84EBB}"/>
                </a:ext>
              </a:extLst>
            </p:cNvPr>
            <p:cNvSpPr/>
            <p:nvPr/>
          </p:nvSpPr>
          <p:spPr>
            <a:xfrm>
              <a:off x="11795906" y="2647233"/>
              <a:ext cx="414215" cy="2273917"/>
            </a:xfrm>
            <a:prstGeom prst="roundRect">
              <a:avLst>
                <a:gd name="adj" fmla="val 0"/>
              </a:avLst>
            </a:prstGeom>
            <a:solidFill>
              <a:srgbClr val="AC6F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Ember Modern Text" panose="020B0503020204020204" pitchFamily="34" charset="0"/>
                <a:ea typeface="+mn-ea"/>
                <a:cs typeface="+mn-cs"/>
              </a:endParaRPr>
            </a:p>
          </p:txBody>
        </p:sp>
        <p:sp>
          <p:nvSpPr>
            <p:cNvPr id="18" name="Rounded Rectangle 20">
              <a:extLst>
                <a:ext uri="{FF2B5EF4-FFF2-40B4-BE49-F238E27FC236}">
                  <a16:creationId xmlns:a16="http://schemas.microsoft.com/office/drawing/2014/main" id="{82CBB681-EE0A-2AED-887A-0B3E7B232327}"/>
                </a:ext>
              </a:extLst>
            </p:cNvPr>
            <p:cNvSpPr/>
            <p:nvPr/>
          </p:nvSpPr>
          <p:spPr>
            <a:xfrm>
              <a:off x="11107723" y="3781635"/>
              <a:ext cx="414215" cy="1139515"/>
            </a:xfrm>
            <a:prstGeom prst="roundRect">
              <a:avLst>
                <a:gd name="adj" fmla="val 0"/>
              </a:avLst>
            </a:prstGeom>
            <a:solidFill>
              <a:schemeClr val="accent1">
                <a:alpha val="295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Ember Modern Text" panose="020B0503020204020204" pitchFamily="34" charset="0"/>
                <a:ea typeface="+mn-ea"/>
                <a:cs typeface="+mn-cs"/>
              </a:endParaRPr>
            </a:p>
          </p:txBody>
        </p:sp>
        <p:sp>
          <p:nvSpPr>
            <p:cNvPr id="19" name="Rounded Rectangle 21">
              <a:extLst>
                <a:ext uri="{FF2B5EF4-FFF2-40B4-BE49-F238E27FC236}">
                  <a16:creationId xmlns:a16="http://schemas.microsoft.com/office/drawing/2014/main" id="{00F41F07-1085-7013-7E39-946E46943202}"/>
                </a:ext>
              </a:extLst>
            </p:cNvPr>
            <p:cNvSpPr/>
            <p:nvPr/>
          </p:nvSpPr>
          <p:spPr>
            <a:xfrm>
              <a:off x="12484089" y="3047871"/>
              <a:ext cx="414215" cy="1873279"/>
            </a:xfrm>
            <a:prstGeom prst="roundRect">
              <a:avLst>
                <a:gd name="adj" fmla="val 0"/>
              </a:avLst>
            </a:prstGeom>
            <a:solidFill>
              <a:srgbClr val="FF7A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Ember Modern Text" panose="020B0503020204020204" pitchFamily="34" charset="0"/>
                <a:ea typeface="+mn-ea"/>
                <a:cs typeface="+mn-cs"/>
              </a:endParaRPr>
            </a:p>
          </p:txBody>
        </p:sp>
        <p:sp>
          <p:nvSpPr>
            <p:cNvPr id="20" name="Rounded Rectangle 22">
              <a:extLst>
                <a:ext uri="{FF2B5EF4-FFF2-40B4-BE49-F238E27FC236}">
                  <a16:creationId xmlns:a16="http://schemas.microsoft.com/office/drawing/2014/main" id="{284D5DE5-5ADC-7482-31D4-5714853C4F77}"/>
                </a:ext>
              </a:extLst>
            </p:cNvPr>
            <p:cNvSpPr/>
            <p:nvPr/>
          </p:nvSpPr>
          <p:spPr>
            <a:xfrm>
              <a:off x="13172272" y="2214514"/>
              <a:ext cx="414215" cy="2706636"/>
            </a:xfrm>
            <a:prstGeom prst="roundRect">
              <a:avLst>
                <a:gd name="adj" fmla="val 0"/>
              </a:avLst>
            </a:prstGeom>
            <a:solidFill>
              <a:srgbClr val="A636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Ember Modern Text" panose="020B0503020204020204" pitchFamily="34" charset="0"/>
                <a:ea typeface="+mn-ea"/>
                <a:cs typeface="+mn-cs"/>
              </a:endParaRPr>
            </a:p>
          </p:txBody>
        </p:sp>
        <p:sp>
          <p:nvSpPr>
            <p:cNvPr id="21" name="TextBox 20">
              <a:extLst>
                <a:ext uri="{FF2B5EF4-FFF2-40B4-BE49-F238E27FC236}">
                  <a16:creationId xmlns:a16="http://schemas.microsoft.com/office/drawing/2014/main" id="{D4EB8010-148A-F03D-C566-D636641790BA}"/>
                </a:ext>
              </a:extLst>
            </p:cNvPr>
            <p:cNvSpPr txBox="1"/>
            <p:nvPr/>
          </p:nvSpPr>
          <p:spPr>
            <a:xfrm>
              <a:off x="11037342" y="1203115"/>
              <a:ext cx="2444267" cy="753796"/>
            </a:xfrm>
            <a:prstGeom prst="rect">
              <a:avLst/>
            </a:prstGeom>
            <a:noFill/>
          </p:spPr>
          <p:txBody>
            <a:bodyPr wrap="square">
              <a:spAutoFit/>
            </a:bodyPr>
            <a:lstStyle/>
            <a:p>
              <a:pPr marL="0" marR="0" lvl="0" indent="0" algn="l" defTabSz="514203" rtl="0" eaLnBrk="1" fontAlgn="auto" latinLnBrk="0" hangingPunct="1">
                <a:lnSpc>
                  <a:spcPct val="110000"/>
                </a:lnSpc>
                <a:spcBef>
                  <a:spcPts val="0"/>
                </a:spcBef>
                <a:spcAft>
                  <a:spcPts val="0"/>
                </a:spcAft>
                <a:buClr>
                  <a:srgbClr val="000000"/>
                </a:buClr>
                <a:buSzTx/>
                <a:buFontTx/>
                <a:buNone/>
                <a:tabLst/>
                <a:defRPr/>
              </a:pPr>
              <a:r>
                <a:rPr kumimoji="0" lang="en-US" sz="2000" b="0" i="0" u="none" strike="noStrike" kern="0" cap="none" spc="0" normalizeH="0" baseline="0" noProof="0" dirty="0">
                  <a:ln>
                    <a:noFill/>
                  </a:ln>
                  <a:effectLst/>
                  <a:uLnTx/>
                  <a:uFillTx/>
                  <a:latin typeface="Ember Modern Display" panose="020B0503020204020204" pitchFamily="34" charset="0"/>
                  <a:ea typeface="Ember Modern Text" panose="020B0503020204020204" pitchFamily="34" charset="0"/>
                  <a:cs typeface="Ember Modern Text" panose="020B0503020204020204" pitchFamily="34" charset="0"/>
                  <a:sym typeface="Ember Modern Text" panose="020B0503020204020204" pitchFamily="34" charset="0"/>
                </a:rPr>
                <a:t>Continued growth in Amazon Bedrock YoY</a:t>
              </a:r>
            </a:p>
          </p:txBody>
        </p:sp>
        <p:sp>
          <p:nvSpPr>
            <p:cNvPr id="22" name="TextBox 21">
              <a:extLst>
                <a:ext uri="{FF2B5EF4-FFF2-40B4-BE49-F238E27FC236}">
                  <a16:creationId xmlns:a16="http://schemas.microsoft.com/office/drawing/2014/main" id="{A88D4E2C-3526-331E-4082-772B7D7874E0}"/>
                </a:ext>
              </a:extLst>
            </p:cNvPr>
            <p:cNvSpPr txBox="1"/>
            <p:nvPr/>
          </p:nvSpPr>
          <p:spPr>
            <a:xfrm>
              <a:off x="11072532" y="4942666"/>
              <a:ext cx="484595" cy="415242"/>
            </a:xfrm>
            <a:prstGeom prst="rect">
              <a:avLst/>
            </a:prstGeom>
            <a:noFill/>
          </p:spPr>
          <p:txBody>
            <a:bodyPr wrap="square">
              <a:spAutoFit/>
            </a:bodyPr>
            <a:lstStyle/>
            <a:p>
              <a:pPr marL="0" marR="0" lvl="0" indent="0" algn="l" defTabSz="514203" rtl="0" eaLnBrk="1" fontAlgn="auto" latinLnBrk="0" hangingPunct="1">
                <a:lnSpc>
                  <a:spcPct val="110000"/>
                </a:lnSpc>
                <a:spcBef>
                  <a:spcPts val="0"/>
                </a:spcBef>
                <a:spcAft>
                  <a:spcPts val="0"/>
                </a:spcAft>
                <a:buClr>
                  <a:srgbClr val="000000"/>
                </a:buClr>
                <a:buSzTx/>
                <a:buFontTx/>
                <a:buNone/>
                <a:tabLst/>
                <a:defRPr/>
              </a:pPr>
              <a:r>
                <a:rPr kumimoji="0" lang="en-US" sz="2000" i="0" u="none" strike="noStrike" kern="0" cap="none" spc="0" normalizeH="0" baseline="0" noProof="0" dirty="0">
                  <a:ln>
                    <a:noFill/>
                  </a:ln>
                  <a:effectLst/>
                  <a:uLnTx/>
                  <a:uFillTx/>
                  <a:latin typeface="Ember Modern Display" panose="020B0503020204020204" pitchFamily="34" charset="0"/>
                  <a:ea typeface="Ember Modern Text" panose="020B0503020204020204" pitchFamily="34" charset="0"/>
                  <a:cs typeface="Ember Modern Text" panose="020B0503020204020204" pitchFamily="34" charset="0"/>
                  <a:sym typeface="Ember Modern Text" panose="020B0503020204020204" pitchFamily="34" charset="0"/>
                </a:rPr>
                <a:t>22</a:t>
              </a:r>
            </a:p>
          </p:txBody>
        </p:sp>
        <p:sp>
          <p:nvSpPr>
            <p:cNvPr id="23" name="TextBox 22">
              <a:extLst>
                <a:ext uri="{FF2B5EF4-FFF2-40B4-BE49-F238E27FC236}">
                  <a16:creationId xmlns:a16="http://schemas.microsoft.com/office/drawing/2014/main" id="{FF1C23A4-B72B-1DE1-8533-2A7E2ADAC5D5}"/>
                </a:ext>
              </a:extLst>
            </p:cNvPr>
            <p:cNvSpPr txBox="1"/>
            <p:nvPr/>
          </p:nvSpPr>
          <p:spPr>
            <a:xfrm>
              <a:off x="11760715" y="4942666"/>
              <a:ext cx="484595" cy="415242"/>
            </a:xfrm>
            <a:prstGeom prst="rect">
              <a:avLst/>
            </a:prstGeom>
            <a:noFill/>
          </p:spPr>
          <p:txBody>
            <a:bodyPr wrap="square">
              <a:spAutoFit/>
            </a:bodyPr>
            <a:lstStyle/>
            <a:p>
              <a:pPr marL="0" marR="0" lvl="0" indent="0" algn="l" defTabSz="514203" rtl="0" eaLnBrk="1" fontAlgn="auto" latinLnBrk="0" hangingPunct="1">
                <a:lnSpc>
                  <a:spcPct val="110000"/>
                </a:lnSpc>
                <a:spcBef>
                  <a:spcPts val="0"/>
                </a:spcBef>
                <a:spcAft>
                  <a:spcPts val="0"/>
                </a:spcAft>
                <a:buClr>
                  <a:srgbClr val="000000"/>
                </a:buClr>
                <a:buSzTx/>
                <a:buFontTx/>
                <a:buNone/>
                <a:tabLst/>
                <a:defRPr/>
              </a:pPr>
              <a:r>
                <a:rPr kumimoji="0" lang="en-US" sz="2000" i="0" u="none" strike="noStrike" kern="0" cap="none" spc="0" normalizeH="0" baseline="0" noProof="0" dirty="0">
                  <a:ln>
                    <a:noFill/>
                  </a:ln>
                  <a:effectLst/>
                  <a:uLnTx/>
                  <a:uFillTx/>
                  <a:latin typeface="Ember Modern Display" panose="020B0503020204020204" pitchFamily="34" charset="0"/>
                  <a:ea typeface="Ember Modern Text" panose="020B0503020204020204" pitchFamily="34" charset="0"/>
                  <a:cs typeface="Ember Modern Text" panose="020B0503020204020204" pitchFamily="34" charset="0"/>
                  <a:sym typeface="Ember Modern Text" panose="020B0503020204020204" pitchFamily="34" charset="0"/>
                </a:rPr>
                <a:t>23</a:t>
              </a:r>
            </a:p>
          </p:txBody>
        </p:sp>
        <p:sp>
          <p:nvSpPr>
            <p:cNvPr id="24" name="TextBox 23">
              <a:extLst>
                <a:ext uri="{FF2B5EF4-FFF2-40B4-BE49-F238E27FC236}">
                  <a16:creationId xmlns:a16="http://schemas.microsoft.com/office/drawing/2014/main" id="{D217B487-E1B5-D01B-ECB5-DBD33BCA2FCF}"/>
                </a:ext>
              </a:extLst>
            </p:cNvPr>
            <p:cNvSpPr txBox="1"/>
            <p:nvPr/>
          </p:nvSpPr>
          <p:spPr>
            <a:xfrm>
              <a:off x="12448898" y="4942666"/>
              <a:ext cx="484595" cy="415242"/>
            </a:xfrm>
            <a:prstGeom prst="rect">
              <a:avLst/>
            </a:prstGeom>
            <a:noFill/>
          </p:spPr>
          <p:txBody>
            <a:bodyPr wrap="square">
              <a:spAutoFit/>
            </a:bodyPr>
            <a:lstStyle/>
            <a:p>
              <a:pPr marL="0" marR="0" lvl="0" indent="0" algn="l" defTabSz="514203" rtl="0" eaLnBrk="1" fontAlgn="auto" latinLnBrk="0" hangingPunct="1">
                <a:lnSpc>
                  <a:spcPct val="110000"/>
                </a:lnSpc>
                <a:spcBef>
                  <a:spcPts val="0"/>
                </a:spcBef>
                <a:spcAft>
                  <a:spcPts val="0"/>
                </a:spcAft>
                <a:buClr>
                  <a:srgbClr val="000000"/>
                </a:buClr>
                <a:buSzTx/>
                <a:buFontTx/>
                <a:buNone/>
                <a:tabLst/>
                <a:defRPr/>
              </a:pPr>
              <a:r>
                <a:rPr kumimoji="0" lang="en-US" sz="2000" i="0" u="none" strike="noStrike" kern="0" cap="none" spc="0" normalizeH="0" baseline="0" noProof="0" dirty="0">
                  <a:ln>
                    <a:noFill/>
                  </a:ln>
                  <a:effectLst/>
                  <a:uLnTx/>
                  <a:uFillTx/>
                  <a:latin typeface="Ember Modern Display" panose="020B0503020204020204" pitchFamily="34" charset="0"/>
                  <a:ea typeface="Ember Modern Text" panose="020B0503020204020204" pitchFamily="34" charset="0"/>
                  <a:cs typeface="Ember Modern Text" panose="020B0503020204020204" pitchFamily="34" charset="0"/>
                  <a:sym typeface="Ember Modern Text" panose="020B0503020204020204" pitchFamily="34" charset="0"/>
                </a:rPr>
                <a:t>24</a:t>
              </a:r>
            </a:p>
          </p:txBody>
        </p:sp>
        <p:sp>
          <p:nvSpPr>
            <p:cNvPr id="25" name="TextBox 24">
              <a:extLst>
                <a:ext uri="{FF2B5EF4-FFF2-40B4-BE49-F238E27FC236}">
                  <a16:creationId xmlns:a16="http://schemas.microsoft.com/office/drawing/2014/main" id="{F6CD8DEE-48FC-3CE1-D776-B1E5500E6AFA}"/>
                </a:ext>
              </a:extLst>
            </p:cNvPr>
            <p:cNvSpPr txBox="1"/>
            <p:nvPr/>
          </p:nvSpPr>
          <p:spPr>
            <a:xfrm>
              <a:off x="13137081" y="4942666"/>
              <a:ext cx="484595" cy="415242"/>
            </a:xfrm>
            <a:prstGeom prst="rect">
              <a:avLst/>
            </a:prstGeom>
            <a:noFill/>
          </p:spPr>
          <p:txBody>
            <a:bodyPr wrap="square">
              <a:spAutoFit/>
            </a:bodyPr>
            <a:lstStyle/>
            <a:p>
              <a:pPr marL="0" marR="0" lvl="0" indent="0" algn="l" defTabSz="514203" rtl="0" eaLnBrk="1" fontAlgn="auto" latinLnBrk="0" hangingPunct="1">
                <a:lnSpc>
                  <a:spcPct val="110000"/>
                </a:lnSpc>
                <a:spcBef>
                  <a:spcPts val="0"/>
                </a:spcBef>
                <a:spcAft>
                  <a:spcPts val="0"/>
                </a:spcAft>
                <a:buClr>
                  <a:srgbClr val="000000"/>
                </a:buClr>
                <a:buSzTx/>
                <a:buFontTx/>
                <a:buNone/>
                <a:tabLst/>
                <a:defRPr/>
              </a:pPr>
              <a:r>
                <a:rPr kumimoji="0" lang="en-US" sz="2000" i="0" u="none" strike="noStrike" kern="0" cap="none" spc="0" normalizeH="0" baseline="0" noProof="0" dirty="0">
                  <a:ln>
                    <a:noFill/>
                  </a:ln>
                  <a:effectLst/>
                  <a:uLnTx/>
                  <a:uFillTx/>
                  <a:latin typeface="Ember Modern Display" panose="020B0503020204020204" pitchFamily="34" charset="0"/>
                  <a:ea typeface="Ember Modern Text" panose="020B0503020204020204" pitchFamily="34" charset="0"/>
                  <a:cs typeface="Ember Modern Text" panose="020B0503020204020204" pitchFamily="34" charset="0"/>
                  <a:sym typeface="Ember Modern Text" panose="020B0503020204020204" pitchFamily="34" charset="0"/>
                </a:rPr>
                <a:t>25</a:t>
              </a:r>
            </a:p>
          </p:txBody>
        </p:sp>
      </p:grpSp>
    </p:spTree>
    <p:extLst>
      <p:ext uri="{BB962C8B-B14F-4D97-AF65-F5344CB8AC3E}">
        <p14:creationId xmlns:p14="http://schemas.microsoft.com/office/powerpoint/2010/main" val="20492637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81DFFD1-35FC-742D-7012-16A0F975902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013AD5F-6759-D942-33BD-B2474653CC34}"/>
              </a:ext>
            </a:extLst>
          </p:cNvPr>
          <p:cNvSpPr>
            <a:spLocks noGrp="1"/>
          </p:cNvSpPr>
          <p:nvPr>
            <p:ph type="body" sz="quarter" idx="10"/>
          </p:nvPr>
        </p:nvSpPr>
        <p:spPr/>
        <p:txBody>
          <a:bodyPr/>
          <a:lstStyle/>
          <a:p>
            <a:r>
              <a:rPr lang="en-US" dirty="0"/>
              <a:t>Presenting data</a:t>
            </a:r>
          </a:p>
        </p:txBody>
      </p:sp>
      <p:sp>
        <p:nvSpPr>
          <p:cNvPr id="6" name="Text Placeholder 5">
            <a:extLst>
              <a:ext uri="{FF2B5EF4-FFF2-40B4-BE49-F238E27FC236}">
                <a16:creationId xmlns:a16="http://schemas.microsoft.com/office/drawing/2014/main" id="{53AF55DF-7B66-11D7-965A-69EE3C209C80}"/>
              </a:ext>
            </a:extLst>
          </p:cNvPr>
          <p:cNvSpPr>
            <a:spLocks noGrp="1"/>
          </p:cNvSpPr>
          <p:nvPr>
            <p:ph type="body" sz="quarter" idx="13"/>
          </p:nvPr>
        </p:nvSpPr>
        <p:spPr>
          <a:xfrm>
            <a:off x="471541" y="3647883"/>
            <a:ext cx="3020960" cy="1728220"/>
          </a:xfrm>
        </p:spPr>
        <p:txBody>
          <a:bodyPr/>
          <a:lstStyle/>
          <a:p>
            <a:r>
              <a:rPr lang="en-US" dirty="0"/>
              <a:t>Your audience isn’t here for an eye test – help them quickly see the most important data</a:t>
            </a:r>
          </a:p>
        </p:txBody>
      </p:sp>
      <p:sp>
        <p:nvSpPr>
          <p:cNvPr id="3" name="Title 2">
            <a:extLst>
              <a:ext uri="{FF2B5EF4-FFF2-40B4-BE49-F238E27FC236}">
                <a16:creationId xmlns:a16="http://schemas.microsoft.com/office/drawing/2014/main" id="{54D435D8-4B79-F85F-67FA-A7DC7529C3F9}"/>
              </a:ext>
            </a:extLst>
          </p:cNvPr>
          <p:cNvSpPr>
            <a:spLocks noGrp="1"/>
          </p:cNvSpPr>
          <p:nvPr>
            <p:ph type="title"/>
          </p:nvPr>
        </p:nvSpPr>
        <p:spPr/>
        <p:txBody>
          <a:bodyPr/>
          <a:lstStyle/>
          <a:p>
            <a:r>
              <a:rPr lang="en-US" dirty="0"/>
              <a:t>Use large labels</a:t>
            </a:r>
          </a:p>
        </p:txBody>
      </p:sp>
      <p:sp>
        <p:nvSpPr>
          <p:cNvPr id="2" name="Text Placeholder 9">
            <a:extLst>
              <a:ext uri="{FF2B5EF4-FFF2-40B4-BE49-F238E27FC236}">
                <a16:creationId xmlns:a16="http://schemas.microsoft.com/office/drawing/2014/main" id="{9358CEF7-3C62-098E-BB0B-98AF4E3A3905}"/>
              </a:ext>
            </a:extLst>
          </p:cNvPr>
          <p:cNvSpPr txBox="1">
            <a:spLocks/>
          </p:cNvSpPr>
          <p:nvPr/>
        </p:nvSpPr>
        <p:spPr>
          <a:xfrm>
            <a:off x="8003624" y="1428335"/>
            <a:ext cx="2788306" cy="1421928"/>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1200"/>
              </a:spcAft>
              <a:buClr>
                <a:schemeClr val="tx1"/>
              </a:buClr>
              <a:buSzPct val="90000"/>
              <a:buFont typeface="Ember Modern Text" panose="020B0503020204020204" pitchFamily="34" charset="0"/>
              <a:buNone/>
              <a:tabLst/>
              <a:defRPr sz="1200" b="1" kern="1200" cap="all" spc="300" baseline="0">
                <a:solidFill>
                  <a:schemeClr val="accent1">
                    <a:lumMod val="60000"/>
                    <a:lumOff val="40000"/>
                  </a:schemeClr>
                </a:solidFill>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228600" indent="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None/>
              <a:tabLst/>
              <a:defRPr sz="2400" kern="1200">
                <a:solidFill>
                  <a:schemeClr val="tx1"/>
                </a:solidFill>
                <a:latin typeface="+mn-lt"/>
                <a:ea typeface="+mn-ea"/>
                <a:cs typeface="+mn-cs"/>
              </a:defRPr>
            </a:lvl2pPr>
            <a:lvl3pPr marL="457200" indent="0" algn="l" defTabSz="914400" rtl="0" eaLnBrk="1" latinLnBrk="0" hangingPunct="1">
              <a:lnSpc>
                <a:spcPct val="90000"/>
              </a:lnSpc>
              <a:spcBef>
                <a:spcPts val="0"/>
              </a:spcBef>
              <a:spcAft>
                <a:spcPts val="600"/>
              </a:spcAft>
              <a:buClr>
                <a:schemeClr val="tx1"/>
              </a:buClr>
              <a:buFont typeface="Ember Modern Text" panose="020B0503020204020204" pitchFamily="34" charset="0"/>
              <a:buNone/>
              <a:tabLst/>
              <a:defRPr sz="2000" kern="1200">
                <a:solidFill>
                  <a:schemeClr val="tx1"/>
                </a:solidFill>
                <a:latin typeface="+mn-lt"/>
                <a:ea typeface="+mn-ea"/>
                <a:cs typeface="+mn-cs"/>
              </a:defRPr>
            </a:lvl3pPr>
            <a:lvl4pPr marL="685800" indent="0" algn="l" defTabSz="914400" rtl="0" eaLnBrk="1" latinLnBrk="0" hangingPunct="1">
              <a:lnSpc>
                <a:spcPct val="90000"/>
              </a:lnSpc>
              <a:spcBef>
                <a:spcPts val="0"/>
              </a:spcBef>
              <a:spcAft>
                <a:spcPts val="600"/>
              </a:spcAft>
              <a:buClr>
                <a:schemeClr val="tx1"/>
              </a:buClr>
              <a:buFont typeface="Ember Modern Text" panose="020B0503020204020204" pitchFamily="34" charset="0"/>
              <a:buNone/>
              <a:tabLst/>
              <a:defRPr sz="1800" kern="1200">
                <a:solidFill>
                  <a:schemeClr val="tx1"/>
                </a:solidFill>
                <a:latin typeface="+mn-lt"/>
                <a:ea typeface="+mn-ea"/>
                <a:cs typeface="+mn-cs"/>
              </a:defRPr>
            </a:lvl4pPr>
            <a:lvl5pPr marL="685800" indent="0" algn="l" defTabSz="914400" rtl="0" eaLnBrk="1" latinLnBrk="0" hangingPunct="1">
              <a:lnSpc>
                <a:spcPct val="90000"/>
              </a:lnSpc>
              <a:spcBef>
                <a:spcPts val="0"/>
              </a:spcBef>
              <a:buClr>
                <a:schemeClr val="tx1"/>
              </a:buClr>
              <a:buFont typeface="Ember Modern Text" panose="020B0503020204020204" pitchFamily="34" charset="0"/>
              <a:buNone/>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0"/>
              </a:spcBef>
              <a:spcAft>
                <a:spcPts val="1200"/>
              </a:spcAft>
              <a:buClr>
                <a:srgbClr val="FFFFFF"/>
              </a:buClr>
              <a:buSzPct val="90000"/>
              <a:buFont typeface="Ember Modern Text" panose="020B0503020204020204" pitchFamily="34" charset="0"/>
              <a:buNone/>
              <a:tabLst/>
              <a:defRPr/>
            </a:pPr>
            <a:r>
              <a:rPr lang="en-US" sz="9600" b="0" dirty="0">
                <a:solidFill>
                  <a:schemeClr val="tx1"/>
                </a:solidFill>
                <a:latin typeface="Ember Modern SemiMono Beta 08" panose="020B0503020204020204" pitchFamily="34" charset="0"/>
              </a:rPr>
              <a:t>80</a:t>
            </a:r>
            <a:endParaRPr kumimoji="0" lang="en-US" sz="9600" b="0" i="0" u="none" strike="noStrike" kern="1200" cap="all" spc="300" normalizeH="0" baseline="0" noProof="0" dirty="0">
              <a:ln>
                <a:noFill/>
              </a:ln>
              <a:solidFill>
                <a:schemeClr val="tx1"/>
              </a:solidFill>
              <a:effectLst/>
              <a:uLnTx/>
              <a:uFillTx/>
              <a:latin typeface="Ember Modern SemiMono Beta 08" panose="020B0503020204020204" pitchFamily="34" charset="0"/>
            </a:endParaRPr>
          </a:p>
        </p:txBody>
      </p:sp>
      <p:sp>
        <p:nvSpPr>
          <p:cNvPr id="5" name="Rounded Rectangle 3">
            <a:extLst>
              <a:ext uri="{FF2B5EF4-FFF2-40B4-BE49-F238E27FC236}">
                <a16:creationId xmlns:a16="http://schemas.microsoft.com/office/drawing/2014/main" id="{B4CD698D-3486-BB3F-FE8F-84B36D185EF8}"/>
              </a:ext>
            </a:extLst>
          </p:cNvPr>
          <p:cNvSpPr/>
          <p:nvPr/>
        </p:nvSpPr>
        <p:spPr>
          <a:xfrm rot="16200000">
            <a:off x="4409132" y="3251003"/>
            <a:ext cx="4916868" cy="388122"/>
          </a:xfrm>
          <a:prstGeom prst="roundRect">
            <a:avLst>
              <a:gd name="adj" fmla="val 0"/>
            </a:avLst>
          </a:prstGeom>
          <a:solidFill>
            <a:schemeClr val="accent4">
              <a:alpha val="30000"/>
            </a:schemeClr>
          </a:solidFill>
          <a:ln w="19050" cap="flat" cmpd="sng" algn="ctr">
            <a:solidFill>
              <a:schemeClr val="accent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endParaRPr>
          </a:p>
        </p:txBody>
      </p:sp>
      <p:sp>
        <p:nvSpPr>
          <p:cNvPr id="7" name="Rounded Rectangle 5">
            <a:extLst>
              <a:ext uri="{FF2B5EF4-FFF2-40B4-BE49-F238E27FC236}">
                <a16:creationId xmlns:a16="http://schemas.microsoft.com/office/drawing/2014/main" id="{E70A01A3-A7D6-2686-4D35-EB4402B11C83}"/>
              </a:ext>
            </a:extLst>
          </p:cNvPr>
          <p:cNvSpPr/>
          <p:nvPr/>
        </p:nvSpPr>
        <p:spPr>
          <a:xfrm rot="16200000">
            <a:off x="4888553" y="3733577"/>
            <a:ext cx="3958026" cy="312977"/>
          </a:xfrm>
          <a:prstGeom prst="roundRect">
            <a:avLst>
              <a:gd name="adj" fmla="val 0"/>
            </a:avLst>
          </a:prstGeom>
          <a:solidFill>
            <a:schemeClr val="accent4">
              <a:alpha val="66057"/>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endParaRPr>
          </a:p>
        </p:txBody>
      </p:sp>
      <p:sp>
        <p:nvSpPr>
          <p:cNvPr id="8" name="Title 6">
            <a:extLst>
              <a:ext uri="{FF2B5EF4-FFF2-40B4-BE49-F238E27FC236}">
                <a16:creationId xmlns:a16="http://schemas.microsoft.com/office/drawing/2014/main" id="{2BB2C4C5-B415-619F-0455-DE317E4E1F70}"/>
              </a:ext>
            </a:extLst>
          </p:cNvPr>
          <p:cNvSpPr txBox="1">
            <a:spLocks/>
          </p:cNvSpPr>
          <p:nvPr/>
        </p:nvSpPr>
        <p:spPr>
          <a:xfrm>
            <a:off x="8117924" y="2595727"/>
            <a:ext cx="2476989" cy="1148774"/>
          </a:xfrm>
          <a:prstGeom prst="rect">
            <a:avLst/>
          </a:prstGeom>
        </p:spPr>
        <p:txBody>
          <a:bodyPr vert="horz" lIns="0" tIns="146304" rIns="0" bIns="146304" rtlCol="0" anchor="t">
            <a:noAutofit/>
          </a:bodyPr>
          <a:lstStyle>
            <a:lvl1pPr algn="l" defTabSz="914400" rtl="0" eaLnBrk="1" latinLnBrk="0" hangingPunct="1">
              <a:lnSpc>
                <a:spcPct val="90000"/>
              </a:lnSpc>
              <a:spcBef>
                <a:spcPct val="0"/>
              </a:spcBef>
              <a:buNone/>
              <a:defRPr sz="4400" b="1" kern="1200" spc="0" baseline="0">
                <a:solidFill>
                  <a:schemeClr val="tx1"/>
                </a:solidFill>
                <a:latin typeface="+mj-lt"/>
                <a:ea typeface="+mj-ea"/>
                <a:cs typeface="+mj-cs"/>
              </a:defRPr>
            </a:lvl1pPr>
          </a:lstStyle>
          <a:p>
            <a:pPr>
              <a:lnSpc>
                <a:spcPts val="2000"/>
              </a:lnSpc>
              <a:defRPr/>
            </a:pPr>
            <a:r>
              <a:rPr lang="en-US" sz="1600" b="0" dirty="0">
                <a:latin typeface="Ember Modern Text" panose="020B0503020204020204" pitchFamily="34" charset="0"/>
                <a:ea typeface="Ember Modern Text" panose="020B0503020204020204" pitchFamily="34" charset="0"/>
                <a:cs typeface="Ember Modern Text" panose="020B0503020204020204" pitchFamily="34" charset="0"/>
              </a:rPr>
              <a:t>Acceleration in coding tasks with Amazon Q advanced agents</a:t>
            </a:r>
          </a:p>
          <a:p>
            <a:pPr>
              <a:defRPr/>
            </a:pPr>
            <a:endParaRPr lang="en-US" sz="1600" b="0" dirty="0">
              <a:latin typeface="Ember Modern Text" panose="020B0503020204020204" pitchFamily="34" charset="0"/>
              <a:ea typeface="Ember Modern Text" panose="020B0503020204020204" pitchFamily="34" charset="0"/>
              <a:cs typeface="Ember Modern Text" panose="020B0503020204020204" pitchFamily="34" charset="0"/>
            </a:endParaRPr>
          </a:p>
        </p:txBody>
      </p:sp>
      <p:cxnSp>
        <p:nvCxnSpPr>
          <p:cNvPr id="9" name="Straight Connector 8">
            <a:extLst>
              <a:ext uri="{FF2B5EF4-FFF2-40B4-BE49-F238E27FC236}">
                <a16:creationId xmlns:a16="http://schemas.microsoft.com/office/drawing/2014/main" id="{2EA703ED-5759-610F-038E-7B0E6134866E}"/>
              </a:ext>
            </a:extLst>
          </p:cNvPr>
          <p:cNvCxnSpPr>
            <a:cxnSpLocks/>
          </p:cNvCxnSpPr>
          <p:nvPr/>
        </p:nvCxnSpPr>
        <p:spPr>
          <a:xfrm>
            <a:off x="6445770" y="1880145"/>
            <a:ext cx="1424601" cy="0"/>
          </a:xfrm>
          <a:prstGeom prst="line">
            <a:avLst/>
          </a:prstGeom>
          <a:noFill/>
          <a:ln w="19050" cap="flat" cmpd="sng" algn="ctr">
            <a:solidFill>
              <a:srgbClr val="FFFFFF"/>
            </a:solidFill>
            <a:prstDash val="dash"/>
            <a:miter lim="800000"/>
          </a:ln>
          <a:effectLst/>
        </p:spPr>
      </p:cxnSp>
      <p:sp>
        <p:nvSpPr>
          <p:cNvPr id="10" name="Text Placeholder 9">
            <a:extLst>
              <a:ext uri="{FF2B5EF4-FFF2-40B4-BE49-F238E27FC236}">
                <a16:creationId xmlns:a16="http://schemas.microsoft.com/office/drawing/2014/main" id="{1CA8CA31-1F17-F5EA-6BC4-5EAB37552008}"/>
              </a:ext>
            </a:extLst>
          </p:cNvPr>
          <p:cNvSpPr txBox="1">
            <a:spLocks/>
          </p:cNvSpPr>
          <p:nvPr/>
        </p:nvSpPr>
        <p:spPr>
          <a:xfrm>
            <a:off x="9486411" y="1732544"/>
            <a:ext cx="1305519" cy="1006429"/>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1200"/>
              </a:spcAft>
              <a:buClr>
                <a:schemeClr val="tx1"/>
              </a:buClr>
              <a:buSzPct val="90000"/>
              <a:buFont typeface="Ember Modern Text" panose="020B0503020204020204" pitchFamily="34" charset="0"/>
              <a:buNone/>
              <a:tabLst/>
              <a:defRPr sz="1200" b="1" kern="1200" cap="all" spc="300" baseline="0">
                <a:solidFill>
                  <a:schemeClr val="accent1">
                    <a:lumMod val="60000"/>
                    <a:lumOff val="40000"/>
                  </a:schemeClr>
                </a:solidFill>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defRPr>
            </a:lvl1pPr>
            <a:lvl2pPr marL="228600" indent="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None/>
              <a:tabLst/>
              <a:defRPr sz="2400" kern="1200">
                <a:solidFill>
                  <a:schemeClr val="tx1"/>
                </a:solidFill>
                <a:latin typeface="+mn-lt"/>
                <a:ea typeface="+mn-ea"/>
                <a:cs typeface="+mn-cs"/>
              </a:defRPr>
            </a:lvl2pPr>
            <a:lvl3pPr marL="457200" indent="0" algn="l" defTabSz="914400" rtl="0" eaLnBrk="1" latinLnBrk="0" hangingPunct="1">
              <a:lnSpc>
                <a:spcPct val="90000"/>
              </a:lnSpc>
              <a:spcBef>
                <a:spcPts val="0"/>
              </a:spcBef>
              <a:spcAft>
                <a:spcPts val="600"/>
              </a:spcAft>
              <a:buClr>
                <a:schemeClr val="tx1"/>
              </a:buClr>
              <a:buFont typeface="Ember Modern Text" panose="020B0503020204020204" pitchFamily="34" charset="0"/>
              <a:buNone/>
              <a:tabLst/>
              <a:defRPr sz="2000" kern="1200">
                <a:solidFill>
                  <a:schemeClr val="tx1"/>
                </a:solidFill>
                <a:latin typeface="+mn-lt"/>
                <a:ea typeface="+mn-ea"/>
                <a:cs typeface="+mn-cs"/>
              </a:defRPr>
            </a:lvl3pPr>
            <a:lvl4pPr marL="685800" indent="0" algn="l" defTabSz="914400" rtl="0" eaLnBrk="1" latinLnBrk="0" hangingPunct="1">
              <a:lnSpc>
                <a:spcPct val="90000"/>
              </a:lnSpc>
              <a:spcBef>
                <a:spcPts val="0"/>
              </a:spcBef>
              <a:spcAft>
                <a:spcPts val="600"/>
              </a:spcAft>
              <a:buClr>
                <a:schemeClr val="tx1"/>
              </a:buClr>
              <a:buFont typeface="Ember Modern Text" panose="020B0503020204020204" pitchFamily="34" charset="0"/>
              <a:buNone/>
              <a:tabLst/>
              <a:defRPr sz="1800" kern="1200">
                <a:solidFill>
                  <a:schemeClr val="tx1"/>
                </a:solidFill>
                <a:latin typeface="+mn-lt"/>
                <a:ea typeface="+mn-ea"/>
                <a:cs typeface="+mn-cs"/>
              </a:defRPr>
            </a:lvl4pPr>
            <a:lvl5pPr marL="685800" indent="0" algn="l" defTabSz="914400" rtl="0" eaLnBrk="1" latinLnBrk="0" hangingPunct="1">
              <a:lnSpc>
                <a:spcPct val="90000"/>
              </a:lnSpc>
              <a:spcBef>
                <a:spcPts val="0"/>
              </a:spcBef>
              <a:buClr>
                <a:schemeClr val="tx1"/>
              </a:buClr>
              <a:buFont typeface="Ember Modern Text" panose="020B0503020204020204" pitchFamily="34" charset="0"/>
              <a:buNone/>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pPr lvl="0">
              <a:buClr>
                <a:srgbClr val="FFFFFF"/>
              </a:buClr>
              <a:defRPr/>
            </a:pPr>
            <a:r>
              <a:rPr lang="en-US" sz="6600" b="0" dirty="0">
                <a:solidFill>
                  <a:schemeClr val="tx1"/>
                </a:solidFill>
                <a:latin typeface="Ember Modern SemiMono Beta 08" panose="020B0503020204020204" pitchFamily="34" charset="0"/>
              </a:rPr>
              <a:t>%</a:t>
            </a:r>
            <a:endParaRPr kumimoji="0" lang="en-US" sz="6600" b="0" i="0" u="none" strike="noStrike" kern="1200" cap="all" spc="300" normalizeH="0" baseline="0" noProof="0" dirty="0">
              <a:ln>
                <a:noFill/>
              </a:ln>
              <a:solidFill>
                <a:schemeClr val="tx1"/>
              </a:solidFill>
              <a:effectLst/>
              <a:uLnTx/>
              <a:uFillTx/>
              <a:latin typeface="Ember Modern SemiMono Beta 08" panose="020B0503020204020204" pitchFamily="34" charset="0"/>
            </a:endParaRPr>
          </a:p>
        </p:txBody>
      </p:sp>
    </p:spTree>
    <p:extLst>
      <p:ext uri="{BB962C8B-B14F-4D97-AF65-F5344CB8AC3E}">
        <p14:creationId xmlns:p14="http://schemas.microsoft.com/office/powerpoint/2010/main" val="3631674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997EBF6-ADAB-AF94-A847-E4E07A796FD8}"/>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8314C11-9155-CB5E-A8BA-370975F7BC2A}"/>
              </a:ext>
            </a:extLst>
          </p:cNvPr>
          <p:cNvSpPr>
            <a:spLocks noGrp="1"/>
          </p:cNvSpPr>
          <p:nvPr>
            <p:ph type="body" sz="quarter" idx="10"/>
          </p:nvPr>
        </p:nvSpPr>
        <p:spPr/>
        <p:txBody>
          <a:bodyPr/>
          <a:lstStyle/>
          <a:p>
            <a:r>
              <a:rPr lang="en-US" dirty="0"/>
              <a:t>Presenting data</a:t>
            </a:r>
          </a:p>
        </p:txBody>
      </p:sp>
      <p:sp>
        <p:nvSpPr>
          <p:cNvPr id="6" name="Text Placeholder 5">
            <a:extLst>
              <a:ext uri="{FF2B5EF4-FFF2-40B4-BE49-F238E27FC236}">
                <a16:creationId xmlns:a16="http://schemas.microsoft.com/office/drawing/2014/main" id="{EC74B6CD-52B5-C568-7CAC-0194314A3AF8}"/>
              </a:ext>
            </a:extLst>
          </p:cNvPr>
          <p:cNvSpPr>
            <a:spLocks noGrp="1"/>
          </p:cNvSpPr>
          <p:nvPr>
            <p:ph type="body" sz="quarter" idx="13"/>
          </p:nvPr>
        </p:nvSpPr>
        <p:spPr>
          <a:xfrm>
            <a:off x="471540" y="4229100"/>
            <a:ext cx="3011889" cy="1375602"/>
          </a:xfrm>
        </p:spPr>
        <p:txBody>
          <a:bodyPr/>
          <a:lstStyle/>
          <a:p>
            <a:r>
              <a:rPr lang="en-US" dirty="0"/>
              <a:t>If you show the full context, consider what the key takeaway or key piece is and highlight it</a:t>
            </a:r>
          </a:p>
        </p:txBody>
      </p:sp>
      <p:sp>
        <p:nvSpPr>
          <p:cNvPr id="3" name="Title 2">
            <a:extLst>
              <a:ext uri="{FF2B5EF4-FFF2-40B4-BE49-F238E27FC236}">
                <a16:creationId xmlns:a16="http://schemas.microsoft.com/office/drawing/2014/main" id="{57DB1EF1-1F3F-233B-D72C-B9457D4FD8D1}"/>
              </a:ext>
            </a:extLst>
          </p:cNvPr>
          <p:cNvSpPr>
            <a:spLocks noGrp="1"/>
          </p:cNvSpPr>
          <p:nvPr>
            <p:ph type="title"/>
          </p:nvPr>
        </p:nvSpPr>
        <p:spPr>
          <a:xfrm>
            <a:off x="471540" y="2235759"/>
            <a:ext cx="3617860" cy="1640724"/>
          </a:xfrm>
        </p:spPr>
        <p:txBody>
          <a:bodyPr/>
          <a:lstStyle/>
          <a:p>
            <a:r>
              <a:rPr lang="en-US" dirty="0"/>
              <a:t>Highlight the data that’s important</a:t>
            </a:r>
          </a:p>
        </p:txBody>
      </p:sp>
      <p:graphicFrame>
        <p:nvGraphicFramePr>
          <p:cNvPr id="11" name="Chart 10">
            <a:extLst>
              <a:ext uri="{FF2B5EF4-FFF2-40B4-BE49-F238E27FC236}">
                <a16:creationId xmlns:a16="http://schemas.microsoft.com/office/drawing/2014/main" id="{980DF423-14B7-6001-FCFF-23653F49052A}"/>
              </a:ext>
            </a:extLst>
          </p:cNvPr>
          <p:cNvGraphicFramePr/>
          <p:nvPr>
            <p:extLst>
              <p:ext uri="{D42A27DB-BD31-4B8C-83A1-F6EECF244321}">
                <p14:modId xmlns:p14="http://schemas.microsoft.com/office/powerpoint/2010/main" val="3825449608"/>
              </p:ext>
            </p:extLst>
          </p:nvPr>
        </p:nvGraphicFramePr>
        <p:xfrm>
          <a:off x="4445619" y="1591050"/>
          <a:ext cx="7557695" cy="4570866"/>
        </p:xfrm>
        <a:graphic>
          <a:graphicData uri="http://schemas.openxmlformats.org/drawingml/2006/chart">
            <c:chart xmlns:c="http://schemas.openxmlformats.org/drawingml/2006/chart" xmlns:r="http://schemas.openxmlformats.org/officeDocument/2006/relationships" r:id="rId2"/>
          </a:graphicData>
        </a:graphic>
      </p:graphicFrame>
      <p:grpSp>
        <p:nvGrpSpPr>
          <p:cNvPr id="7" name="Group 6">
            <a:extLst>
              <a:ext uri="{FF2B5EF4-FFF2-40B4-BE49-F238E27FC236}">
                <a16:creationId xmlns:a16="http://schemas.microsoft.com/office/drawing/2014/main" id="{34F16225-74F5-D0BE-C6BA-F1D032EB65A4}"/>
              </a:ext>
            </a:extLst>
          </p:cNvPr>
          <p:cNvGrpSpPr/>
          <p:nvPr/>
        </p:nvGrpSpPr>
        <p:grpSpPr>
          <a:xfrm>
            <a:off x="7663592" y="1057180"/>
            <a:ext cx="1885761" cy="1530555"/>
            <a:chOff x="7460846" y="961983"/>
            <a:chExt cx="1885761" cy="1530555"/>
          </a:xfrm>
        </p:grpSpPr>
        <p:cxnSp>
          <p:nvCxnSpPr>
            <p:cNvPr id="8" name="Straight Connector 7">
              <a:extLst>
                <a:ext uri="{FF2B5EF4-FFF2-40B4-BE49-F238E27FC236}">
                  <a16:creationId xmlns:a16="http://schemas.microsoft.com/office/drawing/2014/main" id="{CED8E564-EB51-E9B7-2955-01AB2DAFDCBE}"/>
                </a:ext>
              </a:extLst>
            </p:cNvPr>
            <p:cNvCxnSpPr>
              <a:cxnSpLocks/>
            </p:cNvCxnSpPr>
            <p:nvPr/>
          </p:nvCxnSpPr>
          <p:spPr>
            <a:xfrm>
              <a:off x="7470371" y="971508"/>
              <a:ext cx="0" cy="1521030"/>
            </a:xfrm>
            <a:prstGeom prst="line">
              <a:avLst/>
            </a:prstGeom>
            <a:ln w="19050" cap="rnd">
              <a:solidFill>
                <a:srgbClr val="FF7A28"/>
              </a:solidFill>
              <a:tailEnd type="diamond"/>
            </a:ln>
          </p:spPr>
          <p:style>
            <a:lnRef idx="2">
              <a:schemeClr val="accent1"/>
            </a:lnRef>
            <a:fillRef idx="0">
              <a:schemeClr val="accent1"/>
            </a:fillRef>
            <a:effectRef idx="1">
              <a:schemeClr val="accent1"/>
            </a:effectRef>
            <a:fontRef idx="minor">
              <a:schemeClr val="tx1"/>
            </a:fontRef>
          </p:style>
        </p:cxnSp>
        <p:sp>
          <p:nvSpPr>
            <p:cNvPr id="9" name="Rounded Rectangle 7">
              <a:extLst>
                <a:ext uri="{FF2B5EF4-FFF2-40B4-BE49-F238E27FC236}">
                  <a16:creationId xmlns:a16="http://schemas.microsoft.com/office/drawing/2014/main" id="{09C096B6-7003-0DA4-ECCA-B50FE609A75A}"/>
                </a:ext>
              </a:extLst>
            </p:cNvPr>
            <p:cNvSpPr/>
            <p:nvPr/>
          </p:nvSpPr>
          <p:spPr>
            <a:xfrm>
              <a:off x="7460846" y="961983"/>
              <a:ext cx="1885761" cy="392668"/>
            </a:xfrm>
            <a:prstGeom prst="roundRect">
              <a:avLst>
                <a:gd name="adj" fmla="val 0"/>
              </a:avLst>
            </a:prstGeom>
            <a:solidFill>
              <a:srgbClr val="FF7A28"/>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sz="1600" i="0" u="none" strike="noStrike" kern="0" cap="all" spc="3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Discrepancy</a:t>
              </a:r>
            </a:p>
          </p:txBody>
        </p:sp>
      </p:grpSp>
    </p:spTree>
    <p:extLst>
      <p:ext uri="{BB962C8B-B14F-4D97-AF65-F5344CB8AC3E}">
        <p14:creationId xmlns:p14="http://schemas.microsoft.com/office/powerpoint/2010/main" val="39949981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xmlns:c="http://schemas.openxmlformats.org/drawingml/2006/chart">
      <p:transition>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200" fill="hold"/>
                                            <p:tgtEl>
                                              <p:spTgt spid="7"/>
                                            </p:tgtEl>
                                            <p:attrNameLst>
                                              <p:attrName>ppt_w</p:attrName>
                                            </p:attrNameLst>
                                          </p:cBhvr>
                                          <p:tavLst>
                                            <p:tav tm="0">
                                              <p:val>
                                                <p:fltVal val="0"/>
                                              </p:val>
                                            </p:tav>
                                            <p:tav tm="100000">
                                              <p:val>
                                                <p:strVal val="#ppt_w"/>
                                              </p:val>
                                            </p:tav>
                                          </p:tavLst>
                                        </p:anim>
                                        <p:anim calcmode="lin" valueType="num">
                                          <p:cBhvr>
                                            <p:cTn id="8" dur="200" fill="hold"/>
                                            <p:tgtEl>
                                              <p:spTgt spid="7"/>
                                            </p:tgtEl>
                                            <p:attrNameLst>
                                              <p:attrName>ppt_h</p:attrName>
                                            </p:attrNameLst>
                                          </p:cBhvr>
                                          <p:tavLst>
                                            <p:tav tm="0">
                                              <p:val>
                                                <p:fltVal val="0"/>
                                              </p:val>
                                            </p:tav>
                                            <p:tav tm="100000">
                                              <p:val>
                                                <p:strVal val="#ppt_h"/>
                                              </p:val>
                                            </p:tav>
                                          </p:tavLst>
                                        </p:anim>
                                      </p:childTnLst>
                                    </p:cTn>
                                  </p:par>
                                  <p:par>
                                    <p:cTn id="9" presetID="6" presetClass="emph" presetSubtype="0" fill="hold" nodeType="withEffect" p14:presetBounceEnd="99000">
                                      <p:stCondLst>
                                        <p:cond delay="0"/>
                                      </p:stCondLst>
                                      <p:childTnLst>
                                        <p:animScale p14:bounceEnd="99000">
                                          <p:cBhvr>
                                            <p:cTn id="10" dur="1000" fill="hold"/>
                                            <p:tgtEl>
                                              <p:spTgt spid="7"/>
                                            </p:tgtEl>
                                          </p:cBhvr>
                                          <p:by x="110000" y="110000"/>
                                        </p:animScale>
                                      </p:childTnLst>
                                    </p:cTn>
                                  </p:par>
                                  <p:par>
                                    <p:cTn id="11" presetID="6" presetClass="emph" presetSubtype="0" accel="50000" decel="50000" fill="hold" nodeType="withEffect">
                                      <p:stCondLst>
                                        <p:cond delay="0"/>
                                      </p:stCondLst>
                                      <p:childTnLst>
                                        <p:animScale>
                                          <p:cBhvr>
                                            <p:cTn id="12" dur="250" fill="hold"/>
                                            <p:tgtEl>
                                              <p:spTgt spid="7"/>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200" fill="hold"/>
                                            <p:tgtEl>
                                              <p:spTgt spid="7"/>
                                            </p:tgtEl>
                                            <p:attrNameLst>
                                              <p:attrName>ppt_w</p:attrName>
                                            </p:attrNameLst>
                                          </p:cBhvr>
                                          <p:tavLst>
                                            <p:tav tm="0">
                                              <p:val>
                                                <p:fltVal val="0"/>
                                              </p:val>
                                            </p:tav>
                                            <p:tav tm="100000">
                                              <p:val>
                                                <p:strVal val="#ppt_w"/>
                                              </p:val>
                                            </p:tav>
                                          </p:tavLst>
                                        </p:anim>
                                        <p:anim calcmode="lin" valueType="num">
                                          <p:cBhvr>
                                            <p:cTn id="8" dur="200" fill="hold"/>
                                            <p:tgtEl>
                                              <p:spTgt spid="7"/>
                                            </p:tgtEl>
                                            <p:attrNameLst>
                                              <p:attrName>ppt_h</p:attrName>
                                            </p:attrNameLst>
                                          </p:cBhvr>
                                          <p:tavLst>
                                            <p:tav tm="0">
                                              <p:val>
                                                <p:fltVal val="0"/>
                                              </p:val>
                                            </p:tav>
                                            <p:tav tm="100000">
                                              <p:val>
                                                <p:strVal val="#ppt_h"/>
                                              </p:val>
                                            </p:tav>
                                          </p:tavLst>
                                        </p:anim>
                                      </p:childTnLst>
                                    </p:cTn>
                                  </p:par>
                                  <p:par>
                                    <p:cTn id="9" presetID="6" presetClass="emph" presetSubtype="0" fill="hold" nodeType="withEffect">
                                      <p:stCondLst>
                                        <p:cond delay="0"/>
                                      </p:stCondLst>
                                      <p:childTnLst>
                                        <p:animScale>
                                          <p:cBhvr>
                                            <p:cTn id="10" dur="1000" fill="hold"/>
                                            <p:tgtEl>
                                              <p:spTgt spid="7"/>
                                            </p:tgtEl>
                                          </p:cBhvr>
                                          <p:by x="110000" y="110000"/>
                                        </p:animScale>
                                      </p:childTnLst>
                                    </p:cTn>
                                  </p:par>
                                  <p:par>
                                    <p:cTn id="11" presetID="6" presetClass="emph" presetSubtype="0" accel="50000" decel="50000" fill="hold" nodeType="withEffect">
                                      <p:stCondLst>
                                        <p:cond delay="0"/>
                                      </p:stCondLst>
                                      <p:childTnLst>
                                        <p:animScale>
                                          <p:cBhvr>
                                            <p:cTn id="12" dur="250" fill="hold"/>
                                            <p:tgtEl>
                                              <p:spTgt spid="7"/>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76F26B8-1CA3-985F-7668-1B8144F79FD2}"/>
              </a:ext>
            </a:extLst>
          </p:cNvPr>
          <p:cNvSpPr>
            <a:spLocks noGrp="1"/>
          </p:cNvSpPr>
          <p:nvPr>
            <p:ph type="title"/>
          </p:nvPr>
        </p:nvSpPr>
        <p:spPr>
          <a:xfrm>
            <a:off x="342900" y="692277"/>
            <a:ext cx="11506200" cy="957316"/>
          </a:xfrm>
        </p:spPr>
        <p:txBody>
          <a:bodyPr/>
          <a:lstStyle/>
          <a:p>
            <a:r>
              <a:rPr lang="en-US" dirty="0"/>
              <a:t>Additional chart and data resources</a:t>
            </a:r>
          </a:p>
        </p:txBody>
      </p:sp>
      <p:sp>
        <p:nvSpPr>
          <p:cNvPr id="46" name="Text Placeholder 45">
            <a:extLst>
              <a:ext uri="{FF2B5EF4-FFF2-40B4-BE49-F238E27FC236}">
                <a16:creationId xmlns:a16="http://schemas.microsoft.com/office/drawing/2014/main" id="{A4E3BE7B-E22D-601D-D7FD-F143ECD046D1}"/>
              </a:ext>
            </a:extLst>
          </p:cNvPr>
          <p:cNvSpPr>
            <a:spLocks noGrp="1"/>
          </p:cNvSpPr>
          <p:nvPr>
            <p:ph type="body" sz="quarter" idx="10"/>
          </p:nvPr>
        </p:nvSpPr>
        <p:spPr>
          <a:xfrm>
            <a:off x="342900" y="394394"/>
            <a:ext cx="11506200" cy="297883"/>
          </a:xfrm>
        </p:spPr>
        <p:txBody>
          <a:bodyPr/>
          <a:lstStyle/>
          <a:p>
            <a:r>
              <a:rPr lang="en-US" dirty="0"/>
              <a:t>Increase graphic and text size for on-slide use</a:t>
            </a:r>
          </a:p>
        </p:txBody>
      </p:sp>
      <p:graphicFrame>
        <p:nvGraphicFramePr>
          <p:cNvPr id="8" name="Chart 7">
            <a:extLst>
              <a:ext uri="{FF2B5EF4-FFF2-40B4-BE49-F238E27FC236}">
                <a16:creationId xmlns:a16="http://schemas.microsoft.com/office/drawing/2014/main" id="{9ABACA9A-14DD-88D2-C58D-7F34F8A1A24A}"/>
              </a:ext>
            </a:extLst>
          </p:cNvPr>
          <p:cNvGraphicFramePr/>
          <p:nvPr>
            <p:extLst>
              <p:ext uri="{D42A27DB-BD31-4B8C-83A1-F6EECF244321}">
                <p14:modId xmlns:p14="http://schemas.microsoft.com/office/powerpoint/2010/main" val="3596574908"/>
              </p:ext>
            </p:extLst>
          </p:nvPr>
        </p:nvGraphicFramePr>
        <p:xfrm>
          <a:off x="704850" y="1686224"/>
          <a:ext cx="4559201" cy="2458113"/>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Group 2">
            <a:extLst>
              <a:ext uri="{FF2B5EF4-FFF2-40B4-BE49-F238E27FC236}">
                <a16:creationId xmlns:a16="http://schemas.microsoft.com/office/drawing/2014/main" id="{6B247E2A-22D3-7B4F-E600-740DB9A20B18}"/>
              </a:ext>
            </a:extLst>
          </p:cNvPr>
          <p:cNvGrpSpPr/>
          <p:nvPr/>
        </p:nvGrpSpPr>
        <p:grpSpPr>
          <a:xfrm>
            <a:off x="833184" y="4352560"/>
            <a:ext cx="4188065" cy="1623731"/>
            <a:chOff x="918418" y="4375109"/>
            <a:chExt cx="3557029" cy="1444192"/>
          </a:xfrm>
        </p:grpSpPr>
        <p:sp>
          <p:nvSpPr>
            <p:cNvPr id="9" name="TextBox 8">
              <a:extLst>
                <a:ext uri="{FF2B5EF4-FFF2-40B4-BE49-F238E27FC236}">
                  <a16:creationId xmlns:a16="http://schemas.microsoft.com/office/drawing/2014/main" id="{16D0AAC1-6E3A-38AF-E770-186FE7A9560C}"/>
                </a:ext>
              </a:extLst>
            </p:cNvPr>
            <p:cNvSpPr txBox="1"/>
            <p:nvPr/>
          </p:nvSpPr>
          <p:spPr>
            <a:xfrm>
              <a:off x="918418" y="5567188"/>
              <a:ext cx="1404611" cy="164247"/>
            </a:xfrm>
            <a:prstGeom prst="rect">
              <a:avLst/>
            </a:prstGeom>
            <a:noFill/>
          </p:spPr>
          <p:txBody>
            <a:bodyPr wrap="square" lIns="0" tIns="0" rIns="0" bIns="0" rtlCol="0">
              <a:spAutoFit/>
            </a:bodyPr>
            <a:lstStyle/>
            <a:p>
              <a:r>
                <a:rPr lang="en-US" sz="1200" cap="all" spc="100" dirty="0">
                  <a:solidFill>
                    <a:srgbClr val="FFFFFF"/>
                  </a:solidFill>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Category 3</a:t>
              </a:r>
            </a:p>
          </p:txBody>
        </p:sp>
        <p:cxnSp>
          <p:nvCxnSpPr>
            <p:cNvPr id="10" name="Straight Connector 9">
              <a:extLst>
                <a:ext uri="{FF2B5EF4-FFF2-40B4-BE49-F238E27FC236}">
                  <a16:creationId xmlns:a16="http://schemas.microsoft.com/office/drawing/2014/main" id="{7C6676A9-6AC8-6865-E637-33A30453AF7E}"/>
                </a:ext>
              </a:extLst>
            </p:cNvPr>
            <p:cNvCxnSpPr>
              <a:cxnSpLocks/>
            </p:cNvCxnSpPr>
            <p:nvPr/>
          </p:nvCxnSpPr>
          <p:spPr>
            <a:xfrm>
              <a:off x="966037" y="5819301"/>
              <a:ext cx="3472976" cy="0"/>
            </a:xfrm>
            <a:prstGeom prst="line">
              <a:avLst/>
            </a:prstGeom>
            <a:noFill/>
            <a:ln w="203200" cap="sq" cmpd="sng" algn="ctr">
              <a:solidFill>
                <a:srgbClr val="0578FF">
                  <a:alpha val="50196"/>
                </a:srgbClr>
              </a:solidFill>
              <a:prstDash val="solid"/>
              <a:miter lim="800000"/>
            </a:ln>
            <a:effectLst/>
          </p:spPr>
        </p:cxnSp>
        <p:cxnSp>
          <p:nvCxnSpPr>
            <p:cNvPr id="11" name="Straight Connector 10">
              <a:extLst>
                <a:ext uri="{FF2B5EF4-FFF2-40B4-BE49-F238E27FC236}">
                  <a16:creationId xmlns:a16="http://schemas.microsoft.com/office/drawing/2014/main" id="{63450031-D822-932E-A624-736B0A9CE502}"/>
                </a:ext>
              </a:extLst>
            </p:cNvPr>
            <p:cNvCxnSpPr>
              <a:cxnSpLocks/>
            </p:cNvCxnSpPr>
            <p:nvPr/>
          </p:nvCxnSpPr>
          <p:spPr>
            <a:xfrm>
              <a:off x="966037" y="5819301"/>
              <a:ext cx="1425398" cy="0"/>
            </a:xfrm>
            <a:prstGeom prst="line">
              <a:avLst/>
            </a:prstGeom>
            <a:noFill/>
            <a:ln w="203200" cap="sq" cmpd="sng" algn="ctr">
              <a:solidFill>
                <a:schemeClr val="accent5"/>
              </a:solidFill>
              <a:prstDash val="solid"/>
              <a:miter lim="800000"/>
            </a:ln>
            <a:effectLst/>
          </p:spPr>
        </p:cxnSp>
        <p:sp>
          <p:nvSpPr>
            <p:cNvPr id="12" name="TextBox 11">
              <a:extLst>
                <a:ext uri="{FF2B5EF4-FFF2-40B4-BE49-F238E27FC236}">
                  <a16:creationId xmlns:a16="http://schemas.microsoft.com/office/drawing/2014/main" id="{F6786F13-2746-C4C5-CE6E-51622A7C446C}"/>
                </a:ext>
              </a:extLst>
            </p:cNvPr>
            <p:cNvSpPr txBox="1"/>
            <p:nvPr/>
          </p:nvSpPr>
          <p:spPr>
            <a:xfrm>
              <a:off x="2224035" y="5577448"/>
              <a:ext cx="379296" cy="164247"/>
            </a:xfrm>
            <a:prstGeom prst="rect">
              <a:avLst/>
            </a:prstGeom>
            <a:noFill/>
          </p:spPr>
          <p:txBody>
            <a:bodyPr wrap="square" lIns="0" tIns="0" rIns="0" bIns="0" rtlCol="0">
              <a:spAutoFit/>
            </a:bodyPr>
            <a:lstStyle/>
            <a:p>
              <a:r>
                <a:rPr lang="en-US" sz="1200" dirty="0">
                  <a:solidFill>
                    <a:srgbClr val="FFFFFF"/>
                  </a:solidFill>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XX%</a:t>
              </a:r>
            </a:p>
          </p:txBody>
        </p:sp>
        <p:sp>
          <p:nvSpPr>
            <p:cNvPr id="13" name="TextBox 12">
              <a:extLst>
                <a:ext uri="{FF2B5EF4-FFF2-40B4-BE49-F238E27FC236}">
                  <a16:creationId xmlns:a16="http://schemas.microsoft.com/office/drawing/2014/main" id="{90537240-6A5B-5CCD-C1E5-AE4EE011A708}"/>
                </a:ext>
              </a:extLst>
            </p:cNvPr>
            <p:cNvSpPr txBox="1"/>
            <p:nvPr/>
          </p:nvSpPr>
          <p:spPr>
            <a:xfrm>
              <a:off x="918418" y="4963861"/>
              <a:ext cx="1404611" cy="164247"/>
            </a:xfrm>
            <a:prstGeom prst="rect">
              <a:avLst/>
            </a:prstGeom>
            <a:noFill/>
          </p:spPr>
          <p:txBody>
            <a:bodyPr wrap="square" lIns="0" tIns="0" rIns="0" bIns="0" rtlCol="0">
              <a:spAutoFit/>
            </a:bodyPr>
            <a:lstStyle/>
            <a:p>
              <a:r>
                <a:rPr lang="en-US" sz="1200" cap="all" spc="100" dirty="0">
                  <a:solidFill>
                    <a:srgbClr val="FFFFFF"/>
                  </a:solidFill>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Category 2</a:t>
              </a:r>
            </a:p>
          </p:txBody>
        </p:sp>
        <p:cxnSp>
          <p:nvCxnSpPr>
            <p:cNvPr id="14" name="Straight Connector 13">
              <a:extLst>
                <a:ext uri="{FF2B5EF4-FFF2-40B4-BE49-F238E27FC236}">
                  <a16:creationId xmlns:a16="http://schemas.microsoft.com/office/drawing/2014/main" id="{C3B324B5-A9E7-9E8A-EA34-CFBD100A4FB9}"/>
                </a:ext>
              </a:extLst>
            </p:cNvPr>
            <p:cNvCxnSpPr>
              <a:cxnSpLocks/>
            </p:cNvCxnSpPr>
            <p:nvPr/>
          </p:nvCxnSpPr>
          <p:spPr>
            <a:xfrm>
              <a:off x="966037" y="5215976"/>
              <a:ext cx="3509410" cy="0"/>
            </a:xfrm>
            <a:prstGeom prst="line">
              <a:avLst/>
            </a:prstGeom>
            <a:noFill/>
            <a:ln w="203200" cap="sq" cmpd="sng" algn="ctr">
              <a:solidFill>
                <a:srgbClr val="B052FF">
                  <a:alpha val="50196"/>
                </a:srgbClr>
              </a:solidFill>
              <a:prstDash val="solid"/>
              <a:miter lim="800000"/>
            </a:ln>
            <a:effectLst/>
          </p:spPr>
        </p:cxnSp>
        <p:sp>
          <p:nvSpPr>
            <p:cNvPr id="15" name="TextBox 14">
              <a:extLst>
                <a:ext uri="{FF2B5EF4-FFF2-40B4-BE49-F238E27FC236}">
                  <a16:creationId xmlns:a16="http://schemas.microsoft.com/office/drawing/2014/main" id="{74B60BB8-6D41-A2AD-FD6D-E08A21CE8CFA}"/>
                </a:ext>
              </a:extLst>
            </p:cNvPr>
            <p:cNvSpPr txBox="1"/>
            <p:nvPr/>
          </p:nvSpPr>
          <p:spPr>
            <a:xfrm>
              <a:off x="2874579" y="4974122"/>
              <a:ext cx="379296" cy="164247"/>
            </a:xfrm>
            <a:prstGeom prst="rect">
              <a:avLst/>
            </a:prstGeom>
            <a:noFill/>
          </p:spPr>
          <p:txBody>
            <a:bodyPr wrap="square" lIns="0" tIns="0" rIns="0" bIns="0" rtlCol="0">
              <a:spAutoFit/>
            </a:bodyPr>
            <a:lstStyle/>
            <a:p>
              <a:r>
                <a:rPr lang="en-US" sz="1200" dirty="0">
                  <a:solidFill>
                    <a:srgbClr val="FFFFFF"/>
                  </a:solidFill>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XX%</a:t>
              </a:r>
            </a:p>
          </p:txBody>
        </p:sp>
        <p:cxnSp>
          <p:nvCxnSpPr>
            <p:cNvPr id="16" name="Straight Connector 15">
              <a:extLst>
                <a:ext uri="{FF2B5EF4-FFF2-40B4-BE49-F238E27FC236}">
                  <a16:creationId xmlns:a16="http://schemas.microsoft.com/office/drawing/2014/main" id="{8B7D8184-71B7-EE47-FF7F-446E448D32A3}"/>
                </a:ext>
              </a:extLst>
            </p:cNvPr>
            <p:cNvCxnSpPr>
              <a:cxnSpLocks/>
            </p:cNvCxnSpPr>
            <p:nvPr/>
          </p:nvCxnSpPr>
          <p:spPr>
            <a:xfrm>
              <a:off x="966037" y="5215976"/>
              <a:ext cx="2073919" cy="0"/>
            </a:xfrm>
            <a:prstGeom prst="line">
              <a:avLst/>
            </a:prstGeom>
            <a:noFill/>
            <a:ln w="203200" cap="sq" cmpd="sng" algn="ctr">
              <a:solidFill>
                <a:schemeClr val="accent4"/>
              </a:solidFill>
              <a:prstDash val="solid"/>
              <a:miter lim="800000"/>
            </a:ln>
            <a:effectLst/>
          </p:spPr>
        </p:cxnSp>
        <p:sp>
          <p:nvSpPr>
            <p:cNvPr id="17" name="TextBox 16">
              <a:extLst>
                <a:ext uri="{FF2B5EF4-FFF2-40B4-BE49-F238E27FC236}">
                  <a16:creationId xmlns:a16="http://schemas.microsoft.com/office/drawing/2014/main" id="{45500D71-C05F-A564-7F0E-3AAA398F31C4}"/>
                </a:ext>
              </a:extLst>
            </p:cNvPr>
            <p:cNvSpPr txBox="1"/>
            <p:nvPr/>
          </p:nvSpPr>
          <p:spPr>
            <a:xfrm>
              <a:off x="918418" y="4375109"/>
              <a:ext cx="1404611" cy="164247"/>
            </a:xfrm>
            <a:prstGeom prst="rect">
              <a:avLst/>
            </a:prstGeom>
            <a:noFill/>
          </p:spPr>
          <p:txBody>
            <a:bodyPr wrap="square" lIns="0" tIns="0" rIns="0" bIns="0" rtlCol="0">
              <a:spAutoFit/>
            </a:bodyPr>
            <a:lstStyle/>
            <a:p>
              <a:r>
                <a:rPr lang="en-US" sz="1200" cap="all" spc="100" dirty="0">
                  <a:solidFill>
                    <a:srgbClr val="FFFFFF"/>
                  </a:solidFill>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Category 1</a:t>
              </a:r>
            </a:p>
          </p:txBody>
        </p:sp>
        <p:cxnSp>
          <p:nvCxnSpPr>
            <p:cNvPr id="18" name="Straight Connector 17">
              <a:extLst>
                <a:ext uri="{FF2B5EF4-FFF2-40B4-BE49-F238E27FC236}">
                  <a16:creationId xmlns:a16="http://schemas.microsoft.com/office/drawing/2014/main" id="{7A2B896D-4CBA-3AE2-2535-F1258BCF3A60}"/>
                </a:ext>
              </a:extLst>
            </p:cNvPr>
            <p:cNvCxnSpPr>
              <a:cxnSpLocks/>
            </p:cNvCxnSpPr>
            <p:nvPr/>
          </p:nvCxnSpPr>
          <p:spPr>
            <a:xfrm>
              <a:off x="966037" y="4630865"/>
              <a:ext cx="3509410" cy="0"/>
            </a:xfrm>
            <a:prstGeom prst="line">
              <a:avLst/>
            </a:prstGeom>
            <a:noFill/>
            <a:ln w="203200" cap="sq" cmpd="sng" algn="ctr">
              <a:solidFill>
                <a:srgbClr val="FF4D8B">
                  <a:alpha val="50196"/>
                </a:srgbClr>
              </a:solidFill>
              <a:prstDash val="solid"/>
              <a:miter lim="800000"/>
            </a:ln>
            <a:effectLst/>
          </p:spPr>
        </p:cxnSp>
        <p:sp>
          <p:nvSpPr>
            <p:cNvPr id="19" name="TextBox 18">
              <a:extLst>
                <a:ext uri="{FF2B5EF4-FFF2-40B4-BE49-F238E27FC236}">
                  <a16:creationId xmlns:a16="http://schemas.microsoft.com/office/drawing/2014/main" id="{E208128F-1398-785D-973D-0B2DD5EA8DD4}"/>
                </a:ext>
              </a:extLst>
            </p:cNvPr>
            <p:cNvSpPr txBox="1"/>
            <p:nvPr/>
          </p:nvSpPr>
          <p:spPr>
            <a:xfrm>
              <a:off x="3411813" y="4385370"/>
              <a:ext cx="379296" cy="164247"/>
            </a:xfrm>
            <a:prstGeom prst="rect">
              <a:avLst/>
            </a:prstGeom>
            <a:noFill/>
          </p:spPr>
          <p:txBody>
            <a:bodyPr wrap="square" lIns="0" tIns="0" rIns="0" bIns="0" rtlCol="0">
              <a:spAutoFit/>
            </a:bodyPr>
            <a:lstStyle/>
            <a:p>
              <a:r>
                <a:rPr lang="en-US" sz="1200" dirty="0">
                  <a:solidFill>
                    <a:srgbClr val="FFFFFF"/>
                  </a:solidFill>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XX%</a:t>
              </a:r>
            </a:p>
          </p:txBody>
        </p:sp>
        <p:cxnSp>
          <p:nvCxnSpPr>
            <p:cNvPr id="20" name="Straight Connector 19">
              <a:extLst>
                <a:ext uri="{FF2B5EF4-FFF2-40B4-BE49-F238E27FC236}">
                  <a16:creationId xmlns:a16="http://schemas.microsoft.com/office/drawing/2014/main" id="{443131F1-EC7F-3F8C-CDCB-8A23D718F258}"/>
                </a:ext>
              </a:extLst>
            </p:cNvPr>
            <p:cNvCxnSpPr>
              <a:cxnSpLocks/>
            </p:cNvCxnSpPr>
            <p:nvPr/>
          </p:nvCxnSpPr>
          <p:spPr>
            <a:xfrm>
              <a:off x="966037" y="4630865"/>
              <a:ext cx="2601100" cy="0"/>
            </a:xfrm>
            <a:prstGeom prst="line">
              <a:avLst/>
            </a:prstGeom>
            <a:noFill/>
            <a:ln w="203200" cap="sq" cmpd="sng" algn="ctr">
              <a:solidFill>
                <a:schemeClr val="accent3"/>
              </a:solidFill>
              <a:prstDash val="solid"/>
              <a:miter lim="800000"/>
            </a:ln>
            <a:effectLst/>
          </p:spPr>
        </p:cxnSp>
      </p:grpSp>
      <p:grpSp>
        <p:nvGrpSpPr>
          <p:cNvPr id="2" name="Group 1">
            <a:extLst>
              <a:ext uri="{FF2B5EF4-FFF2-40B4-BE49-F238E27FC236}">
                <a16:creationId xmlns:a16="http://schemas.microsoft.com/office/drawing/2014/main" id="{E2DA88E2-788D-0160-050F-7E45ADE41E8E}"/>
              </a:ext>
            </a:extLst>
          </p:cNvPr>
          <p:cNvGrpSpPr/>
          <p:nvPr/>
        </p:nvGrpSpPr>
        <p:grpSpPr>
          <a:xfrm>
            <a:off x="6252001" y="1791657"/>
            <a:ext cx="5588000" cy="3528853"/>
            <a:chOff x="6556010" y="2686541"/>
            <a:chExt cx="4717572" cy="2979174"/>
          </a:xfrm>
        </p:grpSpPr>
        <p:pic>
          <p:nvPicPr>
            <p:cNvPr id="22" name="Graphic 21">
              <a:extLst>
                <a:ext uri="{FF2B5EF4-FFF2-40B4-BE49-F238E27FC236}">
                  <a16:creationId xmlns:a16="http://schemas.microsoft.com/office/drawing/2014/main" id="{C9F4FA93-4470-7F78-ED52-2AC766E46B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46032" y="4942620"/>
              <a:ext cx="3427550" cy="723095"/>
            </a:xfrm>
            <a:prstGeom prst="rect">
              <a:avLst/>
            </a:prstGeom>
          </p:spPr>
        </p:pic>
        <p:pic>
          <p:nvPicPr>
            <p:cNvPr id="23" name="Graphic 22">
              <a:extLst>
                <a:ext uri="{FF2B5EF4-FFF2-40B4-BE49-F238E27FC236}">
                  <a16:creationId xmlns:a16="http://schemas.microsoft.com/office/drawing/2014/main" id="{2EE2A6FD-0788-9E9D-D711-0AF4A847D2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77029" y="4198323"/>
              <a:ext cx="2565556" cy="723095"/>
            </a:xfrm>
            <a:prstGeom prst="rect">
              <a:avLst/>
            </a:prstGeom>
          </p:spPr>
        </p:pic>
        <p:pic>
          <p:nvPicPr>
            <p:cNvPr id="24" name="Graphic 23">
              <a:extLst>
                <a:ext uri="{FF2B5EF4-FFF2-40B4-BE49-F238E27FC236}">
                  <a16:creationId xmlns:a16="http://schemas.microsoft.com/office/drawing/2014/main" id="{63D89426-8BAC-234B-3173-E9E13F4BDAA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13178" y="3454999"/>
              <a:ext cx="1693258" cy="720449"/>
            </a:xfrm>
            <a:prstGeom prst="rect">
              <a:avLst/>
            </a:prstGeom>
          </p:spPr>
        </p:pic>
        <p:pic>
          <p:nvPicPr>
            <p:cNvPr id="25" name="Graphic 24">
              <a:extLst>
                <a:ext uri="{FF2B5EF4-FFF2-40B4-BE49-F238E27FC236}">
                  <a16:creationId xmlns:a16="http://schemas.microsoft.com/office/drawing/2014/main" id="{9B75D019-76EC-847E-6EE4-CF9107F1D05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31771" y="2686541"/>
              <a:ext cx="856074" cy="735558"/>
            </a:xfrm>
            <a:prstGeom prst="rect">
              <a:avLst/>
            </a:prstGeom>
          </p:spPr>
        </p:pic>
        <p:grpSp>
          <p:nvGrpSpPr>
            <p:cNvPr id="26" name="Group 25">
              <a:extLst>
                <a:ext uri="{FF2B5EF4-FFF2-40B4-BE49-F238E27FC236}">
                  <a16:creationId xmlns:a16="http://schemas.microsoft.com/office/drawing/2014/main" id="{9A9565F0-F3F8-4DBC-1B18-73FB7F1F2D19}"/>
                </a:ext>
              </a:extLst>
            </p:cNvPr>
            <p:cNvGrpSpPr/>
            <p:nvPr/>
          </p:nvGrpSpPr>
          <p:grpSpPr>
            <a:xfrm>
              <a:off x="6620452" y="2686541"/>
              <a:ext cx="2939355" cy="2260914"/>
              <a:chOff x="4345937" y="1404495"/>
              <a:chExt cx="4943269" cy="3187565"/>
            </a:xfrm>
          </p:grpSpPr>
          <p:cxnSp>
            <p:nvCxnSpPr>
              <p:cNvPr id="27" name="Straight Connector 26">
                <a:extLst>
                  <a:ext uri="{FF2B5EF4-FFF2-40B4-BE49-F238E27FC236}">
                    <a16:creationId xmlns:a16="http://schemas.microsoft.com/office/drawing/2014/main" id="{4E94AB38-5E4A-A6A8-73D4-C6CC37BAB072}"/>
                  </a:ext>
                </a:extLst>
              </p:cNvPr>
              <p:cNvCxnSpPr>
                <a:cxnSpLocks/>
              </p:cNvCxnSpPr>
              <p:nvPr/>
            </p:nvCxnSpPr>
            <p:spPr>
              <a:xfrm flipH="1">
                <a:off x="4345937" y="1404495"/>
                <a:ext cx="4943269" cy="0"/>
              </a:xfrm>
              <a:prstGeom prst="line">
                <a:avLst/>
              </a:prstGeom>
              <a:noFill/>
              <a:ln w="19050" cap="flat" cmpd="sng" algn="ctr">
                <a:solidFill>
                  <a:srgbClr val="FFFFFF"/>
                </a:solidFill>
                <a:prstDash val="solid"/>
                <a:miter lim="800000"/>
              </a:ln>
              <a:effectLst/>
            </p:spPr>
          </p:cxnSp>
          <p:cxnSp>
            <p:nvCxnSpPr>
              <p:cNvPr id="28" name="Straight Connector 27">
                <a:extLst>
                  <a:ext uri="{FF2B5EF4-FFF2-40B4-BE49-F238E27FC236}">
                    <a16:creationId xmlns:a16="http://schemas.microsoft.com/office/drawing/2014/main" id="{DC08A52B-2881-DAEE-066C-DDB0743D24EE}"/>
                  </a:ext>
                </a:extLst>
              </p:cNvPr>
              <p:cNvCxnSpPr>
                <a:cxnSpLocks/>
              </p:cNvCxnSpPr>
              <p:nvPr/>
            </p:nvCxnSpPr>
            <p:spPr>
              <a:xfrm flipH="1">
                <a:off x="4345937" y="2493452"/>
                <a:ext cx="4339798" cy="0"/>
              </a:xfrm>
              <a:prstGeom prst="line">
                <a:avLst/>
              </a:prstGeom>
              <a:noFill/>
              <a:ln w="19050" cap="flat" cmpd="sng" algn="ctr">
                <a:solidFill>
                  <a:srgbClr val="FFFFFF"/>
                </a:solidFill>
                <a:prstDash val="solid"/>
                <a:miter lim="800000"/>
              </a:ln>
              <a:effectLst/>
            </p:spPr>
          </p:cxnSp>
          <p:cxnSp>
            <p:nvCxnSpPr>
              <p:cNvPr id="29" name="Straight Connector 28">
                <a:extLst>
                  <a:ext uri="{FF2B5EF4-FFF2-40B4-BE49-F238E27FC236}">
                    <a16:creationId xmlns:a16="http://schemas.microsoft.com/office/drawing/2014/main" id="{A1C7EE20-0352-2C62-AFB5-5129836FC691}"/>
                  </a:ext>
                </a:extLst>
              </p:cNvPr>
              <p:cNvCxnSpPr>
                <a:cxnSpLocks/>
              </p:cNvCxnSpPr>
              <p:nvPr/>
            </p:nvCxnSpPr>
            <p:spPr>
              <a:xfrm flipH="1">
                <a:off x="4345937" y="3544636"/>
                <a:ext cx="3758524" cy="0"/>
              </a:xfrm>
              <a:prstGeom prst="line">
                <a:avLst/>
              </a:prstGeom>
              <a:noFill/>
              <a:ln w="19050" cap="flat" cmpd="sng" algn="ctr">
                <a:solidFill>
                  <a:srgbClr val="FFFFFF"/>
                </a:solidFill>
                <a:prstDash val="solid"/>
                <a:miter lim="800000"/>
              </a:ln>
              <a:effectLst/>
            </p:spPr>
          </p:cxnSp>
          <p:cxnSp>
            <p:nvCxnSpPr>
              <p:cNvPr id="30" name="Straight Connector 29">
                <a:extLst>
                  <a:ext uri="{FF2B5EF4-FFF2-40B4-BE49-F238E27FC236}">
                    <a16:creationId xmlns:a16="http://schemas.microsoft.com/office/drawing/2014/main" id="{7D2FEEA6-693E-409A-BDAC-07C4C15A56DD}"/>
                  </a:ext>
                </a:extLst>
              </p:cNvPr>
              <p:cNvCxnSpPr>
                <a:cxnSpLocks/>
              </p:cNvCxnSpPr>
              <p:nvPr/>
            </p:nvCxnSpPr>
            <p:spPr>
              <a:xfrm flipH="1">
                <a:off x="4345937" y="4592060"/>
                <a:ext cx="3108093" cy="0"/>
              </a:xfrm>
              <a:prstGeom prst="line">
                <a:avLst/>
              </a:prstGeom>
              <a:noFill/>
              <a:ln w="19050" cap="flat" cmpd="sng" algn="ctr">
                <a:solidFill>
                  <a:srgbClr val="FFFFFF"/>
                </a:solidFill>
                <a:prstDash val="solid"/>
                <a:miter lim="800000"/>
              </a:ln>
              <a:effectLst/>
            </p:spPr>
          </p:cxnSp>
        </p:grpSp>
        <p:sp>
          <p:nvSpPr>
            <p:cNvPr id="31" name="Oval 4">
              <a:extLst>
                <a:ext uri="{FF2B5EF4-FFF2-40B4-BE49-F238E27FC236}">
                  <a16:creationId xmlns:a16="http://schemas.microsoft.com/office/drawing/2014/main" id="{B32FEE8B-D764-8619-D53C-DBDDFE2010B6}"/>
                </a:ext>
              </a:extLst>
            </p:cNvPr>
            <p:cNvSpPr txBox="1"/>
            <p:nvPr/>
          </p:nvSpPr>
          <p:spPr>
            <a:xfrm>
              <a:off x="9140772" y="3157062"/>
              <a:ext cx="811259" cy="180043"/>
            </a:xfrm>
            <a:prstGeom prst="rect">
              <a:avLst/>
            </a:prstGeom>
            <a:noFill/>
            <a:ln>
              <a:noFill/>
            </a:ln>
            <a:effectLst/>
          </p:spPr>
          <p:txBody>
            <a:bodyPr spcFirstLastPara="0" vert="horz" wrap="square" lIns="85344" tIns="85344" rIns="85344" bIns="85344"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en-US" sz="1000" i="0" u="none" strike="noStrike" kern="0" cap="all" spc="100" normalizeH="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Label A</a:t>
              </a:r>
            </a:p>
          </p:txBody>
        </p:sp>
        <p:sp>
          <p:nvSpPr>
            <p:cNvPr id="32" name="Oval 4">
              <a:extLst>
                <a:ext uri="{FF2B5EF4-FFF2-40B4-BE49-F238E27FC236}">
                  <a16:creationId xmlns:a16="http://schemas.microsoft.com/office/drawing/2014/main" id="{D86254DA-3436-67AC-8E70-71FDC84149DB}"/>
                </a:ext>
              </a:extLst>
            </p:cNvPr>
            <p:cNvSpPr txBox="1"/>
            <p:nvPr/>
          </p:nvSpPr>
          <p:spPr>
            <a:xfrm>
              <a:off x="9140772" y="3746518"/>
              <a:ext cx="811259" cy="180043"/>
            </a:xfrm>
            <a:prstGeom prst="rect">
              <a:avLst/>
            </a:prstGeom>
            <a:noFill/>
            <a:ln>
              <a:noFill/>
            </a:ln>
            <a:effectLst/>
          </p:spPr>
          <p:txBody>
            <a:bodyPr spcFirstLastPara="0" vert="horz" wrap="square" lIns="85344" tIns="85344" rIns="85344" bIns="85344"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en-US" sz="1000" i="0" u="none" strike="noStrike" kern="0" cap="all" spc="100" normalizeH="0" noProof="0" dirty="0">
                  <a:ln>
                    <a:noFill/>
                  </a:ln>
                  <a:solidFill>
                    <a:srgbClr val="000000"/>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Label B</a:t>
              </a:r>
            </a:p>
          </p:txBody>
        </p:sp>
        <p:sp>
          <p:nvSpPr>
            <p:cNvPr id="33" name="Oval 4">
              <a:extLst>
                <a:ext uri="{FF2B5EF4-FFF2-40B4-BE49-F238E27FC236}">
                  <a16:creationId xmlns:a16="http://schemas.microsoft.com/office/drawing/2014/main" id="{455FFD17-0A9C-B883-7264-02EDB2B04C26}"/>
                </a:ext>
              </a:extLst>
            </p:cNvPr>
            <p:cNvSpPr txBox="1"/>
            <p:nvPr/>
          </p:nvSpPr>
          <p:spPr>
            <a:xfrm>
              <a:off x="9132825" y="4492708"/>
              <a:ext cx="811259" cy="180043"/>
            </a:xfrm>
            <a:prstGeom prst="rect">
              <a:avLst/>
            </a:prstGeom>
            <a:noFill/>
            <a:ln>
              <a:noFill/>
            </a:ln>
            <a:effectLst/>
          </p:spPr>
          <p:txBody>
            <a:bodyPr spcFirstLastPara="0" vert="horz" wrap="square" lIns="85344" tIns="85344" rIns="85344" bIns="85344"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en-US" sz="1000" i="0" u="none" strike="noStrike" kern="0" cap="all" spc="100" normalizeH="0" noProof="0" dirty="0">
                  <a:ln>
                    <a:noFill/>
                  </a:ln>
                  <a:solidFill>
                    <a:srgbClr val="000000"/>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Label C</a:t>
              </a:r>
            </a:p>
          </p:txBody>
        </p:sp>
        <p:sp>
          <p:nvSpPr>
            <p:cNvPr id="34" name="Oval 4">
              <a:extLst>
                <a:ext uri="{FF2B5EF4-FFF2-40B4-BE49-F238E27FC236}">
                  <a16:creationId xmlns:a16="http://schemas.microsoft.com/office/drawing/2014/main" id="{367531A7-9852-E0BF-F976-A67DC6E773E8}"/>
                </a:ext>
              </a:extLst>
            </p:cNvPr>
            <p:cNvSpPr txBox="1"/>
            <p:nvPr/>
          </p:nvSpPr>
          <p:spPr>
            <a:xfrm>
              <a:off x="9132825" y="5230160"/>
              <a:ext cx="811259" cy="180043"/>
            </a:xfrm>
            <a:prstGeom prst="rect">
              <a:avLst/>
            </a:prstGeom>
            <a:noFill/>
            <a:ln>
              <a:noFill/>
            </a:ln>
            <a:effectLst/>
          </p:spPr>
          <p:txBody>
            <a:bodyPr spcFirstLastPara="0" vert="horz" wrap="square" lIns="85344" tIns="85344" rIns="85344" bIns="85344"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en-US" sz="1000" i="0" u="none" strike="noStrike" kern="0" cap="all" spc="100" normalizeH="0" noProof="0" dirty="0">
                  <a:ln>
                    <a:noFill/>
                  </a:ln>
                  <a:solidFill>
                    <a:srgbClr val="000000"/>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Label D</a:t>
              </a:r>
            </a:p>
          </p:txBody>
        </p:sp>
        <p:sp>
          <p:nvSpPr>
            <p:cNvPr id="35" name="Oval 4">
              <a:extLst>
                <a:ext uri="{FF2B5EF4-FFF2-40B4-BE49-F238E27FC236}">
                  <a16:creationId xmlns:a16="http://schemas.microsoft.com/office/drawing/2014/main" id="{2AFCDBAF-2982-87AF-B95C-6D8B06643B44}"/>
                </a:ext>
              </a:extLst>
            </p:cNvPr>
            <p:cNvSpPr txBox="1"/>
            <p:nvPr/>
          </p:nvSpPr>
          <p:spPr>
            <a:xfrm>
              <a:off x="6556010" y="2705261"/>
              <a:ext cx="696914" cy="180043"/>
            </a:xfrm>
            <a:prstGeom prst="rect">
              <a:avLst/>
            </a:prstGeom>
            <a:noFill/>
            <a:ln>
              <a:noFill/>
            </a:ln>
            <a:effectLst/>
          </p:spPr>
          <p:txBody>
            <a:bodyPr spcFirstLastPara="0" vert="horz" wrap="square" lIns="85344" tIns="85344" rIns="85344" bIns="85344" numCol="1" spcCol="1270" anchor="ctr" anchorCtr="0">
              <a:noAutofit/>
            </a:bodyPr>
            <a:lstStyle/>
            <a:p>
              <a:pPr marL="0" marR="0" lvl="0" indent="0" defTabSz="533400" eaLnBrk="1" fontAlgn="auto" latinLnBrk="0" hangingPunct="1">
                <a:lnSpc>
                  <a:spcPct val="90000"/>
                </a:lnSpc>
                <a:spcBef>
                  <a:spcPct val="0"/>
                </a:spcBef>
                <a:spcAft>
                  <a:spcPct val="35000"/>
                </a:spcAft>
                <a:buClrTx/>
                <a:buSzTx/>
                <a:buFontTx/>
                <a:buNone/>
                <a:tabLst/>
                <a:defRPr/>
              </a:pPr>
              <a:r>
                <a:rPr kumimoji="0" lang="en-US" sz="1000" i="0" u="none" strike="noStrike" kern="0" cap="all" spc="100" normalizeH="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Label A</a:t>
              </a:r>
            </a:p>
          </p:txBody>
        </p:sp>
        <p:sp>
          <p:nvSpPr>
            <p:cNvPr id="36" name="Oval 4">
              <a:extLst>
                <a:ext uri="{FF2B5EF4-FFF2-40B4-BE49-F238E27FC236}">
                  <a16:creationId xmlns:a16="http://schemas.microsoft.com/office/drawing/2014/main" id="{D5866258-5B3F-9DB1-6C6F-9CAA88758865}"/>
                </a:ext>
              </a:extLst>
            </p:cNvPr>
            <p:cNvSpPr txBox="1"/>
            <p:nvPr/>
          </p:nvSpPr>
          <p:spPr>
            <a:xfrm>
              <a:off x="6556010" y="3469914"/>
              <a:ext cx="696914" cy="180043"/>
            </a:xfrm>
            <a:prstGeom prst="rect">
              <a:avLst/>
            </a:prstGeom>
            <a:noFill/>
            <a:ln>
              <a:noFill/>
            </a:ln>
            <a:effectLst/>
          </p:spPr>
          <p:txBody>
            <a:bodyPr spcFirstLastPara="0" vert="horz" wrap="square" lIns="85344" tIns="85344" rIns="85344" bIns="85344" numCol="1" spcCol="1270" anchor="ctr" anchorCtr="0">
              <a:noAutofit/>
            </a:bodyPr>
            <a:lstStyle/>
            <a:p>
              <a:pPr marL="0" marR="0" lvl="0" indent="0" defTabSz="533400" eaLnBrk="1" fontAlgn="auto" latinLnBrk="0" hangingPunct="1">
                <a:lnSpc>
                  <a:spcPct val="90000"/>
                </a:lnSpc>
                <a:spcBef>
                  <a:spcPct val="0"/>
                </a:spcBef>
                <a:spcAft>
                  <a:spcPct val="35000"/>
                </a:spcAft>
                <a:buClrTx/>
                <a:buSzTx/>
                <a:buFontTx/>
                <a:buNone/>
                <a:tabLst/>
                <a:defRPr/>
              </a:pPr>
              <a:r>
                <a:rPr kumimoji="0" lang="en-US" sz="1000" i="0" u="none" strike="noStrike" kern="0" cap="all" spc="100" normalizeH="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Label B</a:t>
              </a:r>
            </a:p>
          </p:txBody>
        </p:sp>
        <p:sp>
          <p:nvSpPr>
            <p:cNvPr id="37" name="Oval 4">
              <a:extLst>
                <a:ext uri="{FF2B5EF4-FFF2-40B4-BE49-F238E27FC236}">
                  <a16:creationId xmlns:a16="http://schemas.microsoft.com/office/drawing/2014/main" id="{8CDBF7D7-72DE-944F-B101-14D4B7BA58C8}"/>
                </a:ext>
              </a:extLst>
            </p:cNvPr>
            <p:cNvSpPr txBox="1"/>
            <p:nvPr/>
          </p:nvSpPr>
          <p:spPr>
            <a:xfrm>
              <a:off x="6556010" y="4199786"/>
              <a:ext cx="696914" cy="180043"/>
            </a:xfrm>
            <a:prstGeom prst="rect">
              <a:avLst/>
            </a:prstGeom>
            <a:noFill/>
            <a:ln>
              <a:noFill/>
            </a:ln>
            <a:effectLst/>
          </p:spPr>
          <p:txBody>
            <a:bodyPr spcFirstLastPara="0" vert="horz" wrap="square" lIns="85344" tIns="85344" rIns="85344" bIns="85344" numCol="1" spcCol="1270" anchor="ctr" anchorCtr="0">
              <a:noAutofit/>
            </a:bodyPr>
            <a:lstStyle/>
            <a:p>
              <a:pPr marL="0" marR="0" lvl="0" indent="0" defTabSz="533400" eaLnBrk="1" fontAlgn="auto" latinLnBrk="0" hangingPunct="1">
                <a:lnSpc>
                  <a:spcPct val="90000"/>
                </a:lnSpc>
                <a:spcBef>
                  <a:spcPct val="0"/>
                </a:spcBef>
                <a:spcAft>
                  <a:spcPct val="35000"/>
                </a:spcAft>
                <a:buClrTx/>
                <a:buSzTx/>
                <a:buFontTx/>
                <a:buNone/>
                <a:tabLst/>
                <a:defRPr/>
              </a:pPr>
              <a:r>
                <a:rPr kumimoji="0" lang="en-US" sz="1000" i="0" u="none" strike="noStrike" kern="0" cap="all" spc="100" normalizeH="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Label C</a:t>
              </a:r>
            </a:p>
          </p:txBody>
        </p:sp>
        <p:sp>
          <p:nvSpPr>
            <p:cNvPr id="38" name="Oval 4">
              <a:extLst>
                <a:ext uri="{FF2B5EF4-FFF2-40B4-BE49-F238E27FC236}">
                  <a16:creationId xmlns:a16="http://schemas.microsoft.com/office/drawing/2014/main" id="{A58B24D5-46F4-E931-3FD2-19DEC75DE40A}"/>
                </a:ext>
              </a:extLst>
            </p:cNvPr>
            <p:cNvSpPr txBox="1"/>
            <p:nvPr/>
          </p:nvSpPr>
          <p:spPr>
            <a:xfrm>
              <a:off x="6556010" y="4962787"/>
              <a:ext cx="696914" cy="180043"/>
            </a:xfrm>
            <a:prstGeom prst="rect">
              <a:avLst/>
            </a:prstGeom>
            <a:noFill/>
            <a:ln>
              <a:noFill/>
            </a:ln>
            <a:effectLst/>
          </p:spPr>
          <p:txBody>
            <a:bodyPr spcFirstLastPara="0" vert="horz" wrap="square" lIns="85344" tIns="85344" rIns="85344" bIns="85344" numCol="1" spcCol="1270" anchor="ctr" anchorCtr="0">
              <a:noAutofit/>
            </a:bodyPr>
            <a:lstStyle/>
            <a:p>
              <a:pPr marL="0" marR="0" lvl="0" indent="0" defTabSz="533400" eaLnBrk="1" fontAlgn="auto" latinLnBrk="0" hangingPunct="1">
                <a:lnSpc>
                  <a:spcPct val="90000"/>
                </a:lnSpc>
                <a:spcBef>
                  <a:spcPct val="0"/>
                </a:spcBef>
                <a:spcAft>
                  <a:spcPct val="35000"/>
                </a:spcAft>
                <a:buClrTx/>
                <a:buSzTx/>
                <a:buFontTx/>
                <a:buNone/>
                <a:tabLst/>
                <a:defRPr/>
              </a:pPr>
              <a:r>
                <a:rPr kumimoji="0" lang="en-US" sz="1000" i="0" u="none" strike="noStrike" kern="0" cap="all" spc="100" normalizeH="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Label D</a:t>
              </a:r>
            </a:p>
          </p:txBody>
        </p:sp>
        <p:sp>
          <p:nvSpPr>
            <p:cNvPr id="39" name="Rectangle 38">
              <a:extLst>
                <a:ext uri="{FF2B5EF4-FFF2-40B4-BE49-F238E27FC236}">
                  <a16:creationId xmlns:a16="http://schemas.microsoft.com/office/drawing/2014/main" id="{297ECF4A-E4E0-B18A-9C9E-B8A46545BD0C}"/>
                </a:ext>
              </a:extLst>
            </p:cNvPr>
            <p:cNvSpPr/>
            <p:nvPr/>
          </p:nvSpPr>
          <p:spPr>
            <a:xfrm>
              <a:off x="6565518" y="2854137"/>
              <a:ext cx="1340890" cy="285818"/>
            </a:xfrm>
            <a:prstGeom prst="rect">
              <a:avLst/>
            </a:prstGeom>
            <a:ln>
              <a:noFill/>
            </a:ln>
          </p:spPr>
          <p:txBody>
            <a:bodyPr wrap="square">
              <a:spAutoFit/>
            </a:bodyPr>
            <a:lstStyle/>
            <a:p>
              <a:r>
                <a:rPr lang="en-US" sz="800" dirty="0">
                  <a:solidFill>
                    <a:srgbClr val="FFFFFF"/>
                  </a:solidFill>
                  <a:ea typeface="Ember Modern SemiMono Beta 08" panose="020B0503020204020204" pitchFamily="34" charset="0"/>
                  <a:cs typeface="Ember Modern SemiMono Beta 08" panose="020B0503020204020204" pitchFamily="34" charset="0"/>
                </a:rPr>
                <a:t>Lorem ipsum dolor sit </a:t>
              </a:r>
              <a:r>
                <a:rPr lang="en-US" sz="800" dirty="0" err="1">
                  <a:solidFill>
                    <a:srgbClr val="FFFFFF"/>
                  </a:solidFill>
                  <a:ea typeface="Ember Modern SemiMono Beta 08" panose="020B0503020204020204" pitchFamily="34" charset="0"/>
                  <a:cs typeface="Ember Modern SemiMono Beta 08" panose="020B0503020204020204" pitchFamily="34" charset="0"/>
                </a:rPr>
                <a:t>amet</a:t>
              </a:r>
              <a:r>
                <a:rPr lang="en-US" sz="800" dirty="0">
                  <a:solidFill>
                    <a:srgbClr val="FFFFFF"/>
                  </a:solidFill>
                  <a:ea typeface="Ember Modern SemiMono Beta 08" panose="020B0503020204020204" pitchFamily="34" charset="0"/>
                  <a:cs typeface="Ember Modern SemiMono Beta 08" panose="020B0503020204020204" pitchFamily="34" charset="0"/>
                </a:rPr>
                <a:t>, </a:t>
              </a:r>
              <a:r>
                <a:rPr lang="en-US" sz="800" dirty="0" err="1">
                  <a:solidFill>
                    <a:srgbClr val="FFFFFF"/>
                  </a:solidFill>
                  <a:ea typeface="Ember Modern SemiMono Beta 08" panose="020B0503020204020204" pitchFamily="34" charset="0"/>
                  <a:cs typeface="Ember Modern SemiMono Beta 08" panose="020B0503020204020204" pitchFamily="34" charset="0"/>
                </a:rPr>
                <a:t>consectetur</a:t>
              </a:r>
              <a:r>
                <a:rPr lang="en-US" sz="800" dirty="0">
                  <a:solidFill>
                    <a:srgbClr val="FFFFFF"/>
                  </a:solidFill>
                  <a:ea typeface="Ember Modern SemiMono Beta 08" panose="020B0503020204020204" pitchFamily="34" charset="0"/>
                  <a:cs typeface="Ember Modern SemiMono Beta 08" panose="020B0503020204020204" pitchFamily="34" charset="0"/>
                </a:rPr>
                <a:t> </a:t>
              </a:r>
              <a:r>
                <a:rPr lang="en-US" sz="800" dirty="0" err="1">
                  <a:solidFill>
                    <a:srgbClr val="FFFFFF"/>
                  </a:solidFill>
                  <a:ea typeface="Ember Modern SemiMono Beta 08" panose="020B0503020204020204" pitchFamily="34" charset="0"/>
                  <a:cs typeface="Ember Modern SemiMono Beta 08" panose="020B0503020204020204" pitchFamily="34" charset="0"/>
                </a:rPr>
                <a:t>adipiscing</a:t>
              </a:r>
              <a:r>
                <a:rPr lang="en-US" sz="800" dirty="0">
                  <a:solidFill>
                    <a:srgbClr val="FFFFFF"/>
                  </a:solidFill>
                  <a:ea typeface="Ember Modern SemiMono Beta 08" panose="020B0503020204020204" pitchFamily="34" charset="0"/>
                  <a:cs typeface="Ember Modern SemiMono Beta 08" panose="020B0503020204020204" pitchFamily="34" charset="0"/>
                </a:rPr>
                <a:t> </a:t>
              </a:r>
              <a:r>
                <a:rPr lang="en-US" sz="800" dirty="0" err="1">
                  <a:solidFill>
                    <a:srgbClr val="FFFFFF"/>
                  </a:solidFill>
                  <a:ea typeface="Ember Modern SemiMono Beta 08" panose="020B0503020204020204" pitchFamily="34" charset="0"/>
                  <a:cs typeface="Ember Modern SemiMono Beta 08" panose="020B0503020204020204" pitchFamily="34" charset="0"/>
                </a:rPr>
                <a:t>elit</a:t>
              </a:r>
              <a:endParaRPr lang="en-US" sz="800" dirty="0">
                <a:solidFill>
                  <a:srgbClr val="FFFFFF"/>
                </a:solidFill>
                <a:ea typeface="Ember Modern SemiMono Beta 08" panose="020B0503020204020204" pitchFamily="34" charset="0"/>
                <a:cs typeface="Ember Modern SemiMono Beta 08" panose="020B0503020204020204" pitchFamily="34" charset="0"/>
              </a:endParaRPr>
            </a:p>
          </p:txBody>
        </p:sp>
        <p:sp>
          <p:nvSpPr>
            <p:cNvPr id="40" name="Rectangle 39">
              <a:extLst>
                <a:ext uri="{FF2B5EF4-FFF2-40B4-BE49-F238E27FC236}">
                  <a16:creationId xmlns:a16="http://schemas.microsoft.com/office/drawing/2014/main" id="{EFC4FFCE-B886-9AF9-0521-844B4218E4B3}"/>
                </a:ext>
              </a:extLst>
            </p:cNvPr>
            <p:cNvSpPr/>
            <p:nvPr/>
          </p:nvSpPr>
          <p:spPr>
            <a:xfrm>
              <a:off x="6565518" y="3637366"/>
              <a:ext cx="1340890" cy="285818"/>
            </a:xfrm>
            <a:prstGeom prst="rect">
              <a:avLst/>
            </a:prstGeom>
            <a:ln>
              <a:noFill/>
            </a:ln>
          </p:spPr>
          <p:txBody>
            <a:bodyPr wrap="square">
              <a:spAutoFit/>
            </a:bodyPr>
            <a:lstStyle/>
            <a:p>
              <a:r>
                <a:rPr lang="en-US" sz="800" dirty="0">
                  <a:solidFill>
                    <a:srgbClr val="FFFFFF"/>
                  </a:solidFill>
                  <a:ea typeface="Ember Modern SemiMono Beta 08" panose="020B0503020204020204" pitchFamily="34" charset="0"/>
                  <a:cs typeface="Ember Modern SemiMono Beta 08" panose="020B0503020204020204" pitchFamily="34" charset="0"/>
                </a:rPr>
                <a:t>Lorem ipsum dolor sit </a:t>
              </a:r>
              <a:r>
                <a:rPr lang="en-US" sz="800" dirty="0" err="1">
                  <a:solidFill>
                    <a:srgbClr val="FFFFFF"/>
                  </a:solidFill>
                  <a:ea typeface="Ember Modern SemiMono Beta 08" panose="020B0503020204020204" pitchFamily="34" charset="0"/>
                  <a:cs typeface="Ember Modern SemiMono Beta 08" panose="020B0503020204020204" pitchFamily="34" charset="0"/>
                </a:rPr>
                <a:t>amet</a:t>
              </a:r>
              <a:r>
                <a:rPr lang="en-US" sz="800" dirty="0">
                  <a:solidFill>
                    <a:srgbClr val="FFFFFF"/>
                  </a:solidFill>
                  <a:ea typeface="Ember Modern SemiMono Beta 08" panose="020B0503020204020204" pitchFamily="34" charset="0"/>
                  <a:cs typeface="Ember Modern SemiMono Beta 08" panose="020B0503020204020204" pitchFamily="34" charset="0"/>
                </a:rPr>
                <a:t>, </a:t>
              </a:r>
              <a:r>
                <a:rPr lang="en-US" sz="800" dirty="0" err="1">
                  <a:solidFill>
                    <a:srgbClr val="FFFFFF"/>
                  </a:solidFill>
                  <a:ea typeface="Ember Modern SemiMono Beta 08" panose="020B0503020204020204" pitchFamily="34" charset="0"/>
                  <a:cs typeface="Ember Modern SemiMono Beta 08" panose="020B0503020204020204" pitchFamily="34" charset="0"/>
                </a:rPr>
                <a:t>consectetur</a:t>
              </a:r>
              <a:r>
                <a:rPr lang="en-US" sz="800" dirty="0">
                  <a:solidFill>
                    <a:srgbClr val="FFFFFF"/>
                  </a:solidFill>
                  <a:ea typeface="Ember Modern SemiMono Beta 08" panose="020B0503020204020204" pitchFamily="34" charset="0"/>
                  <a:cs typeface="Ember Modern SemiMono Beta 08" panose="020B0503020204020204" pitchFamily="34" charset="0"/>
                </a:rPr>
                <a:t> </a:t>
              </a:r>
              <a:r>
                <a:rPr lang="en-US" sz="800" dirty="0" err="1">
                  <a:solidFill>
                    <a:srgbClr val="FFFFFF"/>
                  </a:solidFill>
                  <a:ea typeface="Ember Modern SemiMono Beta 08" panose="020B0503020204020204" pitchFamily="34" charset="0"/>
                  <a:cs typeface="Ember Modern SemiMono Beta 08" panose="020B0503020204020204" pitchFamily="34" charset="0"/>
                </a:rPr>
                <a:t>adipiscing</a:t>
              </a:r>
              <a:r>
                <a:rPr lang="en-US" sz="800" dirty="0">
                  <a:solidFill>
                    <a:srgbClr val="FFFFFF"/>
                  </a:solidFill>
                  <a:ea typeface="Ember Modern SemiMono Beta 08" panose="020B0503020204020204" pitchFamily="34" charset="0"/>
                  <a:cs typeface="Ember Modern SemiMono Beta 08" panose="020B0503020204020204" pitchFamily="34" charset="0"/>
                </a:rPr>
                <a:t> </a:t>
              </a:r>
              <a:r>
                <a:rPr lang="en-US" sz="800" dirty="0" err="1">
                  <a:solidFill>
                    <a:srgbClr val="FFFFFF"/>
                  </a:solidFill>
                  <a:ea typeface="Ember Modern SemiMono Beta 08" panose="020B0503020204020204" pitchFamily="34" charset="0"/>
                  <a:cs typeface="Ember Modern SemiMono Beta 08" panose="020B0503020204020204" pitchFamily="34" charset="0"/>
                </a:rPr>
                <a:t>elit</a:t>
              </a:r>
              <a:endParaRPr lang="en-US" sz="800" dirty="0">
                <a:solidFill>
                  <a:srgbClr val="FFFFFF"/>
                </a:solidFill>
                <a:ea typeface="Ember Modern SemiMono Beta 08" panose="020B0503020204020204" pitchFamily="34" charset="0"/>
                <a:cs typeface="Ember Modern SemiMono Beta 08" panose="020B0503020204020204" pitchFamily="34" charset="0"/>
              </a:endParaRPr>
            </a:p>
          </p:txBody>
        </p:sp>
        <p:sp>
          <p:nvSpPr>
            <p:cNvPr id="41" name="Rectangle 40">
              <a:extLst>
                <a:ext uri="{FF2B5EF4-FFF2-40B4-BE49-F238E27FC236}">
                  <a16:creationId xmlns:a16="http://schemas.microsoft.com/office/drawing/2014/main" id="{AFE232DE-30D6-0680-F9AF-42B0D723593C}"/>
                </a:ext>
              </a:extLst>
            </p:cNvPr>
            <p:cNvSpPr/>
            <p:nvPr/>
          </p:nvSpPr>
          <p:spPr>
            <a:xfrm>
              <a:off x="6565518" y="4345945"/>
              <a:ext cx="1340890" cy="285818"/>
            </a:xfrm>
            <a:prstGeom prst="rect">
              <a:avLst/>
            </a:prstGeom>
            <a:ln>
              <a:noFill/>
            </a:ln>
          </p:spPr>
          <p:txBody>
            <a:bodyPr wrap="square">
              <a:spAutoFit/>
            </a:bodyPr>
            <a:lstStyle/>
            <a:p>
              <a:r>
                <a:rPr lang="en-US" sz="800" dirty="0">
                  <a:solidFill>
                    <a:srgbClr val="FFFFFF"/>
                  </a:solidFill>
                  <a:ea typeface="Ember Modern SemiMono Beta 08" panose="020B0503020204020204" pitchFamily="34" charset="0"/>
                  <a:cs typeface="Ember Modern SemiMono Beta 08" panose="020B0503020204020204" pitchFamily="34" charset="0"/>
                </a:rPr>
                <a:t>Lorem ipsum dolor sit </a:t>
              </a:r>
              <a:r>
                <a:rPr lang="en-US" sz="800" dirty="0" err="1">
                  <a:solidFill>
                    <a:srgbClr val="FFFFFF"/>
                  </a:solidFill>
                  <a:ea typeface="Ember Modern SemiMono Beta 08" panose="020B0503020204020204" pitchFamily="34" charset="0"/>
                  <a:cs typeface="Ember Modern SemiMono Beta 08" panose="020B0503020204020204" pitchFamily="34" charset="0"/>
                </a:rPr>
                <a:t>amet</a:t>
              </a:r>
              <a:r>
                <a:rPr lang="en-US" sz="800" dirty="0">
                  <a:solidFill>
                    <a:srgbClr val="FFFFFF"/>
                  </a:solidFill>
                  <a:ea typeface="Ember Modern SemiMono Beta 08" panose="020B0503020204020204" pitchFamily="34" charset="0"/>
                  <a:cs typeface="Ember Modern SemiMono Beta 08" panose="020B0503020204020204" pitchFamily="34" charset="0"/>
                </a:rPr>
                <a:t>, </a:t>
              </a:r>
              <a:r>
                <a:rPr lang="en-US" sz="800" dirty="0" err="1">
                  <a:solidFill>
                    <a:srgbClr val="FFFFFF"/>
                  </a:solidFill>
                  <a:ea typeface="Ember Modern SemiMono Beta 08" panose="020B0503020204020204" pitchFamily="34" charset="0"/>
                  <a:cs typeface="Ember Modern SemiMono Beta 08" panose="020B0503020204020204" pitchFamily="34" charset="0"/>
                </a:rPr>
                <a:t>consectetur</a:t>
              </a:r>
              <a:r>
                <a:rPr lang="en-US" sz="800" dirty="0">
                  <a:solidFill>
                    <a:srgbClr val="FFFFFF"/>
                  </a:solidFill>
                  <a:ea typeface="Ember Modern SemiMono Beta 08" panose="020B0503020204020204" pitchFamily="34" charset="0"/>
                  <a:cs typeface="Ember Modern SemiMono Beta 08" panose="020B0503020204020204" pitchFamily="34" charset="0"/>
                </a:rPr>
                <a:t> </a:t>
              </a:r>
              <a:r>
                <a:rPr lang="en-US" sz="800" dirty="0" err="1">
                  <a:solidFill>
                    <a:srgbClr val="FFFFFF"/>
                  </a:solidFill>
                  <a:ea typeface="Ember Modern SemiMono Beta 08" panose="020B0503020204020204" pitchFamily="34" charset="0"/>
                  <a:cs typeface="Ember Modern SemiMono Beta 08" panose="020B0503020204020204" pitchFamily="34" charset="0"/>
                </a:rPr>
                <a:t>adipiscing</a:t>
              </a:r>
              <a:r>
                <a:rPr lang="en-US" sz="800" dirty="0">
                  <a:solidFill>
                    <a:srgbClr val="FFFFFF"/>
                  </a:solidFill>
                  <a:ea typeface="Ember Modern SemiMono Beta 08" panose="020B0503020204020204" pitchFamily="34" charset="0"/>
                  <a:cs typeface="Ember Modern SemiMono Beta 08" panose="020B0503020204020204" pitchFamily="34" charset="0"/>
                </a:rPr>
                <a:t> </a:t>
              </a:r>
              <a:r>
                <a:rPr lang="en-US" sz="800" dirty="0" err="1">
                  <a:solidFill>
                    <a:srgbClr val="FFFFFF"/>
                  </a:solidFill>
                  <a:ea typeface="Ember Modern SemiMono Beta 08" panose="020B0503020204020204" pitchFamily="34" charset="0"/>
                  <a:cs typeface="Ember Modern SemiMono Beta 08" panose="020B0503020204020204" pitchFamily="34" charset="0"/>
                </a:rPr>
                <a:t>elit</a:t>
              </a:r>
              <a:endParaRPr lang="en-US" sz="800" dirty="0">
                <a:solidFill>
                  <a:srgbClr val="FFFFFF"/>
                </a:solidFill>
                <a:ea typeface="Ember Modern SemiMono Beta 08" panose="020B0503020204020204" pitchFamily="34" charset="0"/>
                <a:cs typeface="Ember Modern SemiMono Beta 08" panose="020B0503020204020204" pitchFamily="34" charset="0"/>
              </a:endParaRPr>
            </a:p>
          </p:txBody>
        </p:sp>
        <p:sp>
          <p:nvSpPr>
            <p:cNvPr id="42" name="Rectangle 41">
              <a:extLst>
                <a:ext uri="{FF2B5EF4-FFF2-40B4-BE49-F238E27FC236}">
                  <a16:creationId xmlns:a16="http://schemas.microsoft.com/office/drawing/2014/main" id="{AE297D5E-1AC1-C25B-0AFC-5054D85D4F82}"/>
                </a:ext>
              </a:extLst>
            </p:cNvPr>
            <p:cNvSpPr/>
            <p:nvPr/>
          </p:nvSpPr>
          <p:spPr>
            <a:xfrm>
              <a:off x="6565518" y="5128083"/>
              <a:ext cx="1340890" cy="297171"/>
            </a:xfrm>
            <a:prstGeom prst="rect">
              <a:avLst/>
            </a:prstGeom>
            <a:ln>
              <a:noFill/>
            </a:ln>
          </p:spPr>
          <p:txBody>
            <a:bodyPr wrap="square">
              <a:spAutoFit/>
            </a:bodyPr>
            <a:lstStyle/>
            <a:p>
              <a:r>
                <a:rPr lang="en-US" sz="800" dirty="0">
                  <a:solidFill>
                    <a:srgbClr val="FFFFFF"/>
                  </a:solidFill>
                  <a:ea typeface="Ember Modern SemiMono Beta 08" panose="020B0503020204020204" pitchFamily="34" charset="0"/>
                  <a:cs typeface="Ember Modern SemiMono Beta 08" panose="020B0503020204020204" pitchFamily="34" charset="0"/>
                </a:rPr>
                <a:t>Lorem ipsum dolor sit </a:t>
              </a:r>
              <a:r>
                <a:rPr lang="en-US" sz="800" dirty="0" err="1">
                  <a:solidFill>
                    <a:srgbClr val="FFFFFF"/>
                  </a:solidFill>
                  <a:ea typeface="Ember Modern SemiMono Beta 08" panose="020B0503020204020204" pitchFamily="34" charset="0"/>
                  <a:cs typeface="Ember Modern SemiMono Beta 08" panose="020B0503020204020204" pitchFamily="34" charset="0"/>
                </a:rPr>
                <a:t>amet</a:t>
              </a:r>
              <a:r>
                <a:rPr lang="en-US" sz="800" dirty="0">
                  <a:solidFill>
                    <a:srgbClr val="FFFFFF"/>
                  </a:solidFill>
                  <a:ea typeface="Ember Modern SemiMono Beta 08" panose="020B0503020204020204" pitchFamily="34" charset="0"/>
                  <a:cs typeface="Ember Modern SemiMono Beta 08" panose="020B0503020204020204" pitchFamily="34" charset="0"/>
                </a:rPr>
                <a:t>, </a:t>
              </a:r>
              <a:r>
                <a:rPr lang="en-US" sz="800" dirty="0" err="1">
                  <a:solidFill>
                    <a:srgbClr val="FFFFFF"/>
                  </a:solidFill>
                  <a:ea typeface="Ember Modern SemiMono Beta 08" panose="020B0503020204020204" pitchFamily="34" charset="0"/>
                  <a:cs typeface="Ember Modern SemiMono Beta 08" panose="020B0503020204020204" pitchFamily="34" charset="0"/>
                </a:rPr>
                <a:t>consectetur</a:t>
              </a:r>
              <a:r>
                <a:rPr lang="en-US" sz="800" dirty="0">
                  <a:solidFill>
                    <a:srgbClr val="FFFFFF"/>
                  </a:solidFill>
                  <a:ea typeface="Ember Modern SemiMono Beta 08" panose="020B0503020204020204" pitchFamily="34" charset="0"/>
                  <a:cs typeface="Ember Modern SemiMono Beta 08" panose="020B0503020204020204" pitchFamily="34" charset="0"/>
                </a:rPr>
                <a:t> </a:t>
              </a:r>
              <a:r>
                <a:rPr lang="en-US" sz="800" dirty="0" err="1">
                  <a:solidFill>
                    <a:srgbClr val="FFFFFF"/>
                  </a:solidFill>
                  <a:ea typeface="Ember Modern SemiMono Beta 08" panose="020B0503020204020204" pitchFamily="34" charset="0"/>
                  <a:cs typeface="Ember Modern SemiMono Beta 08" panose="020B0503020204020204" pitchFamily="34" charset="0"/>
                </a:rPr>
                <a:t>adipiscing</a:t>
              </a:r>
              <a:r>
                <a:rPr lang="en-US" sz="800" dirty="0">
                  <a:solidFill>
                    <a:srgbClr val="FFFFFF"/>
                  </a:solidFill>
                  <a:ea typeface="Ember Modern SemiMono Beta 08" panose="020B0503020204020204" pitchFamily="34" charset="0"/>
                  <a:cs typeface="Ember Modern SemiMono Beta 08" panose="020B0503020204020204" pitchFamily="34" charset="0"/>
                </a:rPr>
                <a:t> </a:t>
              </a:r>
              <a:r>
                <a:rPr lang="en-US" sz="800" dirty="0" err="1">
                  <a:solidFill>
                    <a:srgbClr val="FFFFFF"/>
                  </a:solidFill>
                  <a:ea typeface="Ember Modern SemiMono Beta 08" panose="020B0503020204020204" pitchFamily="34" charset="0"/>
                  <a:cs typeface="Ember Modern SemiMono Beta 08" panose="020B0503020204020204" pitchFamily="34" charset="0"/>
                </a:rPr>
                <a:t>elit</a:t>
              </a:r>
              <a:r>
                <a:rPr lang="en-US" sz="800" dirty="0">
                  <a:solidFill>
                    <a:srgbClr val="FFFFFF"/>
                  </a:solidFill>
                  <a:ea typeface="Ember Modern SemiMono Beta 08" panose="020B0503020204020204" pitchFamily="34" charset="0"/>
                  <a:cs typeface="Ember Modern SemiMono Beta 08" panose="020B0503020204020204" pitchFamily="34" charset="0"/>
                </a:rPr>
                <a:t>\</a:t>
              </a:r>
            </a:p>
          </p:txBody>
        </p:sp>
      </p:grpSp>
    </p:spTree>
    <p:extLst>
      <p:ext uri="{BB962C8B-B14F-4D97-AF65-F5344CB8AC3E}">
        <p14:creationId xmlns:p14="http://schemas.microsoft.com/office/powerpoint/2010/main" val="29549176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xmlns:c="http://schemas.openxmlformats.org/drawingml/2006/chart" xmlns:asvg="http://schemas.microsoft.com/office/drawing/2016/SVG/main">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1B9079-1D21-FEBA-995F-EC228CCEC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F26AC-8A4B-E6EA-52B7-33732729F2E5}"/>
              </a:ext>
            </a:extLst>
          </p:cNvPr>
          <p:cNvSpPr>
            <a:spLocks noGrp="1"/>
          </p:cNvSpPr>
          <p:nvPr>
            <p:ph type="title"/>
          </p:nvPr>
        </p:nvSpPr>
        <p:spPr>
          <a:xfrm>
            <a:off x="342900" y="736600"/>
            <a:ext cx="6724650" cy="957263"/>
          </a:xfrm>
        </p:spPr>
        <p:txBody>
          <a:bodyPr/>
          <a:lstStyle/>
          <a:p>
            <a:r>
              <a:rPr lang="en-US" dirty="0"/>
              <a:t>Applying the template to an existing slide deck</a:t>
            </a:r>
          </a:p>
        </p:txBody>
      </p:sp>
      <p:sp>
        <p:nvSpPr>
          <p:cNvPr id="12" name="Content Placeholder 11">
            <a:extLst>
              <a:ext uri="{FF2B5EF4-FFF2-40B4-BE49-F238E27FC236}">
                <a16:creationId xmlns:a16="http://schemas.microsoft.com/office/drawing/2014/main" id="{89A191AA-29CF-2556-95AA-8A50DF05FDA7}"/>
              </a:ext>
            </a:extLst>
          </p:cNvPr>
          <p:cNvSpPr>
            <a:spLocks noGrp="1"/>
          </p:cNvSpPr>
          <p:nvPr>
            <p:ph idx="1"/>
          </p:nvPr>
        </p:nvSpPr>
        <p:spPr>
          <a:xfrm>
            <a:off x="342901" y="2501962"/>
            <a:ext cx="6600824" cy="3670237"/>
          </a:xfrm>
        </p:spPr>
        <p:txBody>
          <a:bodyPr/>
          <a:lstStyle/>
          <a:p>
            <a:pPr marL="342900" indent="-342900">
              <a:buFont typeface="+mj-lt"/>
              <a:buAutoNum type="arabicPeriod"/>
            </a:pPr>
            <a:r>
              <a:rPr lang="en-US" sz="1400" dirty="0"/>
              <a:t>Select all of the slides in the left-hand pane of this template file and delete them (click on one and press </a:t>
            </a:r>
            <a:r>
              <a:rPr lang="en-US" sz="1400" b="1" dirty="0"/>
              <a:t>Ctrl + A</a:t>
            </a:r>
            <a:r>
              <a:rPr lang="en-US" sz="1400" dirty="0"/>
              <a:t> and then </a:t>
            </a:r>
            <a:r>
              <a:rPr lang="en-US" sz="1400" b="1" dirty="0"/>
              <a:t>Delete</a:t>
            </a:r>
            <a:r>
              <a:rPr lang="en-US" sz="1400" dirty="0"/>
              <a:t>). </a:t>
            </a:r>
          </a:p>
          <a:p>
            <a:pPr marL="342900" indent="-342900">
              <a:buFont typeface="+mj-lt"/>
              <a:buAutoNum type="arabicPeriod"/>
            </a:pPr>
            <a:r>
              <a:rPr lang="en-US" sz="1400" dirty="0"/>
              <a:t>Open the deck you’ve already created and select all of the slides in the left-hand pane (</a:t>
            </a:r>
            <a:r>
              <a:rPr lang="en-US" sz="1400" b="1" dirty="0"/>
              <a:t>Ctrl + A</a:t>
            </a:r>
            <a:r>
              <a:rPr lang="en-US" sz="1400" dirty="0"/>
              <a:t>) and copy them (</a:t>
            </a:r>
            <a:r>
              <a:rPr lang="en-US" sz="1400" b="1" dirty="0"/>
              <a:t>Ctrl + C</a:t>
            </a:r>
            <a:r>
              <a:rPr lang="en-US" sz="1400" dirty="0"/>
              <a:t>).</a:t>
            </a:r>
          </a:p>
          <a:p>
            <a:pPr marL="342900" indent="-342900">
              <a:buFont typeface="+mj-lt"/>
              <a:buAutoNum type="arabicPeriod"/>
            </a:pPr>
            <a:r>
              <a:rPr lang="en-US" sz="1400" dirty="0"/>
              <a:t>In this template file, right-click in the empty left-hand pane and click </a:t>
            </a:r>
            <a:r>
              <a:rPr lang="en-US" sz="1400" b="1" dirty="0"/>
              <a:t>Use Destination Theme </a:t>
            </a:r>
            <a:r>
              <a:rPr lang="en-US" sz="1400" dirty="0"/>
              <a:t>(use this same method to transfer individual slides).</a:t>
            </a:r>
          </a:p>
          <a:p>
            <a:pPr marL="342900" indent="-342900">
              <a:buFont typeface="+mj-lt"/>
              <a:buAutoNum type="arabicPeriod"/>
            </a:pPr>
            <a:endParaRPr lang="en-US" sz="1400" dirty="0"/>
          </a:p>
          <a:p>
            <a:pPr marL="342900" indent="-342900">
              <a:buFont typeface="+mj-lt"/>
              <a:buAutoNum type="arabicPeriod"/>
            </a:pPr>
            <a:endParaRPr lang="en-US" sz="1400" dirty="0"/>
          </a:p>
          <a:p>
            <a:pPr marL="342900" indent="-342900">
              <a:buFont typeface="+mj-lt"/>
              <a:buAutoNum type="arabicPeriod"/>
            </a:pPr>
            <a:endParaRPr lang="en-US" sz="1400" dirty="0"/>
          </a:p>
          <a:p>
            <a:pPr marL="342900" indent="-342900">
              <a:buFont typeface="+mj-lt"/>
              <a:buAutoNum type="arabicPeriod"/>
            </a:pPr>
            <a:r>
              <a:rPr lang="en-US" sz="1400" dirty="0"/>
              <a:t>For each slide in your deck, apply the appropriate layout (</a:t>
            </a:r>
            <a:r>
              <a:rPr lang="en-US" sz="1400" b="1" dirty="0"/>
              <a:t>Home </a:t>
            </a:r>
            <a:r>
              <a:rPr lang="en-US" sz="1400" dirty="0"/>
              <a:t>tab &gt; </a:t>
            </a:r>
            <a:r>
              <a:rPr lang="en-US" sz="1400" b="1" dirty="0"/>
              <a:t>Slides </a:t>
            </a:r>
            <a:r>
              <a:rPr lang="en-US" sz="1400" dirty="0"/>
              <a:t>section &gt; </a:t>
            </a:r>
            <a:r>
              <a:rPr lang="en-US" sz="1400" b="1" dirty="0"/>
              <a:t>Layout</a:t>
            </a:r>
            <a:r>
              <a:rPr lang="en-US" sz="1400" dirty="0"/>
              <a:t>).</a:t>
            </a:r>
          </a:p>
          <a:p>
            <a:pPr marL="342900" indent="-342900">
              <a:buFont typeface="+mj-lt"/>
              <a:buAutoNum type="arabicPeriod"/>
            </a:pPr>
            <a:r>
              <a:rPr lang="en-US" sz="1400" dirty="0"/>
              <a:t>Reset the slides (</a:t>
            </a:r>
            <a:r>
              <a:rPr lang="en-US" sz="1400" b="1" dirty="0"/>
              <a:t>Home</a:t>
            </a:r>
            <a:r>
              <a:rPr lang="en-US" sz="1400" dirty="0"/>
              <a:t> tab &gt; </a:t>
            </a:r>
            <a:r>
              <a:rPr lang="en-US" sz="1400" b="1" dirty="0"/>
              <a:t>Slides</a:t>
            </a:r>
            <a:r>
              <a:rPr lang="en-US" sz="1400" dirty="0"/>
              <a:t> section &gt; </a:t>
            </a:r>
            <a:r>
              <a:rPr lang="en-US" sz="1400" b="1" dirty="0"/>
              <a:t>Reset</a:t>
            </a:r>
            <a:r>
              <a:rPr lang="en-US" sz="1400" dirty="0"/>
              <a:t>) and ensure all content is in the appropriate placeholders and resets to the correct location. If needed, copy-paste the content into the correct placeholders.</a:t>
            </a:r>
          </a:p>
        </p:txBody>
      </p:sp>
      <p:sp>
        <p:nvSpPr>
          <p:cNvPr id="11" name="Text Placeholder 10">
            <a:extLst>
              <a:ext uri="{FF2B5EF4-FFF2-40B4-BE49-F238E27FC236}">
                <a16:creationId xmlns:a16="http://schemas.microsoft.com/office/drawing/2014/main" id="{95448469-A60A-0745-8349-7DC594F17F65}"/>
              </a:ext>
            </a:extLst>
          </p:cNvPr>
          <p:cNvSpPr>
            <a:spLocks noGrp="1"/>
          </p:cNvSpPr>
          <p:nvPr>
            <p:ph type="body" sz="quarter" idx="10"/>
          </p:nvPr>
        </p:nvSpPr>
        <p:spPr>
          <a:xfrm>
            <a:off x="342900" y="394394"/>
            <a:ext cx="11506200" cy="297883"/>
          </a:xfrm>
        </p:spPr>
        <p:txBody>
          <a:bodyPr/>
          <a:lstStyle/>
          <a:p>
            <a:r>
              <a:rPr lang="en-US" dirty="0"/>
              <a:t>Getting this template to work for you</a:t>
            </a:r>
          </a:p>
          <a:p>
            <a:endParaRPr lang="en-US" dirty="0"/>
          </a:p>
        </p:txBody>
      </p:sp>
      <p:grpSp>
        <p:nvGrpSpPr>
          <p:cNvPr id="29" name="Group 28">
            <a:extLst>
              <a:ext uri="{FF2B5EF4-FFF2-40B4-BE49-F238E27FC236}">
                <a16:creationId xmlns:a16="http://schemas.microsoft.com/office/drawing/2014/main" id="{32615F98-B223-328A-9C43-F26DDD7F9382}"/>
              </a:ext>
            </a:extLst>
          </p:cNvPr>
          <p:cNvGrpSpPr/>
          <p:nvPr/>
        </p:nvGrpSpPr>
        <p:grpSpPr>
          <a:xfrm>
            <a:off x="676275" y="3972005"/>
            <a:ext cx="2221872" cy="730149"/>
            <a:chOff x="648328" y="3810000"/>
            <a:chExt cx="2938918" cy="965784"/>
          </a:xfrm>
        </p:grpSpPr>
        <p:grpSp>
          <p:nvGrpSpPr>
            <p:cNvPr id="15" name="Group 14" descr="Paste menu">
              <a:extLst>
                <a:ext uri="{FF2B5EF4-FFF2-40B4-BE49-F238E27FC236}">
                  <a16:creationId xmlns:a16="http://schemas.microsoft.com/office/drawing/2014/main" id="{22902B4A-5B36-B644-17C8-4104CE78382B}"/>
                </a:ext>
              </a:extLst>
            </p:cNvPr>
            <p:cNvGrpSpPr/>
            <p:nvPr/>
          </p:nvGrpSpPr>
          <p:grpSpPr>
            <a:xfrm>
              <a:off x="648328" y="3810000"/>
              <a:ext cx="1383672" cy="965784"/>
              <a:chOff x="10379951" y="1783009"/>
              <a:chExt cx="2272273" cy="1586015"/>
            </a:xfrm>
          </p:grpSpPr>
          <p:pic>
            <p:nvPicPr>
              <p:cNvPr id="16" name="Picture 15">
                <a:extLst>
                  <a:ext uri="{FF2B5EF4-FFF2-40B4-BE49-F238E27FC236}">
                    <a16:creationId xmlns:a16="http://schemas.microsoft.com/office/drawing/2014/main" id="{E85C06C1-0EE6-56DB-F204-91D697C2144F}"/>
                  </a:ext>
                </a:extLst>
              </p:cNvPr>
              <p:cNvPicPr>
                <a:picLocks noChangeAspect="1"/>
              </p:cNvPicPr>
              <p:nvPr/>
            </p:nvPicPr>
            <p:blipFill>
              <a:blip r:embed="rId2"/>
              <a:stretch>
                <a:fillRect/>
              </a:stretch>
            </p:blipFill>
            <p:spPr>
              <a:xfrm>
                <a:off x="10379951" y="1783009"/>
                <a:ext cx="2272273" cy="1586015"/>
              </a:xfrm>
              <a:prstGeom prst="rect">
                <a:avLst/>
              </a:prstGeom>
            </p:spPr>
          </p:pic>
          <p:sp>
            <p:nvSpPr>
              <p:cNvPr id="17" name="Rectangle 16">
                <a:extLst>
                  <a:ext uri="{FF2B5EF4-FFF2-40B4-BE49-F238E27FC236}">
                    <a16:creationId xmlns:a16="http://schemas.microsoft.com/office/drawing/2014/main" id="{8F75756D-03CD-ADA0-0D61-41B0479658FC}"/>
                  </a:ext>
                </a:extLst>
              </p:cNvPr>
              <p:cNvSpPr/>
              <p:nvPr/>
            </p:nvSpPr>
            <p:spPr bwMode="auto">
              <a:xfrm>
                <a:off x="10732088" y="2141307"/>
                <a:ext cx="518493" cy="463890"/>
              </a:xfrm>
              <a:prstGeom prst="rect">
                <a:avLst/>
              </a:prstGeom>
              <a:noFill/>
              <a:ln w="38100">
                <a:solidFill>
                  <a:schemeClr val="accent1"/>
                </a:solidFill>
                <a:miter lim="800000"/>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lIns="152400" tIns="121920" rIns="152400" bIns="121920"/>
              <a:lstStyle/>
              <a:p>
                <a:pPr algn="ctr" defTabSz="777029">
                  <a:lnSpc>
                    <a:spcPct val="90000"/>
                  </a:lnSpc>
                  <a:defRPr/>
                </a:pPr>
                <a:endParaRPr lang="en-US" sz="2000" dirty="0">
                  <a:solidFill>
                    <a:schemeClr val="tx1"/>
                  </a:solidFill>
                  <a:ea typeface="Amazon Ember Display" panose="020F0603020204020204" pitchFamily="34" charset="0"/>
                  <a:cs typeface="Amazon Ember Display" panose="020F0603020204020204" pitchFamily="34" charset="0"/>
                </a:endParaRPr>
              </a:p>
            </p:txBody>
          </p:sp>
        </p:grpSp>
        <p:pic>
          <p:nvPicPr>
            <p:cNvPr id="18" name="Picture 17" descr="Use destination theme menu">
              <a:extLst>
                <a:ext uri="{FF2B5EF4-FFF2-40B4-BE49-F238E27FC236}">
                  <a16:creationId xmlns:a16="http://schemas.microsoft.com/office/drawing/2014/main" id="{281CEE0E-AD66-0681-6802-2FD11B85FF66}"/>
                </a:ext>
              </a:extLst>
            </p:cNvPr>
            <p:cNvPicPr>
              <a:picLocks noChangeAspect="1"/>
            </p:cNvPicPr>
            <p:nvPr/>
          </p:nvPicPr>
          <p:blipFill>
            <a:blip r:embed="rId3"/>
            <a:stretch>
              <a:fillRect/>
            </a:stretch>
          </p:blipFill>
          <p:spPr>
            <a:xfrm>
              <a:off x="1605138" y="4332561"/>
              <a:ext cx="1982108" cy="328163"/>
            </a:xfrm>
            <a:prstGeom prst="rect">
              <a:avLst/>
            </a:prstGeom>
            <a:effectLst>
              <a:outerShdw blurRad="63500" sx="102000" sy="102000" algn="ctr" rotWithShape="0">
                <a:prstClr val="black">
                  <a:alpha val="40000"/>
                </a:prstClr>
              </a:outerShdw>
            </a:effectLst>
          </p:spPr>
        </p:pic>
      </p:grpSp>
      <p:grpSp>
        <p:nvGrpSpPr>
          <p:cNvPr id="3" name="Group 2">
            <a:extLst>
              <a:ext uri="{FF2B5EF4-FFF2-40B4-BE49-F238E27FC236}">
                <a16:creationId xmlns:a16="http://schemas.microsoft.com/office/drawing/2014/main" id="{18B8986C-3A36-A2DE-3A60-CEE6D7C3C972}"/>
              </a:ext>
            </a:extLst>
          </p:cNvPr>
          <p:cNvGrpSpPr/>
          <p:nvPr/>
        </p:nvGrpSpPr>
        <p:grpSpPr>
          <a:xfrm>
            <a:off x="8906281" y="2602186"/>
            <a:ext cx="780263" cy="762000"/>
            <a:chOff x="8317333" y="0"/>
            <a:chExt cx="780263" cy="762000"/>
          </a:xfrm>
        </p:grpSpPr>
        <p:sp>
          <p:nvSpPr>
            <p:cNvPr id="24" name="Rectangle 23">
              <a:extLst>
                <a:ext uri="{FF2B5EF4-FFF2-40B4-BE49-F238E27FC236}">
                  <a16:creationId xmlns:a16="http://schemas.microsoft.com/office/drawing/2014/main" id="{8419E88F-834A-A42C-1449-765202A57DE8}"/>
                </a:ext>
              </a:extLst>
            </p:cNvPr>
            <p:cNvSpPr/>
            <p:nvPr/>
          </p:nvSpPr>
          <p:spPr>
            <a:xfrm>
              <a:off x="8317333" y="0"/>
              <a:ext cx="780263"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18872"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endParaRPr>
            </a:p>
          </p:txBody>
        </p:sp>
        <p:pic>
          <p:nvPicPr>
            <p:cNvPr id="26" name="Graphic 25" descr="Warning outline">
              <a:extLst>
                <a:ext uri="{FF2B5EF4-FFF2-40B4-BE49-F238E27FC236}">
                  <a16:creationId xmlns:a16="http://schemas.microsoft.com/office/drawing/2014/main" id="{A91351EC-7916-774E-C6D0-664F9D8DEB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49929" y="92536"/>
              <a:ext cx="515069" cy="515070"/>
            </a:xfrm>
            <a:prstGeom prst="rect">
              <a:avLst/>
            </a:prstGeom>
          </p:spPr>
        </p:pic>
      </p:grpSp>
      <p:grpSp>
        <p:nvGrpSpPr>
          <p:cNvPr id="4" name="Group 3">
            <a:extLst>
              <a:ext uri="{FF2B5EF4-FFF2-40B4-BE49-F238E27FC236}">
                <a16:creationId xmlns:a16="http://schemas.microsoft.com/office/drawing/2014/main" id="{38714DC9-B511-9DA5-936C-BD86EEFCF28E}"/>
              </a:ext>
            </a:extLst>
          </p:cNvPr>
          <p:cNvGrpSpPr/>
          <p:nvPr/>
        </p:nvGrpSpPr>
        <p:grpSpPr>
          <a:xfrm>
            <a:off x="9686544" y="3364186"/>
            <a:ext cx="2505456" cy="2501962"/>
            <a:chOff x="9686544" y="1"/>
            <a:chExt cx="2505456" cy="2501962"/>
          </a:xfrm>
        </p:grpSpPr>
        <p:sp>
          <p:nvSpPr>
            <p:cNvPr id="20" name="Rectangle 19">
              <a:extLst>
                <a:ext uri="{FF2B5EF4-FFF2-40B4-BE49-F238E27FC236}">
                  <a16:creationId xmlns:a16="http://schemas.microsoft.com/office/drawing/2014/main" id="{DA8116B0-03B8-084D-F3CB-E4FB47304538}"/>
                </a:ext>
              </a:extLst>
            </p:cNvPr>
            <p:cNvSpPr/>
            <p:nvPr/>
          </p:nvSpPr>
          <p:spPr>
            <a:xfrm>
              <a:off x="9686544" y="1"/>
              <a:ext cx="2505456" cy="2501962"/>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2" name="TextBox 21">
              <a:extLst>
                <a:ext uri="{FF2B5EF4-FFF2-40B4-BE49-F238E27FC236}">
                  <a16:creationId xmlns:a16="http://schemas.microsoft.com/office/drawing/2014/main" id="{8E3F0A5D-12A0-1A99-3A2A-7E84FA4BA565}"/>
                </a:ext>
              </a:extLst>
            </p:cNvPr>
            <p:cNvSpPr txBox="1"/>
            <p:nvPr/>
          </p:nvSpPr>
          <p:spPr>
            <a:xfrm>
              <a:off x="9983658" y="225605"/>
              <a:ext cx="2049609" cy="396775"/>
            </a:xfrm>
            <a:prstGeom prst="rect">
              <a:avLst/>
            </a:prstGeom>
            <a:noFill/>
          </p:spPr>
          <p:txBody>
            <a:bodyPr wrap="square" lIns="0" rIns="0" rtlCol="0">
              <a:spAutoFit/>
            </a:bodyPr>
            <a:lstStyle/>
            <a:p>
              <a:pPr algn="l">
                <a:lnSpc>
                  <a:spcPct val="80000"/>
                </a:lnSpc>
              </a:pPr>
              <a:r>
                <a:rPr lang="en-US" sz="2400" dirty="0">
                  <a:latin typeface="+mj-lt"/>
                </a:rPr>
                <a:t>Please note</a:t>
              </a:r>
            </a:p>
          </p:txBody>
        </p:sp>
        <p:sp>
          <p:nvSpPr>
            <p:cNvPr id="28" name="Content Placeholder 11">
              <a:extLst>
                <a:ext uri="{FF2B5EF4-FFF2-40B4-BE49-F238E27FC236}">
                  <a16:creationId xmlns:a16="http://schemas.microsoft.com/office/drawing/2014/main" id="{99EAA7BC-4B2F-085C-BDF9-A0ED83272621}"/>
                </a:ext>
              </a:extLst>
            </p:cNvPr>
            <p:cNvSpPr txBox="1">
              <a:spLocks/>
            </p:cNvSpPr>
            <p:nvPr/>
          </p:nvSpPr>
          <p:spPr>
            <a:xfrm>
              <a:off x="9983658" y="841890"/>
              <a:ext cx="2049609" cy="1415536"/>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400" kern="1200">
                  <a:solidFill>
                    <a:schemeClr val="tx1"/>
                  </a:solidFill>
                  <a:latin typeface="+mn-lt"/>
                  <a:ea typeface="+mn-ea"/>
                  <a:cs typeface="+mn-cs"/>
                </a:defRPr>
              </a:lvl1pPr>
              <a:lvl2pPr marL="5715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000" kern="1200">
                  <a:solidFill>
                    <a:schemeClr val="tx1"/>
                  </a:solidFill>
                  <a:latin typeface="+mn-lt"/>
                  <a:ea typeface="+mn-ea"/>
                  <a:cs typeface="+mn-cs"/>
                </a:defRPr>
              </a:lvl2pPr>
              <a:lvl3pPr marL="914400" indent="-228600" algn="l" defTabSz="914400" rtl="0" eaLnBrk="1" latinLnBrk="0" hangingPunct="1">
                <a:lnSpc>
                  <a:spcPct val="90000"/>
                </a:lnSpc>
                <a:spcBef>
                  <a:spcPts val="0"/>
                </a:spcBef>
                <a:spcAft>
                  <a:spcPts val="600"/>
                </a:spcAft>
                <a:buSzPct val="85000"/>
                <a:buFont typeface="Wingdings" panose="05000000000000000000" pitchFamily="2" charset="2"/>
                <a:buChar char="§"/>
                <a:defRPr sz="1800" kern="1200">
                  <a:solidFill>
                    <a:schemeClr val="tx1"/>
                  </a:solidFill>
                  <a:latin typeface="+mn-lt"/>
                  <a:ea typeface="+mn-ea"/>
                  <a:cs typeface="+mn-cs"/>
                </a:defRPr>
              </a:lvl3pPr>
              <a:lvl4pPr marL="1200150" indent="-228600" algn="l" defTabSz="914400" rtl="0" eaLnBrk="1" latinLnBrk="0" hangingPunct="1">
                <a:lnSpc>
                  <a:spcPct val="90000"/>
                </a:lnSpc>
                <a:spcBef>
                  <a:spcPts val="0"/>
                </a:spcBef>
                <a:spcAft>
                  <a:spcPts val="600"/>
                </a:spcAft>
                <a:buFont typeface="Wingdings" panose="05000000000000000000" pitchFamily="2" charset="2"/>
                <a:buChar char="§"/>
                <a:defRPr sz="1600" kern="1200">
                  <a:solidFill>
                    <a:schemeClr val="tx1"/>
                  </a:solidFill>
                  <a:latin typeface="+mn-lt"/>
                  <a:ea typeface="+mn-ea"/>
                  <a:cs typeface="+mn-cs"/>
                </a:defRPr>
              </a:lvl4pPr>
              <a:lvl5pPr marL="1485900" indent="-228600" algn="l" defTabSz="914400" rtl="0" eaLnBrk="1" latinLnBrk="0" hangingPunct="1">
                <a:lnSpc>
                  <a:spcPct val="90000"/>
                </a:lnSpc>
                <a:spcBef>
                  <a:spcPts val="0"/>
                </a:spcBef>
                <a:spcAft>
                  <a:spcPts val="600"/>
                </a:spcAft>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pPr marL="0" indent="0">
                <a:buNone/>
              </a:pPr>
              <a:r>
                <a:rPr lang="en-US" sz="1200" dirty="0"/>
                <a:t>If you’re copying slides from the </a:t>
              </a:r>
              <a:r>
                <a:rPr lang="en-US" sz="1200" dirty="0" err="1"/>
                <a:t>re:Invent</a:t>
              </a:r>
              <a:r>
                <a:rPr lang="en-US" sz="1200" dirty="0"/>
                <a:t> 2025 template, your slides may not transfer as smoothly as earlier template versions. You may need to copy-paste content into the placeholders to fully apply the template layouts.</a:t>
              </a:r>
            </a:p>
          </p:txBody>
        </p:sp>
      </p:grpSp>
    </p:spTree>
    <p:extLst>
      <p:ext uri="{BB962C8B-B14F-4D97-AF65-F5344CB8AC3E}">
        <p14:creationId xmlns:p14="http://schemas.microsoft.com/office/powerpoint/2010/main" val="15991101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87B2E-3226-B704-6FC2-911180C8368D}"/>
              </a:ext>
            </a:extLst>
          </p:cNvPr>
          <p:cNvSpPr>
            <a:spLocks noGrp="1"/>
          </p:cNvSpPr>
          <p:nvPr>
            <p:ph type="title"/>
          </p:nvPr>
        </p:nvSpPr>
        <p:spPr>
          <a:xfrm>
            <a:off x="342900" y="735819"/>
            <a:ext cx="11506200" cy="957316"/>
          </a:xfrm>
        </p:spPr>
        <p:txBody>
          <a:bodyPr/>
          <a:lstStyle/>
          <a:p>
            <a:r>
              <a:rPr lang="en-US" dirty="0"/>
              <a:t>Creating new slides within the template file</a:t>
            </a:r>
          </a:p>
        </p:txBody>
      </p:sp>
      <p:sp>
        <p:nvSpPr>
          <p:cNvPr id="4" name="Text Placeholder 3">
            <a:extLst>
              <a:ext uri="{FF2B5EF4-FFF2-40B4-BE49-F238E27FC236}">
                <a16:creationId xmlns:a16="http://schemas.microsoft.com/office/drawing/2014/main" id="{8CAE7C88-3CC7-4BA9-7835-B44BBD3E1C66}"/>
              </a:ext>
            </a:extLst>
          </p:cNvPr>
          <p:cNvSpPr>
            <a:spLocks noGrp="1"/>
          </p:cNvSpPr>
          <p:nvPr>
            <p:ph type="body" sz="quarter" idx="10"/>
          </p:nvPr>
        </p:nvSpPr>
        <p:spPr>
          <a:xfrm>
            <a:off x="342900" y="394394"/>
            <a:ext cx="11506200" cy="297883"/>
          </a:xfrm>
        </p:spPr>
        <p:txBody>
          <a:bodyPr/>
          <a:lstStyle/>
          <a:p>
            <a:r>
              <a:rPr lang="en-US" dirty="0"/>
              <a:t>Getting this template to work for you</a:t>
            </a:r>
          </a:p>
        </p:txBody>
      </p:sp>
      <p:sp>
        <p:nvSpPr>
          <p:cNvPr id="3" name="Content Placeholder 2">
            <a:extLst>
              <a:ext uri="{FF2B5EF4-FFF2-40B4-BE49-F238E27FC236}">
                <a16:creationId xmlns:a16="http://schemas.microsoft.com/office/drawing/2014/main" id="{A5F169E9-8845-0C1A-A4E4-1A152A7C394A}"/>
              </a:ext>
            </a:extLst>
          </p:cNvPr>
          <p:cNvSpPr>
            <a:spLocks noGrp="1"/>
          </p:cNvSpPr>
          <p:nvPr>
            <p:ph sz="quarter" idx="11"/>
          </p:nvPr>
        </p:nvSpPr>
        <p:spPr>
          <a:xfrm>
            <a:off x="342900" y="2524917"/>
            <a:ext cx="4295088" cy="3652046"/>
          </a:xfrm>
        </p:spPr>
        <p:txBody>
          <a:bodyPr/>
          <a:lstStyle/>
          <a:p>
            <a:pPr marL="282575" indent="-282575">
              <a:buFont typeface="+mj-lt"/>
              <a:buAutoNum type="arabicPeriod"/>
            </a:pPr>
            <a:r>
              <a:rPr lang="en-US" sz="1400" dirty="0"/>
              <a:t>Enter your content on the blank slides in the </a:t>
            </a:r>
            <a:r>
              <a:rPr lang="en-US" sz="1400" b="1" dirty="0"/>
              <a:t>Layouts</a:t>
            </a:r>
            <a:r>
              <a:rPr lang="en-US" sz="1400" dirty="0"/>
              <a:t> section and delete any unneeded or hidden slides.</a:t>
            </a:r>
          </a:p>
          <a:p>
            <a:pPr marL="282575" indent="-282575">
              <a:buFont typeface="+mj-lt"/>
              <a:buAutoNum type="arabicPeriod"/>
            </a:pPr>
            <a:r>
              <a:rPr lang="en-US" sz="1400" dirty="0"/>
              <a:t>If you want to add more slides, on the </a:t>
            </a:r>
            <a:r>
              <a:rPr lang="en-US" sz="1400" b="1" dirty="0"/>
              <a:t>Insert</a:t>
            </a:r>
            <a:r>
              <a:rPr lang="en-US" sz="1400" dirty="0"/>
              <a:t> tab, select the little arrow under </a:t>
            </a:r>
            <a:r>
              <a:rPr lang="en-US" sz="1400" b="1" dirty="0"/>
              <a:t>New Slide</a:t>
            </a:r>
            <a:r>
              <a:rPr lang="en-US" sz="1400" dirty="0"/>
              <a:t>, and then select your desired layout from the options displayed. Fill out your slide content using the preformatted content placeholders.</a:t>
            </a:r>
          </a:p>
          <a:p>
            <a:pPr marL="282575" indent="-282575">
              <a:buFont typeface="+mj-lt"/>
              <a:buAutoNum type="arabicPeriod"/>
            </a:pPr>
            <a:r>
              <a:rPr lang="en-US" sz="1400" dirty="0"/>
              <a:t>End the deck with the Thank You slide.</a:t>
            </a:r>
          </a:p>
        </p:txBody>
      </p:sp>
      <p:sp>
        <p:nvSpPr>
          <p:cNvPr id="5" name="Content Placeholder 4">
            <a:extLst>
              <a:ext uri="{FF2B5EF4-FFF2-40B4-BE49-F238E27FC236}">
                <a16:creationId xmlns:a16="http://schemas.microsoft.com/office/drawing/2014/main" id="{A3296F04-C0A1-7F86-2C6A-0F31A460869D}"/>
              </a:ext>
            </a:extLst>
          </p:cNvPr>
          <p:cNvSpPr>
            <a:spLocks noGrp="1"/>
          </p:cNvSpPr>
          <p:nvPr>
            <p:ph sz="quarter" idx="12"/>
          </p:nvPr>
        </p:nvSpPr>
        <p:spPr>
          <a:xfrm>
            <a:off x="6381750" y="2524917"/>
            <a:ext cx="4723025" cy="3652046"/>
          </a:xfrm>
        </p:spPr>
        <p:txBody>
          <a:bodyPr/>
          <a:lstStyle/>
          <a:p>
            <a:pPr marL="0" indent="0">
              <a:buNone/>
            </a:pPr>
            <a:r>
              <a:rPr lang="en-US" sz="1400" dirty="0"/>
              <a:t>The </a:t>
            </a:r>
            <a:r>
              <a:rPr lang="en-US" sz="1400" b="1" dirty="0"/>
              <a:t>Examples</a:t>
            </a:r>
            <a:r>
              <a:rPr lang="en-US" sz="1400" dirty="0"/>
              <a:t> sections include predesigned layouts and graphic elements created by designers to align with AWS brand guidance. We encourage you to use these slides wherever they fit your content as you build your slide deck.</a:t>
            </a:r>
          </a:p>
          <a:p>
            <a:pPr marL="282575" indent="-282575">
              <a:buFont typeface="+mj-lt"/>
              <a:buAutoNum type="arabicPeriod"/>
            </a:pPr>
            <a:r>
              <a:rPr lang="en-US" sz="1400" dirty="0"/>
              <a:t>Copy-paste the example slide to the right location in your deck. Copy-pasting preserves the original design in case you want to use it again.</a:t>
            </a:r>
          </a:p>
          <a:p>
            <a:pPr marL="282575" indent="-282575">
              <a:buFont typeface="+mj-lt"/>
              <a:buAutoNum type="arabicPeriod"/>
            </a:pPr>
            <a:r>
              <a:rPr lang="en-US" sz="1400" dirty="0"/>
              <a:t>Right-click on the slide in the left-hand pane and </a:t>
            </a:r>
            <a:r>
              <a:rPr lang="en-US" sz="1400" b="1" dirty="0"/>
              <a:t>Unhide</a:t>
            </a:r>
            <a:r>
              <a:rPr lang="en-US" sz="1400" dirty="0"/>
              <a:t> it so that it shows up in your presentation.</a:t>
            </a:r>
          </a:p>
          <a:p>
            <a:pPr marL="282575" indent="-282575">
              <a:buFont typeface="+mj-lt"/>
              <a:buAutoNum type="arabicPeriod"/>
            </a:pPr>
            <a:r>
              <a:rPr lang="en-US" sz="1400" dirty="0"/>
              <a:t>Replace all placeholder text with your slide content.</a:t>
            </a:r>
          </a:p>
          <a:p>
            <a:pPr marL="282575" indent="-282575">
              <a:buFont typeface="+mj-lt"/>
              <a:buAutoNum type="arabicPeriod"/>
            </a:pPr>
            <a:r>
              <a:rPr lang="en-US" sz="1400" dirty="0"/>
              <a:t>Review any photos, icons, or other graphics to make sure that they suit your content and replace as needed.</a:t>
            </a:r>
          </a:p>
          <a:p>
            <a:pPr marL="282575" indent="-282575">
              <a:buFont typeface="+mj-lt"/>
              <a:buAutoNum type="arabicPeriod"/>
            </a:pPr>
            <a:r>
              <a:rPr lang="en-US" sz="1400" dirty="0"/>
              <a:t>When you’re done building, delete all hidden sample slides to reduce file size.</a:t>
            </a:r>
          </a:p>
        </p:txBody>
      </p:sp>
      <p:sp>
        <p:nvSpPr>
          <p:cNvPr id="12" name="Text Placeholder 2">
            <a:extLst>
              <a:ext uri="{FF2B5EF4-FFF2-40B4-BE49-F238E27FC236}">
                <a16:creationId xmlns:a16="http://schemas.microsoft.com/office/drawing/2014/main" id="{E90ABD8D-9961-0C3E-D4E8-5A1CFC0B9E28}"/>
              </a:ext>
            </a:extLst>
          </p:cNvPr>
          <p:cNvSpPr txBox="1">
            <a:spLocks/>
          </p:cNvSpPr>
          <p:nvPr/>
        </p:nvSpPr>
        <p:spPr>
          <a:xfrm>
            <a:off x="342900" y="1920080"/>
            <a:ext cx="5467351" cy="604837"/>
          </a:xfrm>
          <a:prstGeom prst="rect">
            <a:avLst/>
          </a:prstGeom>
        </p:spPr>
        <p:txBody>
          <a:bodyPr vert="horz" lIns="0" tIns="45720" rIns="0" bIns="45720" rtlCol="0" anchor="t">
            <a:noAutofit/>
          </a:bodyPr>
          <a:lstStyle>
            <a:lvl1pPr lvl="0" indent="0">
              <a:lnSpc>
                <a:spcPct val="90000"/>
              </a:lnSpc>
              <a:spcBef>
                <a:spcPts val="0"/>
              </a:spcBef>
              <a:spcAft>
                <a:spcPts val="800"/>
              </a:spcAft>
              <a:buSzPct val="85000"/>
              <a:buFont typeface="Wingdings" panose="05000000000000000000" pitchFamily="2" charset="2"/>
              <a:buNone/>
              <a:defRPr sz="2800" b="0">
                <a:latin typeface="Ember Modern Display" panose="020B0503020204020204" pitchFamily="34" charset="0"/>
              </a:defRPr>
            </a:lvl1pPr>
            <a:lvl2pPr indent="0">
              <a:lnSpc>
                <a:spcPct val="90000"/>
              </a:lnSpc>
              <a:spcBef>
                <a:spcPts val="0"/>
              </a:spcBef>
              <a:spcAft>
                <a:spcPts val="800"/>
              </a:spcAft>
              <a:buSzPct val="85000"/>
              <a:buFont typeface="Wingdings" panose="05000000000000000000" pitchFamily="2" charset="2"/>
              <a:buNone/>
              <a:defRPr sz="2000" b="1"/>
            </a:lvl2pPr>
            <a:lvl3pPr indent="0">
              <a:lnSpc>
                <a:spcPct val="90000"/>
              </a:lnSpc>
              <a:spcBef>
                <a:spcPts val="0"/>
              </a:spcBef>
              <a:spcAft>
                <a:spcPts val="600"/>
              </a:spcAft>
              <a:buSzPct val="85000"/>
              <a:buFont typeface="Wingdings" panose="05000000000000000000" pitchFamily="2" charset="2"/>
              <a:buNone/>
              <a:defRPr b="1"/>
            </a:lvl3pPr>
            <a:lvl4pPr indent="0">
              <a:lnSpc>
                <a:spcPct val="90000"/>
              </a:lnSpc>
              <a:spcBef>
                <a:spcPts val="0"/>
              </a:spcBef>
              <a:spcAft>
                <a:spcPts val="600"/>
              </a:spcAft>
              <a:buFont typeface="Wingdings" panose="05000000000000000000" pitchFamily="2" charset="2"/>
              <a:buNone/>
              <a:defRPr sz="1600" b="1"/>
            </a:lvl4pPr>
            <a:lvl5pPr indent="0">
              <a:lnSpc>
                <a:spcPct val="90000"/>
              </a:lnSpc>
              <a:spcBef>
                <a:spcPts val="0"/>
              </a:spcBef>
              <a:spcAft>
                <a:spcPts val="600"/>
              </a:spcAft>
              <a:buFont typeface="Wingdings" panose="05000000000000000000" pitchFamily="2" charset="2"/>
              <a:buNone/>
              <a:defRPr sz="1600" b="1"/>
            </a:lvl5pPr>
            <a:lvl6pPr indent="0">
              <a:lnSpc>
                <a:spcPct val="90000"/>
              </a:lnSpc>
              <a:spcBef>
                <a:spcPts val="500"/>
              </a:spcBef>
              <a:buFont typeface="Ember Modern Text" panose="020B0503020204020204" pitchFamily="34" charset="0"/>
              <a:buNone/>
              <a:defRPr sz="1600" b="1"/>
            </a:lvl6pPr>
            <a:lvl7pPr indent="0">
              <a:lnSpc>
                <a:spcPct val="90000"/>
              </a:lnSpc>
              <a:spcBef>
                <a:spcPts val="500"/>
              </a:spcBef>
              <a:buFont typeface="Ember Modern Text" panose="020B0503020204020204" pitchFamily="34" charset="0"/>
              <a:buNone/>
              <a:defRPr sz="1600" b="1"/>
            </a:lvl7pPr>
            <a:lvl8pPr indent="0">
              <a:lnSpc>
                <a:spcPct val="90000"/>
              </a:lnSpc>
              <a:spcBef>
                <a:spcPts val="500"/>
              </a:spcBef>
              <a:buFont typeface="Ember Modern Text" panose="020B0503020204020204" pitchFamily="34" charset="0"/>
              <a:buNone/>
              <a:defRPr sz="1600" b="1"/>
            </a:lvl8pPr>
            <a:lvl9pPr indent="0">
              <a:lnSpc>
                <a:spcPct val="90000"/>
              </a:lnSpc>
              <a:spcBef>
                <a:spcPts val="500"/>
              </a:spcBef>
              <a:buFont typeface="Ember Modern Text" panose="020B0503020204020204" pitchFamily="34" charset="0"/>
              <a:buNone/>
              <a:defRPr sz="1600" b="1"/>
            </a:lvl9pPr>
          </a:lstStyle>
          <a:p>
            <a:r>
              <a:rPr lang="en-US" sz="2400" dirty="0"/>
              <a:t>Using the template layouts</a:t>
            </a:r>
          </a:p>
        </p:txBody>
      </p:sp>
      <p:sp>
        <p:nvSpPr>
          <p:cNvPr id="13" name="Text Placeholder 4">
            <a:extLst>
              <a:ext uri="{FF2B5EF4-FFF2-40B4-BE49-F238E27FC236}">
                <a16:creationId xmlns:a16="http://schemas.microsoft.com/office/drawing/2014/main" id="{01554545-0893-06C0-0B3C-4B912467878F}"/>
              </a:ext>
            </a:extLst>
          </p:cNvPr>
          <p:cNvSpPr txBox="1">
            <a:spLocks/>
          </p:cNvSpPr>
          <p:nvPr/>
        </p:nvSpPr>
        <p:spPr>
          <a:xfrm>
            <a:off x="6381750" y="1920080"/>
            <a:ext cx="5445124" cy="604837"/>
          </a:xfrm>
          <a:prstGeom prst="rect">
            <a:avLst/>
          </a:prstGeom>
        </p:spPr>
        <p:txBody>
          <a:bodyPr vert="horz" lIns="0" tIns="45720" rIns="0" bIns="45720" rtlCol="0" anchor="t">
            <a:noAutofit/>
          </a:bodyPr>
          <a:lstStyle>
            <a:lvl1pPr lvl="0" indent="0">
              <a:lnSpc>
                <a:spcPct val="90000"/>
              </a:lnSpc>
              <a:spcBef>
                <a:spcPts val="0"/>
              </a:spcBef>
              <a:spcAft>
                <a:spcPts val="800"/>
              </a:spcAft>
              <a:buSzPct val="85000"/>
              <a:buFont typeface="Wingdings" panose="05000000000000000000" pitchFamily="2" charset="2"/>
              <a:buNone/>
              <a:defRPr sz="2800" b="0">
                <a:latin typeface="Ember Modern Display" panose="020B0503020204020204" pitchFamily="34" charset="0"/>
              </a:defRPr>
            </a:lvl1pPr>
            <a:lvl2pPr indent="0">
              <a:lnSpc>
                <a:spcPct val="90000"/>
              </a:lnSpc>
              <a:spcBef>
                <a:spcPts val="0"/>
              </a:spcBef>
              <a:spcAft>
                <a:spcPts val="800"/>
              </a:spcAft>
              <a:buSzPct val="85000"/>
              <a:buFont typeface="Wingdings" panose="05000000000000000000" pitchFamily="2" charset="2"/>
              <a:buNone/>
              <a:defRPr sz="2000" b="1"/>
            </a:lvl2pPr>
            <a:lvl3pPr indent="0">
              <a:lnSpc>
                <a:spcPct val="90000"/>
              </a:lnSpc>
              <a:spcBef>
                <a:spcPts val="0"/>
              </a:spcBef>
              <a:spcAft>
                <a:spcPts val="600"/>
              </a:spcAft>
              <a:buSzPct val="85000"/>
              <a:buFont typeface="Wingdings" panose="05000000000000000000" pitchFamily="2" charset="2"/>
              <a:buNone/>
              <a:defRPr b="1"/>
            </a:lvl3pPr>
            <a:lvl4pPr indent="0">
              <a:lnSpc>
                <a:spcPct val="90000"/>
              </a:lnSpc>
              <a:spcBef>
                <a:spcPts val="0"/>
              </a:spcBef>
              <a:spcAft>
                <a:spcPts val="600"/>
              </a:spcAft>
              <a:buFont typeface="Wingdings" panose="05000000000000000000" pitchFamily="2" charset="2"/>
              <a:buNone/>
              <a:defRPr sz="1600" b="1"/>
            </a:lvl4pPr>
            <a:lvl5pPr indent="0">
              <a:lnSpc>
                <a:spcPct val="90000"/>
              </a:lnSpc>
              <a:spcBef>
                <a:spcPts val="0"/>
              </a:spcBef>
              <a:spcAft>
                <a:spcPts val="600"/>
              </a:spcAft>
              <a:buFont typeface="Wingdings" panose="05000000000000000000" pitchFamily="2" charset="2"/>
              <a:buNone/>
              <a:defRPr sz="1600" b="1"/>
            </a:lvl5pPr>
            <a:lvl6pPr indent="0">
              <a:lnSpc>
                <a:spcPct val="90000"/>
              </a:lnSpc>
              <a:spcBef>
                <a:spcPts val="500"/>
              </a:spcBef>
              <a:buFont typeface="Ember Modern Text" panose="020B0503020204020204" pitchFamily="34" charset="0"/>
              <a:buNone/>
              <a:defRPr sz="1600" b="1"/>
            </a:lvl6pPr>
            <a:lvl7pPr indent="0">
              <a:lnSpc>
                <a:spcPct val="90000"/>
              </a:lnSpc>
              <a:spcBef>
                <a:spcPts val="500"/>
              </a:spcBef>
              <a:buFont typeface="Ember Modern Text" panose="020B0503020204020204" pitchFamily="34" charset="0"/>
              <a:buNone/>
              <a:defRPr sz="1600" b="1"/>
            </a:lvl7pPr>
            <a:lvl8pPr indent="0">
              <a:lnSpc>
                <a:spcPct val="90000"/>
              </a:lnSpc>
              <a:spcBef>
                <a:spcPts val="500"/>
              </a:spcBef>
              <a:buFont typeface="Ember Modern Text" panose="020B0503020204020204" pitchFamily="34" charset="0"/>
              <a:buNone/>
              <a:defRPr sz="1600" b="1"/>
            </a:lvl8pPr>
            <a:lvl9pPr indent="0">
              <a:lnSpc>
                <a:spcPct val="90000"/>
              </a:lnSpc>
              <a:spcBef>
                <a:spcPts val="500"/>
              </a:spcBef>
              <a:buFont typeface="Ember Modern Text" panose="020B0503020204020204" pitchFamily="34" charset="0"/>
              <a:buNone/>
              <a:defRPr sz="1600" b="1"/>
            </a:lvl9pPr>
          </a:lstStyle>
          <a:p>
            <a:r>
              <a:rPr lang="en-US" sz="2400" dirty="0"/>
              <a:t>Using the example slides</a:t>
            </a:r>
          </a:p>
        </p:txBody>
      </p:sp>
    </p:spTree>
    <p:extLst>
      <p:ext uri="{BB962C8B-B14F-4D97-AF65-F5344CB8AC3E}">
        <p14:creationId xmlns:p14="http://schemas.microsoft.com/office/powerpoint/2010/main" val="3565766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5C8DE68-5EE1-91D5-CCDA-3A04F3EA4FC3}"/>
              </a:ext>
            </a:extLst>
          </p:cNvPr>
          <p:cNvSpPr/>
          <p:nvPr/>
        </p:nvSpPr>
        <p:spPr>
          <a:xfrm>
            <a:off x="6477000" y="2667465"/>
            <a:ext cx="5334000" cy="3428535"/>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3" name="Rectangle 2">
            <a:extLst>
              <a:ext uri="{FF2B5EF4-FFF2-40B4-BE49-F238E27FC236}">
                <a16:creationId xmlns:a16="http://schemas.microsoft.com/office/drawing/2014/main" id="{E5701F6D-75D5-8E34-C437-0B390738E373}"/>
              </a:ext>
            </a:extLst>
          </p:cNvPr>
          <p:cNvSpPr/>
          <p:nvPr/>
        </p:nvSpPr>
        <p:spPr>
          <a:xfrm>
            <a:off x="10461624" y="4791075"/>
            <a:ext cx="882651" cy="26987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10" name="Rectangle 9">
            <a:extLst>
              <a:ext uri="{FF2B5EF4-FFF2-40B4-BE49-F238E27FC236}">
                <a16:creationId xmlns:a16="http://schemas.microsoft.com/office/drawing/2014/main" id="{D4E4742E-963F-3207-EF8E-604A39616563}"/>
              </a:ext>
            </a:extLst>
          </p:cNvPr>
          <p:cNvSpPr/>
          <p:nvPr/>
        </p:nvSpPr>
        <p:spPr>
          <a:xfrm>
            <a:off x="390035" y="2667465"/>
            <a:ext cx="5333999" cy="3428535"/>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 name="Title 1">
            <a:extLst>
              <a:ext uri="{FF2B5EF4-FFF2-40B4-BE49-F238E27FC236}">
                <a16:creationId xmlns:a16="http://schemas.microsoft.com/office/drawing/2014/main" id="{A33987AB-5819-5E3A-CF15-0FB64074BA79}"/>
              </a:ext>
            </a:extLst>
          </p:cNvPr>
          <p:cNvSpPr>
            <a:spLocks noGrp="1"/>
          </p:cNvSpPr>
          <p:nvPr>
            <p:ph type="title"/>
          </p:nvPr>
        </p:nvSpPr>
        <p:spPr/>
        <p:txBody>
          <a:bodyPr/>
          <a:lstStyle/>
          <a:p>
            <a:r>
              <a:rPr lang="en-US" dirty="0"/>
              <a:t>Font guidance</a:t>
            </a:r>
          </a:p>
        </p:txBody>
      </p:sp>
      <p:grpSp>
        <p:nvGrpSpPr>
          <p:cNvPr id="19" name="Group 18">
            <a:extLst>
              <a:ext uri="{FF2B5EF4-FFF2-40B4-BE49-F238E27FC236}">
                <a16:creationId xmlns:a16="http://schemas.microsoft.com/office/drawing/2014/main" id="{4F6404DA-BF29-F486-1624-631A84B9F2E7}"/>
              </a:ext>
            </a:extLst>
          </p:cNvPr>
          <p:cNvGrpSpPr/>
          <p:nvPr/>
        </p:nvGrpSpPr>
        <p:grpSpPr>
          <a:xfrm>
            <a:off x="771034" y="3931337"/>
            <a:ext cx="4572000" cy="1790027"/>
            <a:chOff x="1295172" y="4029875"/>
            <a:chExt cx="3182485" cy="1246006"/>
          </a:xfrm>
        </p:grpSpPr>
        <p:sp>
          <p:nvSpPr>
            <p:cNvPr id="24" name="TextBox 23">
              <a:extLst>
                <a:ext uri="{FF2B5EF4-FFF2-40B4-BE49-F238E27FC236}">
                  <a16:creationId xmlns:a16="http://schemas.microsoft.com/office/drawing/2014/main" id="{664C9C1B-E9E9-60EF-E80F-A36A3D980BF4}"/>
                </a:ext>
              </a:extLst>
            </p:cNvPr>
            <p:cNvSpPr txBox="1"/>
            <p:nvPr/>
          </p:nvSpPr>
          <p:spPr>
            <a:xfrm>
              <a:off x="1295172" y="4988802"/>
              <a:ext cx="3182485" cy="287079"/>
            </a:xfrm>
            <a:prstGeom prst="rect">
              <a:avLst/>
            </a:prstGeom>
            <a:noFill/>
          </p:spPr>
          <p:txBody>
            <a:bodyPr wrap="square" lIns="152400" tIns="121920" rIns="152400" bIns="121920" rtlCol="0">
              <a:spAutoFit/>
            </a:bodyPr>
            <a:lstStyle/>
            <a:p>
              <a:pPr marL="0" marR="0" lvl="0" indent="0" algn="ctr" defTabSz="914400" rtl="0" eaLnBrk="1" fontAlgn="auto" latinLnBrk="0" hangingPunct="1">
                <a:lnSpc>
                  <a:spcPct val="90000"/>
                </a:lnSpc>
                <a:spcBef>
                  <a:spcPts val="0"/>
                </a:spcBef>
                <a:spcAft>
                  <a:spcPts val="1500"/>
                </a:spcAft>
                <a:buClrTx/>
                <a:buSzTx/>
                <a:buFontTx/>
                <a:buNone/>
                <a:tabLst/>
                <a:defRPr/>
              </a:pPr>
              <a:r>
                <a:rPr kumimoji="0" lang="en-US" sz="1200" b="0" i="0" u="none" strike="noStrike" kern="1200" cap="none" spc="0" normalizeH="0" baseline="0" noProof="0" dirty="0">
                  <a:ln>
                    <a:noFill/>
                  </a:ln>
                  <a:effectLst/>
                  <a:uLnTx/>
                  <a:uFillTx/>
                  <a:latin typeface="Ember Modern Text" panose="020B0503020204020204" pitchFamily="34" charset="0"/>
                  <a:ea typeface="+mn-ea"/>
                  <a:cs typeface="+mn-cs"/>
                </a:rPr>
                <a:t>If not, contact the event manager for a font pack</a:t>
              </a:r>
            </a:p>
          </p:txBody>
        </p:sp>
        <p:sp>
          <p:nvSpPr>
            <p:cNvPr id="25" name="TextBox 24">
              <a:extLst>
                <a:ext uri="{FF2B5EF4-FFF2-40B4-BE49-F238E27FC236}">
                  <a16:creationId xmlns:a16="http://schemas.microsoft.com/office/drawing/2014/main" id="{A8781F89-4E6F-2EDF-4787-670EEBEF8296}"/>
                </a:ext>
              </a:extLst>
            </p:cNvPr>
            <p:cNvSpPr txBox="1"/>
            <p:nvPr/>
          </p:nvSpPr>
          <p:spPr>
            <a:xfrm>
              <a:off x="1323391" y="4482064"/>
              <a:ext cx="1445164" cy="466112"/>
            </a:xfrm>
            <a:prstGeom prst="rect">
              <a:avLst/>
            </a:prstGeom>
            <a:solidFill>
              <a:schemeClr val="tx1"/>
            </a:solidFill>
          </p:spPr>
          <p:txBody>
            <a:bodyPr wrap="square" lIns="155448" tIns="118872" rIns="0" bIns="121920" rtlCol="0">
              <a:noAutofit/>
            </a:bodyPr>
            <a:lstStyle/>
            <a:p>
              <a:pPr marL="0" marR="0" lvl="0" indent="0" algn="l" defTabSz="914400" rtl="0" eaLnBrk="1" fontAlgn="auto" latinLnBrk="0" hangingPunct="1">
                <a:lnSpc>
                  <a:spcPct val="90000"/>
                </a:lnSpc>
                <a:spcBef>
                  <a:spcPts val="0"/>
                </a:spcBef>
                <a:spcAft>
                  <a:spcPts val="1500"/>
                </a:spcAft>
                <a:buClrTx/>
                <a:buSzTx/>
                <a:buFontTx/>
                <a:buNone/>
                <a:tabLst/>
                <a:defRPr/>
              </a:pPr>
              <a:r>
                <a:rPr kumimoji="0" lang="en-US" b="0" i="0" u="none" strike="noStrike" kern="1200" cap="none" spc="0" normalizeH="0" baseline="0" noProof="0" dirty="0">
                  <a:ln>
                    <a:noFill/>
                  </a:ln>
                  <a:solidFill>
                    <a:schemeClr val="bg1"/>
                  </a:solidFill>
                  <a:effectLst/>
                  <a:uLnTx/>
                  <a:uFillTx/>
                  <a:ea typeface="+mn-ea"/>
                  <a:cs typeface="+mn-cs"/>
                </a:rPr>
                <a:t>Multiple Amazon EC2 instances</a:t>
              </a:r>
            </a:p>
          </p:txBody>
        </p:sp>
        <p:sp>
          <p:nvSpPr>
            <p:cNvPr id="26" name="TextBox 25">
              <a:extLst>
                <a:ext uri="{FF2B5EF4-FFF2-40B4-BE49-F238E27FC236}">
                  <a16:creationId xmlns:a16="http://schemas.microsoft.com/office/drawing/2014/main" id="{C280817A-B943-5B5A-20F8-6E5E228A8B43}"/>
                </a:ext>
              </a:extLst>
            </p:cNvPr>
            <p:cNvSpPr txBox="1"/>
            <p:nvPr/>
          </p:nvSpPr>
          <p:spPr>
            <a:xfrm>
              <a:off x="1836078" y="4029875"/>
              <a:ext cx="1982814" cy="364204"/>
            </a:xfrm>
            <a:prstGeom prst="rect">
              <a:avLst/>
            </a:prstGeom>
            <a:noFill/>
          </p:spPr>
          <p:txBody>
            <a:bodyPr wrap="none" lIns="152400" tIns="121920" rIns="152400" bIns="121920" rtlCol="0">
              <a:spAutoFit/>
            </a:bodyPr>
            <a:lstStyle/>
            <a:p>
              <a:pPr marL="0" marR="0" lvl="0" indent="0" algn="ctr" defTabSz="914400" rtl="0" eaLnBrk="1" fontAlgn="auto" latinLnBrk="0" hangingPunct="1">
                <a:lnSpc>
                  <a:spcPct val="90000"/>
                </a:lnSpc>
                <a:spcBef>
                  <a:spcPts val="0"/>
                </a:spcBef>
                <a:spcAft>
                  <a:spcPts val="1500"/>
                </a:spcAft>
                <a:buClrTx/>
                <a:buSzTx/>
                <a:buFontTx/>
                <a:buNone/>
                <a:tabLst/>
                <a:defRPr/>
              </a:pPr>
              <a:r>
                <a:rPr kumimoji="0" lang="en-US" sz="2000" b="0" i="0" u="none" strike="noStrike" kern="1200" cap="none" spc="0" normalizeH="0" baseline="0" noProof="0" dirty="0">
                  <a:ln>
                    <a:noFill/>
                  </a:ln>
                  <a:effectLst/>
                  <a:uLnTx/>
                  <a:uFillTx/>
                  <a:latin typeface="Ember Modern Text" panose="020B0503020204020204" pitchFamily="34" charset="0"/>
                  <a:ea typeface="+mn-ea"/>
                  <a:cs typeface="+mn-cs"/>
                </a:rPr>
                <a:t>Do these fonts match?</a:t>
              </a:r>
            </a:p>
          </p:txBody>
        </p:sp>
        <p:grpSp>
          <p:nvGrpSpPr>
            <p:cNvPr id="27" name="Group 26">
              <a:extLst>
                <a:ext uri="{FF2B5EF4-FFF2-40B4-BE49-F238E27FC236}">
                  <a16:creationId xmlns:a16="http://schemas.microsoft.com/office/drawing/2014/main" id="{D029EF6D-1652-8E26-F7FC-41CA1B727A8E}"/>
                </a:ext>
              </a:extLst>
            </p:cNvPr>
            <p:cNvGrpSpPr/>
            <p:nvPr/>
          </p:nvGrpSpPr>
          <p:grpSpPr>
            <a:xfrm>
              <a:off x="1585915" y="4190280"/>
              <a:ext cx="297501" cy="215274"/>
              <a:chOff x="1485788" y="6463599"/>
              <a:chExt cx="541566" cy="391881"/>
            </a:xfrm>
          </p:grpSpPr>
          <p:cxnSp>
            <p:nvCxnSpPr>
              <p:cNvPr id="28" name="Straight Arrow Connector 27">
                <a:extLst>
                  <a:ext uri="{FF2B5EF4-FFF2-40B4-BE49-F238E27FC236}">
                    <a16:creationId xmlns:a16="http://schemas.microsoft.com/office/drawing/2014/main" id="{D3925627-77B8-99CC-27AE-1315B404B9FA}"/>
                  </a:ext>
                </a:extLst>
              </p:cNvPr>
              <p:cNvCxnSpPr>
                <a:cxnSpLocks/>
              </p:cNvCxnSpPr>
              <p:nvPr/>
            </p:nvCxnSpPr>
            <p:spPr>
              <a:xfrm>
                <a:off x="1485788" y="6463599"/>
                <a:ext cx="0" cy="391881"/>
              </a:xfrm>
              <a:prstGeom prst="straightConnector1">
                <a:avLst/>
              </a:prstGeom>
              <a:ln w="19050" cap="rnd">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CB87619-41CA-3EF4-8060-D3F1EABC0D2C}"/>
                  </a:ext>
                </a:extLst>
              </p:cNvPr>
              <p:cNvCxnSpPr/>
              <p:nvPr/>
            </p:nvCxnSpPr>
            <p:spPr>
              <a:xfrm>
                <a:off x="1485788" y="6463602"/>
                <a:ext cx="541566" cy="0"/>
              </a:xfrm>
              <a:prstGeom prst="line">
                <a:avLst/>
              </a:prstGeom>
              <a:ln w="19050" cap="rnd">
                <a:solidFill>
                  <a:schemeClr val="tx1"/>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C52A0DB5-9460-123D-F1C1-38B785718D62}"/>
                </a:ext>
              </a:extLst>
            </p:cNvPr>
            <p:cNvGrpSpPr/>
            <p:nvPr/>
          </p:nvGrpSpPr>
          <p:grpSpPr>
            <a:xfrm flipH="1">
              <a:off x="3769336" y="4190280"/>
              <a:ext cx="297501" cy="215274"/>
              <a:chOff x="1668215" y="6447323"/>
              <a:chExt cx="541566" cy="391881"/>
            </a:xfrm>
          </p:grpSpPr>
          <p:cxnSp>
            <p:nvCxnSpPr>
              <p:cNvPr id="31" name="Straight Arrow Connector 30">
                <a:extLst>
                  <a:ext uri="{FF2B5EF4-FFF2-40B4-BE49-F238E27FC236}">
                    <a16:creationId xmlns:a16="http://schemas.microsoft.com/office/drawing/2014/main" id="{F5774A09-F0F7-262A-27DF-A920048DF58A}"/>
                  </a:ext>
                </a:extLst>
              </p:cNvPr>
              <p:cNvCxnSpPr>
                <a:cxnSpLocks/>
              </p:cNvCxnSpPr>
              <p:nvPr/>
            </p:nvCxnSpPr>
            <p:spPr>
              <a:xfrm flipH="1">
                <a:off x="1668215" y="6447323"/>
                <a:ext cx="0" cy="391881"/>
              </a:xfrm>
              <a:prstGeom prst="straightConnector1">
                <a:avLst/>
              </a:prstGeom>
              <a:ln w="19050" cap="rnd">
                <a:solidFill>
                  <a:schemeClr val="tx1"/>
                </a:solidFill>
                <a:headEnd type="none" w="med" len="med"/>
                <a:tailEnd type="arrow" w="lg" len="lg"/>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430954A-219B-A051-1590-41D70519C3C9}"/>
                  </a:ext>
                </a:extLst>
              </p:cNvPr>
              <p:cNvCxnSpPr/>
              <p:nvPr/>
            </p:nvCxnSpPr>
            <p:spPr>
              <a:xfrm>
                <a:off x="1668215" y="6447323"/>
                <a:ext cx="541566" cy="0"/>
              </a:xfrm>
              <a:prstGeom prst="line">
                <a:avLst/>
              </a:prstGeom>
              <a:ln w="19050" cap="rnd">
                <a:solidFill>
                  <a:schemeClr val="tx1"/>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grpSp>
        <p:pic>
          <p:nvPicPr>
            <p:cNvPr id="35" name="Picture 34">
              <a:extLst>
                <a:ext uri="{FF2B5EF4-FFF2-40B4-BE49-F238E27FC236}">
                  <a16:creationId xmlns:a16="http://schemas.microsoft.com/office/drawing/2014/main" id="{A59CE005-0BEC-3905-DAD8-05F710E2C1FB}"/>
                </a:ext>
              </a:extLst>
            </p:cNvPr>
            <p:cNvPicPr>
              <a:picLocks noChangeAspect="1"/>
            </p:cNvPicPr>
            <p:nvPr/>
          </p:nvPicPr>
          <p:blipFill>
            <a:blip r:embed="rId2"/>
            <a:stretch>
              <a:fillRect/>
            </a:stretch>
          </p:blipFill>
          <p:spPr>
            <a:xfrm>
              <a:off x="2886414" y="4482064"/>
              <a:ext cx="1478239" cy="466112"/>
            </a:xfrm>
            <a:prstGeom prst="rect">
              <a:avLst/>
            </a:prstGeom>
          </p:spPr>
        </p:pic>
      </p:grpSp>
      <p:sp>
        <p:nvSpPr>
          <p:cNvPr id="12" name="TextBox 11">
            <a:extLst>
              <a:ext uri="{FF2B5EF4-FFF2-40B4-BE49-F238E27FC236}">
                <a16:creationId xmlns:a16="http://schemas.microsoft.com/office/drawing/2014/main" id="{20AF3D7C-9DFB-9095-5511-6461AFDCD87F}"/>
              </a:ext>
            </a:extLst>
          </p:cNvPr>
          <p:cNvSpPr txBox="1"/>
          <p:nvPr/>
        </p:nvSpPr>
        <p:spPr>
          <a:xfrm>
            <a:off x="527248" y="2833894"/>
            <a:ext cx="4806752" cy="584775"/>
          </a:xfrm>
          <a:prstGeom prst="rect">
            <a:avLst/>
          </a:prstGeom>
          <a:noFill/>
        </p:spPr>
        <p:txBody>
          <a:bodyPr wrap="square" lIns="0" rIns="0" rtlCol="0">
            <a:spAutoFit/>
          </a:bodyPr>
          <a:lstStyle/>
          <a:p>
            <a:pPr>
              <a:spcAft>
                <a:spcPts val="1800"/>
              </a:spcAft>
            </a:pPr>
            <a:r>
              <a:rPr lang="en-US" sz="1600" dirty="0"/>
              <a:t>AWS brand fonts are embedded in this presentation. Use them for all text.</a:t>
            </a:r>
          </a:p>
        </p:txBody>
      </p:sp>
      <p:sp>
        <p:nvSpPr>
          <p:cNvPr id="14" name="TextBox 13">
            <a:extLst>
              <a:ext uri="{FF2B5EF4-FFF2-40B4-BE49-F238E27FC236}">
                <a16:creationId xmlns:a16="http://schemas.microsoft.com/office/drawing/2014/main" id="{080976CE-56BC-2D71-F128-5BBD5FC3ACF8}"/>
              </a:ext>
            </a:extLst>
          </p:cNvPr>
          <p:cNvSpPr txBox="1"/>
          <p:nvPr/>
        </p:nvSpPr>
        <p:spPr>
          <a:xfrm>
            <a:off x="6624774" y="2833894"/>
            <a:ext cx="4805226" cy="2616101"/>
          </a:xfrm>
          <a:prstGeom prst="rect">
            <a:avLst/>
          </a:prstGeom>
          <a:noFill/>
        </p:spPr>
        <p:txBody>
          <a:bodyPr wrap="square" lIns="0" rIns="0" rtlCol="0">
            <a:spAutoFit/>
          </a:bodyPr>
          <a:lstStyle/>
          <a:p>
            <a:pPr>
              <a:spcAft>
                <a:spcPts val="1800"/>
              </a:spcAft>
            </a:pPr>
            <a:r>
              <a:rPr lang="en-US" sz="1600" dirty="0"/>
              <a:t>Do not underline text that is not a hyperlink (and keep in mind that hyperlinks are inaccessible to your live audience).</a:t>
            </a:r>
          </a:p>
          <a:p>
            <a:pPr>
              <a:spcAft>
                <a:spcPts val="1800"/>
              </a:spcAft>
            </a:pPr>
            <a:r>
              <a:rPr lang="en-US" sz="1600" dirty="0"/>
              <a:t>Use font sizes that are at least 20 pt for slide text and 14 pt for diagrams.</a:t>
            </a:r>
          </a:p>
          <a:p>
            <a:pPr>
              <a:spcAft>
                <a:spcPts val="1800"/>
              </a:spcAft>
            </a:pPr>
            <a:r>
              <a:rPr lang="en-US" sz="1600" dirty="0"/>
              <a:t>If using </a:t>
            </a:r>
            <a:r>
              <a:rPr lang="en-US" sz="1600" b="1" dirty="0">
                <a:solidFill>
                  <a:schemeClr val="accent2"/>
                </a:solidFill>
              </a:rPr>
              <a:t>color</a:t>
            </a:r>
            <a:r>
              <a:rPr lang="en-US" sz="1600" dirty="0"/>
              <a:t> to emphasize or color-code text, also use bold formatting to improve visibility or  </a:t>
            </a:r>
            <a:r>
              <a:rPr lang="en-US" sz="1600" dirty="0">
                <a:solidFill>
                  <a:schemeClr val="bg1"/>
                </a:solidFill>
              </a:rPr>
              <a:t>highlight</a:t>
            </a:r>
            <a:r>
              <a:rPr lang="en-US" sz="1600" dirty="0"/>
              <a:t>  it using a box behind.</a:t>
            </a:r>
          </a:p>
        </p:txBody>
      </p:sp>
      <p:sp>
        <p:nvSpPr>
          <p:cNvPr id="16" name="Rounded Rectangle 7">
            <a:extLst>
              <a:ext uri="{FF2B5EF4-FFF2-40B4-BE49-F238E27FC236}">
                <a16:creationId xmlns:a16="http://schemas.microsoft.com/office/drawing/2014/main" id="{7AB21201-EC30-5CB3-B2DE-B4CC965F2DA5}"/>
              </a:ext>
            </a:extLst>
          </p:cNvPr>
          <p:cNvSpPr/>
          <p:nvPr/>
        </p:nvSpPr>
        <p:spPr>
          <a:xfrm>
            <a:off x="390034" y="2315028"/>
            <a:ext cx="3800965" cy="352437"/>
          </a:xfrm>
          <a:prstGeom prst="roundRect">
            <a:avLst>
              <a:gd name="adj" fmla="val 0"/>
            </a:avLst>
          </a:prstGeom>
          <a:solidFill>
            <a:schemeClr val="accent1"/>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i="0" u="none" strike="noStrike" kern="0" cap="all" spc="3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Aws proprietary fonts</a:t>
            </a:r>
          </a:p>
        </p:txBody>
      </p:sp>
      <p:sp>
        <p:nvSpPr>
          <p:cNvPr id="18" name="Rounded Rectangle 7">
            <a:extLst>
              <a:ext uri="{FF2B5EF4-FFF2-40B4-BE49-F238E27FC236}">
                <a16:creationId xmlns:a16="http://schemas.microsoft.com/office/drawing/2014/main" id="{2CC75480-69CE-A223-649C-9E4DD942AAE2}"/>
              </a:ext>
            </a:extLst>
          </p:cNvPr>
          <p:cNvSpPr/>
          <p:nvPr/>
        </p:nvSpPr>
        <p:spPr>
          <a:xfrm>
            <a:off x="6477000" y="2315028"/>
            <a:ext cx="3810000" cy="352437"/>
          </a:xfrm>
          <a:prstGeom prst="roundRect">
            <a:avLst>
              <a:gd name="adj" fmla="val 0"/>
            </a:avLst>
          </a:prstGeom>
          <a:solidFill>
            <a:schemeClr val="accent5"/>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i="0" u="none" strike="noStrike" kern="0" cap="all" spc="3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Formatting guidance</a:t>
            </a:r>
          </a:p>
        </p:txBody>
      </p:sp>
    </p:spTree>
    <p:extLst>
      <p:ext uri="{BB962C8B-B14F-4D97-AF65-F5344CB8AC3E}">
        <p14:creationId xmlns:p14="http://schemas.microsoft.com/office/powerpoint/2010/main" val="24962443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 name="Rounded Rectangle 2">
            <a:extLst>
              <a:ext uri="{FF2B5EF4-FFF2-40B4-BE49-F238E27FC236}">
                <a16:creationId xmlns:a16="http://schemas.microsoft.com/office/drawing/2014/main" id="{625ABD2F-E29B-1575-39E8-24E97DCB07CD}"/>
              </a:ext>
            </a:extLst>
          </p:cNvPr>
          <p:cNvSpPr/>
          <p:nvPr/>
        </p:nvSpPr>
        <p:spPr>
          <a:xfrm>
            <a:off x="5344621" y="4578074"/>
            <a:ext cx="6466379" cy="1517926"/>
          </a:xfrm>
          <a:prstGeom prst="roundRect">
            <a:avLst>
              <a:gd name="adj" fmla="val 0"/>
            </a:avLst>
          </a:prstGeom>
          <a:solidFill>
            <a:srgbClr val="F5F3E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161E2D"/>
              </a:solidFill>
              <a:effectLst/>
              <a:uLnTx/>
              <a:uFillTx/>
              <a:latin typeface="Ember Modern Text" panose="020B0503020204020204" pitchFamily="34" charset="0"/>
              <a:ea typeface="+mn-ea"/>
              <a:cs typeface="+mn-cs"/>
            </a:endParaRPr>
          </a:p>
        </p:txBody>
      </p:sp>
      <p:sp>
        <p:nvSpPr>
          <p:cNvPr id="4" name="Title 3">
            <a:extLst>
              <a:ext uri="{FF2B5EF4-FFF2-40B4-BE49-F238E27FC236}">
                <a16:creationId xmlns:a16="http://schemas.microsoft.com/office/drawing/2014/main" id="{B0CC9CFB-DE7F-C843-4109-7D4360A35B52}"/>
              </a:ext>
            </a:extLst>
          </p:cNvPr>
          <p:cNvSpPr>
            <a:spLocks noGrp="1"/>
          </p:cNvSpPr>
          <p:nvPr>
            <p:ph type="title"/>
          </p:nvPr>
        </p:nvSpPr>
        <p:spPr/>
        <p:txBody>
          <a:bodyPr/>
          <a:lstStyle/>
          <a:p>
            <a:r>
              <a:rPr lang="en-US" dirty="0"/>
              <a:t>Visual elements</a:t>
            </a:r>
          </a:p>
        </p:txBody>
      </p:sp>
      <p:sp>
        <p:nvSpPr>
          <p:cNvPr id="22" name="Content Placeholder 21">
            <a:extLst>
              <a:ext uri="{FF2B5EF4-FFF2-40B4-BE49-F238E27FC236}">
                <a16:creationId xmlns:a16="http://schemas.microsoft.com/office/drawing/2014/main" id="{144FD85A-787C-1FE8-04DD-1273FAD62F04}"/>
              </a:ext>
            </a:extLst>
          </p:cNvPr>
          <p:cNvSpPr>
            <a:spLocks noGrp="1"/>
          </p:cNvSpPr>
          <p:nvPr>
            <p:ph idx="1"/>
          </p:nvPr>
        </p:nvSpPr>
        <p:spPr>
          <a:xfrm>
            <a:off x="342900" y="2286000"/>
            <a:ext cx="3889735" cy="3886200"/>
          </a:xfrm>
        </p:spPr>
        <p:txBody>
          <a:bodyPr/>
          <a:lstStyle/>
          <a:p>
            <a:pPr marL="0" indent="0">
              <a:spcAft>
                <a:spcPts val="1200"/>
              </a:spcAft>
              <a:buNone/>
            </a:pPr>
            <a:r>
              <a:rPr lang="en-US" sz="1400" dirty="0"/>
              <a:t>Only use logos, icons, photos, screenshots, and illustrations that your organization has permission (a license) from the copyright owner to use (this includes open source service logos).</a:t>
            </a:r>
          </a:p>
          <a:p>
            <a:pPr marL="0" indent="0">
              <a:spcAft>
                <a:spcPts val="1200"/>
              </a:spcAft>
              <a:buNone/>
            </a:pPr>
            <a:r>
              <a:rPr lang="en-US" sz="1400" dirty="0"/>
              <a:t>Keep slide diagrams as simple as possible; split content over several slides rather than forcing it all onto one.</a:t>
            </a:r>
          </a:p>
          <a:p>
            <a:pPr marL="0" indent="0">
              <a:spcAft>
                <a:spcPts val="1200"/>
              </a:spcAft>
              <a:buNone/>
            </a:pPr>
            <a:r>
              <a:rPr lang="en-US" sz="1400" dirty="0"/>
              <a:t>Use simple, subtle animations as needed to direct audience attention and clarify relationships. Avoid dramatic transitions or animations (such as “Random Bars,” “Dissolve,” or “Spin”).</a:t>
            </a:r>
          </a:p>
        </p:txBody>
      </p:sp>
      <p:sp>
        <p:nvSpPr>
          <p:cNvPr id="7" name="Rounded Rectangle 1">
            <a:extLst>
              <a:ext uri="{FF2B5EF4-FFF2-40B4-BE49-F238E27FC236}">
                <a16:creationId xmlns:a16="http://schemas.microsoft.com/office/drawing/2014/main" id="{EDD2F2FF-642E-9F69-3D78-DAA50D0218B0}"/>
              </a:ext>
            </a:extLst>
          </p:cNvPr>
          <p:cNvSpPr/>
          <p:nvPr/>
        </p:nvSpPr>
        <p:spPr>
          <a:xfrm>
            <a:off x="5344621" y="775773"/>
            <a:ext cx="6466379" cy="1510228"/>
          </a:xfrm>
          <a:prstGeom prst="roundRect">
            <a:avLst>
              <a:gd name="adj" fmla="val 0"/>
            </a:avLst>
          </a:prstGeom>
          <a:solidFill>
            <a:srgbClr val="F5F3E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161E2D"/>
              </a:solidFill>
              <a:effectLst/>
              <a:uLnTx/>
              <a:uFillTx/>
              <a:latin typeface="Ember Modern Text" panose="020B0503020204020204" pitchFamily="34" charset="0"/>
              <a:ea typeface="+mn-ea"/>
              <a:cs typeface="+mn-cs"/>
            </a:endParaRPr>
          </a:p>
        </p:txBody>
      </p:sp>
      <p:sp>
        <p:nvSpPr>
          <p:cNvPr id="8" name="Rounded Rectangle 2">
            <a:extLst>
              <a:ext uri="{FF2B5EF4-FFF2-40B4-BE49-F238E27FC236}">
                <a16:creationId xmlns:a16="http://schemas.microsoft.com/office/drawing/2014/main" id="{FFE90353-35AA-D13D-86EE-A7C4C843D7DF}"/>
              </a:ext>
            </a:extLst>
          </p:cNvPr>
          <p:cNvSpPr/>
          <p:nvPr/>
        </p:nvSpPr>
        <p:spPr>
          <a:xfrm>
            <a:off x="5344621" y="2675081"/>
            <a:ext cx="6466379" cy="1515920"/>
          </a:xfrm>
          <a:prstGeom prst="roundRect">
            <a:avLst>
              <a:gd name="adj" fmla="val 0"/>
            </a:avLst>
          </a:prstGeom>
          <a:solidFill>
            <a:srgbClr val="F5F3E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161E2D"/>
              </a:solidFill>
              <a:effectLst/>
              <a:uLnTx/>
              <a:uFillTx/>
              <a:latin typeface="Ember Modern Text" panose="020B0503020204020204" pitchFamily="34" charset="0"/>
              <a:ea typeface="+mn-ea"/>
              <a:cs typeface="+mn-cs"/>
            </a:endParaRPr>
          </a:p>
        </p:txBody>
      </p:sp>
      <p:sp>
        <p:nvSpPr>
          <p:cNvPr id="10" name="Rectangle 9">
            <a:extLst>
              <a:ext uri="{FF2B5EF4-FFF2-40B4-BE49-F238E27FC236}">
                <a16:creationId xmlns:a16="http://schemas.microsoft.com/office/drawing/2014/main" id="{E50936DE-72DB-20EB-4379-63C99F43DE6B}"/>
              </a:ext>
            </a:extLst>
          </p:cNvPr>
          <p:cNvSpPr/>
          <p:nvPr/>
        </p:nvSpPr>
        <p:spPr>
          <a:xfrm>
            <a:off x="6858000" y="3091984"/>
            <a:ext cx="4561378" cy="674031"/>
          </a:xfrm>
          <a:prstGeom prst="rect">
            <a:avLst/>
          </a:prstGeom>
        </p:spPr>
        <p:txBody>
          <a:bodyPr wrap="square">
            <a:spAutoFit/>
          </a:bodyPr>
          <a:lstStyle/>
          <a:p>
            <a:pPr lvl="0">
              <a:lnSpc>
                <a:spcPct val="90000"/>
              </a:lnSpc>
              <a:defRPr/>
            </a:pPr>
            <a:r>
              <a:rPr kumimoji="0" lang="en-US" sz="1400" i="0" u="none" strike="noStrike" kern="1200" cap="none" spc="0" normalizeH="0" baseline="0" noProof="0" dirty="0">
                <a:ln>
                  <a:noFill/>
                </a:ln>
                <a:effectLst/>
                <a:uLnTx/>
                <a:uFillTx/>
                <a:ea typeface="+mn-ea"/>
                <a:cs typeface="+mn-cs"/>
              </a:rPr>
              <a:t>AWS speakers: </a:t>
            </a:r>
            <a:r>
              <a:rPr kumimoji="0" lang="en-US" sz="1400" b="0" i="0" u="none" strike="noStrike" kern="1200" cap="none" spc="0" normalizeH="0" baseline="0" noProof="0" dirty="0">
                <a:ln>
                  <a:noFill/>
                </a:ln>
                <a:effectLst/>
                <a:uLnTx/>
                <a:uFillTx/>
                <a:ea typeface="+mn-ea"/>
                <a:cs typeface="+mn-cs"/>
              </a:rPr>
              <a:t>Download fonts, icons, and the AWS logo from the </a:t>
            </a:r>
            <a:r>
              <a:rPr kumimoji="0" lang="en-US" sz="1400" b="0" i="0" u="none" strike="noStrike" kern="1200" cap="none" spc="0" normalizeH="0" baseline="0" noProof="0" dirty="0">
                <a:ln>
                  <a:noFill/>
                </a:ln>
                <a:solidFill>
                  <a:schemeClr val="accent5">
                    <a:lumMod val="60000"/>
                    <a:lumOff val="40000"/>
                  </a:schemeClr>
                </a:solidFill>
                <a:effectLst/>
                <a:uLnTx/>
                <a:uFillTx/>
                <a:ea typeface="+mn-ea"/>
                <a:cs typeface="+mn-cs"/>
                <a:hlinkClick r:id="rId2">
                  <a:extLst>
                    <a:ext uri="{A12FA001-AC4F-418D-AE19-62706E023703}">
                      <ahyp:hlinkClr xmlns:ahyp="http://schemas.microsoft.com/office/drawing/2018/hyperlinkcolor" val="tx"/>
                    </a:ext>
                  </a:extLst>
                </a:hlinkClick>
              </a:rPr>
              <a:t>brand portal</a:t>
            </a:r>
            <a:r>
              <a:rPr lang="en-US" sz="1400" dirty="0"/>
              <a:t>. For licensed stock photography, see the photography guidance in the brand portal.</a:t>
            </a:r>
            <a:endParaRPr kumimoji="0" lang="en-US" sz="900" b="0" i="0" u="none" strike="noStrike" kern="1200" cap="none" spc="0" normalizeH="0" baseline="0" noProof="0" dirty="0">
              <a:ln>
                <a:noFill/>
              </a:ln>
              <a:effectLst/>
              <a:uLnTx/>
              <a:uFillTx/>
              <a:ea typeface="+mn-ea"/>
              <a:cs typeface="+mn-cs"/>
            </a:endParaRPr>
          </a:p>
        </p:txBody>
      </p:sp>
      <p:sp>
        <p:nvSpPr>
          <p:cNvPr id="12" name="Content Placeholder 2">
            <a:extLst>
              <a:ext uri="{FF2B5EF4-FFF2-40B4-BE49-F238E27FC236}">
                <a16:creationId xmlns:a16="http://schemas.microsoft.com/office/drawing/2014/main" id="{9B52F6E5-5942-ECAE-3A7C-A06EC9CF2DB5}"/>
              </a:ext>
            </a:extLst>
          </p:cNvPr>
          <p:cNvSpPr txBox="1">
            <a:spLocks noChangeArrowheads="1"/>
          </p:cNvSpPr>
          <p:nvPr/>
        </p:nvSpPr>
        <p:spPr bwMode="auto">
          <a:xfrm>
            <a:off x="6868621" y="1186984"/>
            <a:ext cx="4623896" cy="674031"/>
          </a:xfrm>
          <a:prstGeom prst="rect">
            <a:avLst/>
          </a:prstGeom>
        </p:spPr>
        <p:txBody>
          <a:bodyPr wrap="square">
            <a:spAutoFit/>
          </a:bodyPr>
          <a:lstStyle>
            <a:defPPr>
              <a:defRPr lang="en-US"/>
            </a:defPPr>
            <a:lvl1pPr lvl="0">
              <a:lnSpc>
                <a:spcPct val="90000"/>
              </a:lnSpc>
              <a:defRPr kumimoji="0" sz="1600" i="0" u="none" strike="noStrike" cap="none" spc="0" normalizeH="0" baseline="0">
                <a:ln>
                  <a:noFill/>
                </a:ln>
                <a:effectLst/>
                <a:uLnTx/>
                <a:uFillTx/>
              </a:defRPr>
            </a:lvl1pPr>
          </a:lstStyle>
          <a:p>
            <a:r>
              <a:rPr lang="en-US" altLang="en-US" sz="1400" dirty="0"/>
              <a:t>Download AWS architecture icons from the </a:t>
            </a:r>
            <a:r>
              <a:rPr lang="en-US" altLang="en-US" sz="1400" dirty="0">
                <a:solidFill>
                  <a:schemeClr val="accent5">
                    <a:lumMod val="60000"/>
                    <a:lumOff val="40000"/>
                  </a:schemeClr>
                </a:solidFill>
                <a:hlinkClick r:id="rId3">
                  <a:extLst>
                    <a:ext uri="{A12FA001-AC4F-418D-AE19-62706E023703}">
                      <ahyp:hlinkClr xmlns:ahyp="http://schemas.microsoft.com/office/drawing/2018/hyperlinkcolor" val="tx"/>
                    </a:ext>
                  </a:extLst>
                </a:hlinkClick>
              </a:rPr>
              <a:t>AWS website</a:t>
            </a:r>
            <a:r>
              <a:rPr lang="en-US" altLang="en-US" sz="1400" dirty="0"/>
              <a:t>. The toolkit also contains guidance for building your architecture diagrams.</a:t>
            </a:r>
          </a:p>
        </p:txBody>
      </p:sp>
      <p:grpSp>
        <p:nvGrpSpPr>
          <p:cNvPr id="5" name="Group 4">
            <a:extLst>
              <a:ext uri="{FF2B5EF4-FFF2-40B4-BE49-F238E27FC236}">
                <a16:creationId xmlns:a16="http://schemas.microsoft.com/office/drawing/2014/main" id="{77B73797-85E0-6D76-6158-E350CF9A6789}"/>
              </a:ext>
            </a:extLst>
          </p:cNvPr>
          <p:cNvGrpSpPr/>
          <p:nvPr/>
        </p:nvGrpSpPr>
        <p:grpSpPr>
          <a:xfrm>
            <a:off x="5718175" y="4957326"/>
            <a:ext cx="758825" cy="757673"/>
            <a:chOff x="8763000" y="-1"/>
            <a:chExt cx="807169" cy="805943"/>
          </a:xfrm>
        </p:grpSpPr>
        <p:sp>
          <p:nvSpPr>
            <p:cNvPr id="19" name="Rectangle 18">
              <a:extLst>
                <a:ext uri="{FF2B5EF4-FFF2-40B4-BE49-F238E27FC236}">
                  <a16:creationId xmlns:a16="http://schemas.microsoft.com/office/drawing/2014/main" id="{8353B708-5886-10AB-4BD6-B071F2E3A0C6}"/>
                </a:ext>
              </a:extLst>
            </p:cNvPr>
            <p:cNvSpPr/>
            <p:nvPr/>
          </p:nvSpPr>
          <p:spPr>
            <a:xfrm>
              <a:off x="8763000" y="-1"/>
              <a:ext cx="807169" cy="8059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18872"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endParaRPr>
            </a:p>
          </p:txBody>
        </p:sp>
        <p:pic>
          <p:nvPicPr>
            <p:cNvPr id="20" name="Graphic 19" descr="Warning outline">
              <a:extLst>
                <a:ext uri="{FF2B5EF4-FFF2-40B4-BE49-F238E27FC236}">
                  <a16:creationId xmlns:a16="http://schemas.microsoft.com/office/drawing/2014/main" id="{C922ED3D-2598-5964-156C-F064CBE158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94715" y="109130"/>
              <a:ext cx="543740" cy="543740"/>
            </a:xfrm>
            <a:prstGeom prst="rect">
              <a:avLst/>
            </a:prstGeom>
          </p:spPr>
        </p:pic>
      </p:grpSp>
      <p:sp>
        <p:nvSpPr>
          <p:cNvPr id="21" name="Content Placeholder 11">
            <a:extLst>
              <a:ext uri="{FF2B5EF4-FFF2-40B4-BE49-F238E27FC236}">
                <a16:creationId xmlns:a16="http://schemas.microsoft.com/office/drawing/2014/main" id="{44542A51-CF8D-0487-F2D8-4DEFAC5028E9}"/>
              </a:ext>
            </a:extLst>
          </p:cNvPr>
          <p:cNvSpPr txBox="1">
            <a:spLocks/>
          </p:cNvSpPr>
          <p:nvPr/>
        </p:nvSpPr>
        <p:spPr>
          <a:xfrm>
            <a:off x="6868621" y="4919618"/>
            <a:ext cx="4452971" cy="943559"/>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400" kern="1200">
                <a:solidFill>
                  <a:schemeClr val="tx1"/>
                </a:solidFill>
                <a:latin typeface="+mn-lt"/>
                <a:ea typeface="+mn-ea"/>
                <a:cs typeface="+mn-cs"/>
              </a:defRPr>
            </a:lvl1pPr>
            <a:lvl2pPr marL="5715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000" kern="1200">
                <a:solidFill>
                  <a:schemeClr val="tx1"/>
                </a:solidFill>
                <a:latin typeface="+mn-lt"/>
                <a:ea typeface="+mn-ea"/>
                <a:cs typeface="+mn-cs"/>
              </a:defRPr>
            </a:lvl2pPr>
            <a:lvl3pPr marL="914400" indent="-228600" algn="l" defTabSz="914400" rtl="0" eaLnBrk="1" latinLnBrk="0" hangingPunct="1">
              <a:lnSpc>
                <a:spcPct val="90000"/>
              </a:lnSpc>
              <a:spcBef>
                <a:spcPts val="0"/>
              </a:spcBef>
              <a:spcAft>
                <a:spcPts val="600"/>
              </a:spcAft>
              <a:buSzPct val="85000"/>
              <a:buFont typeface="Wingdings" panose="05000000000000000000" pitchFamily="2" charset="2"/>
              <a:buChar char="§"/>
              <a:defRPr sz="1800" kern="1200">
                <a:solidFill>
                  <a:schemeClr val="tx1"/>
                </a:solidFill>
                <a:latin typeface="+mn-lt"/>
                <a:ea typeface="+mn-ea"/>
                <a:cs typeface="+mn-cs"/>
              </a:defRPr>
            </a:lvl3pPr>
            <a:lvl4pPr marL="1200150" indent="-228600" algn="l" defTabSz="914400" rtl="0" eaLnBrk="1" latinLnBrk="0" hangingPunct="1">
              <a:lnSpc>
                <a:spcPct val="90000"/>
              </a:lnSpc>
              <a:spcBef>
                <a:spcPts val="0"/>
              </a:spcBef>
              <a:spcAft>
                <a:spcPts val="600"/>
              </a:spcAft>
              <a:buFont typeface="Wingdings" panose="05000000000000000000" pitchFamily="2" charset="2"/>
              <a:buChar char="§"/>
              <a:defRPr sz="1600" kern="1200">
                <a:solidFill>
                  <a:schemeClr val="tx1"/>
                </a:solidFill>
                <a:latin typeface="+mn-lt"/>
                <a:ea typeface="+mn-ea"/>
                <a:cs typeface="+mn-cs"/>
              </a:defRPr>
            </a:lvl4pPr>
            <a:lvl5pPr marL="1485900" indent="-228600" algn="l" defTabSz="914400" rtl="0" eaLnBrk="1" latinLnBrk="0" hangingPunct="1">
              <a:lnSpc>
                <a:spcPct val="90000"/>
              </a:lnSpc>
              <a:spcBef>
                <a:spcPts val="0"/>
              </a:spcBef>
              <a:spcAft>
                <a:spcPts val="600"/>
              </a:spcAft>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pPr marL="0" indent="0">
              <a:buNone/>
            </a:pPr>
            <a:r>
              <a:rPr lang="en-US" sz="1400" dirty="0"/>
              <a:t>AWS speakers: Until further notice, you should not use any AI-generated imagery for AWS event presentation materials. Please check with the AWS Brand team for more information.</a:t>
            </a:r>
          </a:p>
        </p:txBody>
      </p:sp>
      <p:pic>
        <p:nvPicPr>
          <p:cNvPr id="27" name="Graphic 24" descr="Amazon Kinesis service icon.">
            <a:extLst>
              <a:ext uri="{FF2B5EF4-FFF2-40B4-BE49-F238E27FC236}">
                <a16:creationId xmlns:a16="http://schemas.microsoft.com/office/drawing/2014/main" id="{CB5CE954-9966-02E0-2919-8E698EA37416}"/>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5718175" y="11430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ectangle 30">
            <a:extLst>
              <a:ext uri="{FF2B5EF4-FFF2-40B4-BE49-F238E27FC236}">
                <a16:creationId xmlns:a16="http://schemas.microsoft.com/office/drawing/2014/main" id="{1B8F94D6-5802-1A4B-6943-48DD41D2E06C}"/>
              </a:ext>
            </a:extLst>
          </p:cNvPr>
          <p:cNvSpPr/>
          <p:nvPr/>
        </p:nvSpPr>
        <p:spPr>
          <a:xfrm>
            <a:off x="5725622" y="3048000"/>
            <a:ext cx="762000" cy="7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aphic 32">
            <a:extLst>
              <a:ext uri="{FF2B5EF4-FFF2-40B4-BE49-F238E27FC236}">
                <a16:creationId xmlns:a16="http://schemas.microsoft.com/office/drawing/2014/main" id="{DBC7FC84-5A2C-04BE-BA0A-DA387DF0E59B}"/>
              </a:ext>
            </a:extLst>
          </p:cNvPr>
          <p:cNvGrpSpPr/>
          <p:nvPr/>
        </p:nvGrpSpPr>
        <p:grpSpPr>
          <a:xfrm>
            <a:off x="5725623" y="3048001"/>
            <a:ext cx="761795" cy="761795"/>
            <a:chOff x="5725623" y="3048001"/>
            <a:chExt cx="761795" cy="761795"/>
          </a:xfrm>
        </p:grpSpPr>
        <p:sp>
          <p:nvSpPr>
            <p:cNvPr id="3" name="Rectangle 2">
              <a:extLst>
                <a:ext uri="{FF2B5EF4-FFF2-40B4-BE49-F238E27FC236}">
                  <a16:creationId xmlns:a16="http://schemas.microsoft.com/office/drawing/2014/main" id="{EB483B62-E262-B0EA-A5BD-57F77C4536B5}"/>
                </a:ext>
              </a:extLst>
            </p:cNvPr>
            <p:cNvSpPr/>
            <p:nvPr/>
          </p:nvSpPr>
          <p:spPr>
            <a:xfrm>
              <a:off x="5725623" y="3048001"/>
              <a:ext cx="761795" cy="761795"/>
            </a:xfrm>
            <a:prstGeom prst="rect">
              <a:avLst/>
            </a:prstGeom>
            <a:noFill/>
            <a:ln w="2525" cap="flat">
              <a:noFill/>
              <a:prstDash val="solid"/>
              <a:round/>
            </a:ln>
          </p:spPr>
          <p:txBody>
            <a:bodyPr/>
            <a:lstStyle/>
            <a:p>
              <a:endParaRPr lang="en-US"/>
            </a:p>
          </p:txBody>
        </p:sp>
        <p:grpSp>
          <p:nvGrpSpPr>
            <p:cNvPr id="6" name="Graphic 32">
              <a:extLst>
                <a:ext uri="{FF2B5EF4-FFF2-40B4-BE49-F238E27FC236}">
                  <a16:creationId xmlns:a16="http://schemas.microsoft.com/office/drawing/2014/main" id="{51F09E5C-AF46-66BC-23DD-22BB55B69C07}"/>
                </a:ext>
              </a:extLst>
            </p:cNvPr>
            <p:cNvGrpSpPr/>
            <p:nvPr/>
          </p:nvGrpSpPr>
          <p:grpSpPr>
            <a:xfrm>
              <a:off x="5855557" y="3286220"/>
              <a:ext cx="502012" cy="311615"/>
              <a:chOff x="5855557" y="3286220"/>
              <a:chExt cx="502012" cy="311615"/>
            </a:xfrm>
          </p:grpSpPr>
          <p:sp>
            <p:nvSpPr>
              <p:cNvPr id="9" name="Freeform: Shape 8">
                <a:extLst>
                  <a:ext uri="{FF2B5EF4-FFF2-40B4-BE49-F238E27FC236}">
                    <a16:creationId xmlns:a16="http://schemas.microsoft.com/office/drawing/2014/main" id="{BA669DE9-459B-F5A4-E1F6-11C713B728B6}"/>
                  </a:ext>
                </a:extLst>
              </p:cNvPr>
              <p:cNvSpPr/>
              <p:nvPr/>
            </p:nvSpPr>
            <p:spPr>
              <a:xfrm>
                <a:off x="5885745" y="3286220"/>
                <a:ext cx="434928" cy="157044"/>
              </a:xfrm>
              <a:custGeom>
                <a:avLst/>
                <a:gdLst>
                  <a:gd name="csX0" fmla="*/ 320988 w 434928"/>
                  <a:gd name="csY0" fmla="*/ 110844 h 157044"/>
                  <a:gd name="csX1" fmla="*/ 378874 w 434928"/>
                  <a:gd name="csY1" fmla="*/ 157549 h 157044"/>
                  <a:gd name="csX2" fmla="*/ 435584 w 434928"/>
                  <a:gd name="csY2" fmla="*/ 108308 h 157044"/>
                  <a:gd name="csX3" fmla="*/ 398384 w 434928"/>
                  <a:gd name="csY3" fmla="*/ 64863 h 157044"/>
                  <a:gd name="csX4" fmla="*/ 377151 w 434928"/>
                  <a:gd name="csY4" fmla="*/ 59612 h 157044"/>
                  <a:gd name="csX5" fmla="*/ 359551 w 434928"/>
                  <a:gd name="csY5" fmla="*/ 44044 h 157044"/>
                  <a:gd name="csX6" fmla="*/ 378422 w 434928"/>
                  <a:gd name="csY6" fmla="*/ 29334 h 157044"/>
                  <a:gd name="csX7" fmla="*/ 398517 w 434928"/>
                  <a:gd name="csY7" fmla="*/ 46035 h 157044"/>
                  <a:gd name="csX8" fmla="*/ 404325 w 434928"/>
                  <a:gd name="csY8" fmla="*/ 50424 h 157044"/>
                  <a:gd name="csX9" fmla="*/ 428460 w 434928"/>
                  <a:gd name="csY9" fmla="*/ 46306 h 157044"/>
                  <a:gd name="csX10" fmla="*/ 432317 w 434928"/>
                  <a:gd name="csY10" fmla="*/ 39790 h 157044"/>
                  <a:gd name="csX11" fmla="*/ 378422 w 434928"/>
                  <a:gd name="csY11" fmla="*/ 504 h 157044"/>
                  <a:gd name="csX12" fmla="*/ 323529 w 434928"/>
                  <a:gd name="csY12" fmla="*/ 46396 h 157044"/>
                  <a:gd name="csX13" fmla="*/ 365356 w 434928"/>
                  <a:gd name="csY13" fmla="*/ 90025 h 157044"/>
                  <a:gd name="csX14" fmla="*/ 381142 w 434928"/>
                  <a:gd name="csY14" fmla="*/ 93826 h 157044"/>
                  <a:gd name="csX15" fmla="*/ 399563 w 434928"/>
                  <a:gd name="csY15" fmla="*/ 111884 h 157044"/>
                  <a:gd name="csX16" fmla="*/ 378966 w 434928"/>
                  <a:gd name="csY16" fmla="*/ 128675 h 157044"/>
                  <a:gd name="csX17" fmla="*/ 354740 w 434928"/>
                  <a:gd name="csY17" fmla="*/ 104599 h 157044"/>
                  <a:gd name="csX18" fmla="*/ 348934 w 434928"/>
                  <a:gd name="csY18" fmla="*/ 100207 h 157044"/>
                  <a:gd name="csX19" fmla="*/ 324797 w 434928"/>
                  <a:gd name="csY19" fmla="*/ 104328 h 157044"/>
                  <a:gd name="csX20" fmla="*/ 320988 w 434928"/>
                  <a:gd name="csY20" fmla="*/ 110844 h 157044"/>
                  <a:gd name="csX21" fmla="*/ 128226 w 434928"/>
                  <a:gd name="csY21" fmla="*/ 9014 h 157044"/>
                  <a:gd name="csX22" fmla="*/ 161208 w 434928"/>
                  <a:gd name="csY22" fmla="*/ 150128 h 157044"/>
                  <a:gd name="csX23" fmla="*/ 166287 w 434928"/>
                  <a:gd name="csY23" fmla="*/ 154292 h 157044"/>
                  <a:gd name="csX24" fmla="*/ 199134 w 434928"/>
                  <a:gd name="csY24" fmla="*/ 154292 h 157044"/>
                  <a:gd name="csX25" fmla="*/ 204213 w 434928"/>
                  <a:gd name="csY25" fmla="*/ 150128 h 157044"/>
                  <a:gd name="csX26" fmla="*/ 222860 w 434928"/>
                  <a:gd name="csY26" fmla="*/ 66310 h 157044"/>
                  <a:gd name="csX27" fmla="*/ 224312 w 434928"/>
                  <a:gd name="csY27" fmla="*/ 66310 h 157044"/>
                  <a:gd name="csX28" fmla="*/ 242912 w 434928"/>
                  <a:gd name="csY28" fmla="*/ 150128 h 157044"/>
                  <a:gd name="csX29" fmla="*/ 247994 w 434928"/>
                  <a:gd name="csY29" fmla="*/ 154292 h 157044"/>
                  <a:gd name="csX30" fmla="*/ 280884 w 434928"/>
                  <a:gd name="csY30" fmla="*/ 154292 h 157044"/>
                  <a:gd name="csX31" fmla="*/ 285963 w 434928"/>
                  <a:gd name="csY31" fmla="*/ 150128 h 157044"/>
                  <a:gd name="csX32" fmla="*/ 318899 w 434928"/>
                  <a:gd name="csY32" fmla="*/ 9014 h 157044"/>
                  <a:gd name="csX33" fmla="*/ 314725 w 434928"/>
                  <a:gd name="csY33" fmla="*/ 3763 h 157044"/>
                  <a:gd name="csX34" fmla="*/ 285649 w 434928"/>
                  <a:gd name="csY34" fmla="*/ 3763 h 157044"/>
                  <a:gd name="csX35" fmla="*/ 280564 w 434928"/>
                  <a:gd name="csY35" fmla="*/ 8109 h 157044"/>
                  <a:gd name="csX36" fmla="*/ 262964 w 434928"/>
                  <a:gd name="csY36" fmla="*/ 110890 h 157044"/>
                  <a:gd name="csX37" fmla="*/ 261512 w 434928"/>
                  <a:gd name="csY37" fmla="*/ 110890 h 157044"/>
                  <a:gd name="csX38" fmla="*/ 242050 w 434928"/>
                  <a:gd name="csY38" fmla="*/ 7927 h 157044"/>
                  <a:gd name="csX39" fmla="*/ 236787 w 434928"/>
                  <a:gd name="csY39" fmla="*/ 3763 h 157044"/>
                  <a:gd name="csX40" fmla="*/ 210385 w 434928"/>
                  <a:gd name="csY40" fmla="*/ 3763 h 157044"/>
                  <a:gd name="csX41" fmla="*/ 205121 w 434928"/>
                  <a:gd name="csY41" fmla="*/ 7927 h 157044"/>
                  <a:gd name="csX42" fmla="*/ 185659 w 434928"/>
                  <a:gd name="csY42" fmla="*/ 110890 h 157044"/>
                  <a:gd name="csX43" fmla="*/ 184207 w 434928"/>
                  <a:gd name="csY43" fmla="*/ 110890 h 157044"/>
                  <a:gd name="csX44" fmla="*/ 166604 w 434928"/>
                  <a:gd name="csY44" fmla="*/ 8109 h 157044"/>
                  <a:gd name="csX45" fmla="*/ 161525 w 434928"/>
                  <a:gd name="csY45" fmla="*/ 3763 h 157044"/>
                  <a:gd name="csX46" fmla="*/ 132400 w 434928"/>
                  <a:gd name="csY46" fmla="*/ 3763 h 157044"/>
                  <a:gd name="csX47" fmla="*/ 128226 w 434928"/>
                  <a:gd name="csY47" fmla="*/ 9014 h 157044"/>
                  <a:gd name="csX48" fmla="*/ 38763 w 434928"/>
                  <a:gd name="csY48" fmla="*/ 107449 h 157044"/>
                  <a:gd name="csX49" fmla="*/ 72244 w 434928"/>
                  <a:gd name="csY49" fmla="*/ 79843 h 157044"/>
                  <a:gd name="csX50" fmla="*/ 82815 w 434928"/>
                  <a:gd name="csY50" fmla="*/ 80929 h 157044"/>
                  <a:gd name="csX51" fmla="*/ 82815 w 434928"/>
                  <a:gd name="csY51" fmla="*/ 90431 h 157044"/>
                  <a:gd name="csX52" fmla="*/ 58271 w 434928"/>
                  <a:gd name="csY52" fmla="*/ 128675 h 157044"/>
                  <a:gd name="csX53" fmla="*/ 38763 w 434928"/>
                  <a:gd name="csY53" fmla="*/ 107449 h 157044"/>
                  <a:gd name="csX54" fmla="*/ 44116 w 434928"/>
                  <a:gd name="csY54" fmla="*/ 157549 h 157044"/>
                  <a:gd name="csX55" fmla="*/ 82452 w 434928"/>
                  <a:gd name="csY55" fmla="*/ 132568 h 157044"/>
                  <a:gd name="csX56" fmla="*/ 83904 w 434928"/>
                  <a:gd name="csY56" fmla="*/ 132568 h 157044"/>
                  <a:gd name="csX57" fmla="*/ 87531 w 434928"/>
                  <a:gd name="csY57" fmla="*/ 149586 h 157044"/>
                  <a:gd name="csX58" fmla="*/ 92613 w 434928"/>
                  <a:gd name="csY58" fmla="*/ 154292 h 157044"/>
                  <a:gd name="csX59" fmla="*/ 115160 w 434928"/>
                  <a:gd name="csY59" fmla="*/ 154292 h 157044"/>
                  <a:gd name="csX60" fmla="*/ 119879 w 434928"/>
                  <a:gd name="csY60" fmla="*/ 149586 h 157044"/>
                  <a:gd name="csX61" fmla="*/ 119879 w 434928"/>
                  <a:gd name="csY61" fmla="*/ 58572 h 157044"/>
                  <a:gd name="csX62" fmla="*/ 62172 w 434928"/>
                  <a:gd name="csY62" fmla="*/ 504 h 157044"/>
                  <a:gd name="csX63" fmla="*/ 5237 w 434928"/>
                  <a:gd name="csY63" fmla="*/ 39790 h 157044"/>
                  <a:gd name="csX64" fmla="*/ 9094 w 434928"/>
                  <a:gd name="csY64" fmla="*/ 46306 h 157044"/>
                  <a:gd name="csX65" fmla="*/ 33229 w 434928"/>
                  <a:gd name="csY65" fmla="*/ 50424 h 157044"/>
                  <a:gd name="csX66" fmla="*/ 39034 w 434928"/>
                  <a:gd name="csY66" fmla="*/ 46035 h 157044"/>
                  <a:gd name="csX67" fmla="*/ 62172 w 434928"/>
                  <a:gd name="csY67" fmla="*/ 29334 h 157044"/>
                  <a:gd name="csX68" fmla="*/ 82815 w 434928"/>
                  <a:gd name="csY68" fmla="*/ 53819 h 157044"/>
                  <a:gd name="csX69" fmla="*/ 82815 w 434928"/>
                  <a:gd name="csY69" fmla="*/ 60517 h 157044"/>
                  <a:gd name="csX70" fmla="*/ 66891 w 434928"/>
                  <a:gd name="csY70" fmla="*/ 59113 h 157044"/>
                  <a:gd name="csX71" fmla="*/ 656 w 434928"/>
                  <a:gd name="csY71" fmla="*/ 112337 h 157044"/>
                  <a:gd name="csX72" fmla="*/ 44116 w 434928"/>
                  <a:gd name="csY72" fmla="*/ 157549 h 1570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434928" h="157044">
                    <a:moveTo>
                      <a:pt x="320988" y="110844"/>
                    </a:moveTo>
                    <a:cubicBezTo>
                      <a:pt x="326796" y="140758"/>
                      <a:pt x="348387" y="157549"/>
                      <a:pt x="378874" y="157549"/>
                    </a:cubicBezTo>
                    <a:cubicBezTo>
                      <a:pt x="412084" y="157549"/>
                      <a:pt x="435584" y="136732"/>
                      <a:pt x="435584" y="108308"/>
                    </a:cubicBezTo>
                    <a:cubicBezTo>
                      <a:pt x="435584" y="85091"/>
                      <a:pt x="423199" y="70972"/>
                      <a:pt x="398384" y="64863"/>
                    </a:cubicBezTo>
                    <a:lnTo>
                      <a:pt x="377151" y="59612"/>
                    </a:lnTo>
                    <a:cubicBezTo>
                      <a:pt x="365809" y="56805"/>
                      <a:pt x="359551" y="52191"/>
                      <a:pt x="359551" y="44044"/>
                    </a:cubicBezTo>
                    <a:cubicBezTo>
                      <a:pt x="359551" y="35851"/>
                      <a:pt x="365944" y="29334"/>
                      <a:pt x="378422" y="29334"/>
                    </a:cubicBezTo>
                    <a:cubicBezTo>
                      <a:pt x="389174" y="29334"/>
                      <a:pt x="395659" y="35672"/>
                      <a:pt x="398517" y="46035"/>
                    </a:cubicBezTo>
                    <a:cubicBezTo>
                      <a:pt x="399517" y="49519"/>
                      <a:pt x="401378" y="50923"/>
                      <a:pt x="404325" y="50424"/>
                    </a:cubicBezTo>
                    <a:lnTo>
                      <a:pt x="428460" y="46306"/>
                    </a:lnTo>
                    <a:cubicBezTo>
                      <a:pt x="431637" y="45764"/>
                      <a:pt x="433179" y="43139"/>
                      <a:pt x="432317" y="39790"/>
                    </a:cubicBezTo>
                    <a:cubicBezTo>
                      <a:pt x="425694" y="14127"/>
                      <a:pt x="407592" y="504"/>
                      <a:pt x="378422" y="504"/>
                    </a:cubicBezTo>
                    <a:cubicBezTo>
                      <a:pt x="345713" y="504"/>
                      <a:pt x="323529" y="18562"/>
                      <a:pt x="323529" y="46396"/>
                    </a:cubicBezTo>
                    <a:cubicBezTo>
                      <a:pt x="323529" y="69387"/>
                      <a:pt x="336820" y="83146"/>
                      <a:pt x="365356" y="90025"/>
                    </a:cubicBezTo>
                    <a:lnTo>
                      <a:pt x="381142" y="93826"/>
                    </a:lnTo>
                    <a:cubicBezTo>
                      <a:pt x="394481" y="97040"/>
                      <a:pt x="399563" y="102515"/>
                      <a:pt x="399563" y="111884"/>
                    </a:cubicBezTo>
                    <a:cubicBezTo>
                      <a:pt x="399563" y="121614"/>
                      <a:pt x="391894" y="128675"/>
                      <a:pt x="378966" y="128675"/>
                    </a:cubicBezTo>
                    <a:cubicBezTo>
                      <a:pt x="366898" y="128675"/>
                      <a:pt x="358551" y="121072"/>
                      <a:pt x="354740" y="104599"/>
                    </a:cubicBezTo>
                    <a:cubicBezTo>
                      <a:pt x="353970" y="101158"/>
                      <a:pt x="351974" y="99665"/>
                      <a:pt x="348934" y="100207"/>
                    </a:cubicBezTo>
                    <a:lnTo>
                      <a:pt x="324797" y="104328"/>
                    </a:lnTo>
                    <a:cubicBezTo>
                      <a:pt x="321711" y="104870"/>
                      <a:pt x="320216" y="107403"/>
                      <a:pt x="320988" y="110844"/>
                    </a:cubicBezTo>
                    <a:moveTo>
                      <a:pt x="128226" y="9014"/>
                    </a:moveTo>
                    <a:lnTo>
                      <a:pt x="161208" y="150128"/>
                    </a:lnTo>
                    <a:cubicBezTo>
                      <a:pt x="161842" y="153024"/>
                      <a:pt x="163565" y="154292"/>
                      <a:pt x="166287" y="154292"/>
                    </a:cubicBezTo>
                    <a:lnTo>
                      <a:pt x="199134" y="154292"/>
                    </a:lnTo>
                    <a:cubicBezTo>
                      <a:pt x="201854" y="154292"/>
                      <a:pt x="203579" y="153024"/>
                      <a:pt x="204213" y="150128"/>
                    </a:cubicBezTo>
                    <a:lnTo>
                      <a:pt x="222860" y="66310"/>
                    </a:lnTo>
                    <a:lnTo>
                      <a:pt x="224312" y="66310"/>
                    </a:lnTo>
                    <a:lnTo>
                      <a:pt x="242912" y="150128"/>
                    </a:lnTo>
                    <a:cubicBezTo>
                      <a:pt x="243548" y="153024"/>
                      <a:pt x="245271" y="154292"/>
                      <a:pt x="247994" y="154292"/>
                    </a:cubicBezTo>
                    <a:lnTo>
                      <a:pt x="280884" y="154292"/>
                    </a:lnTo>
                    <a:cubicBezTo>
                      <a:pt x="283604" y="154292"/>
                      <a:pt x="285283" y="153024"/>
                      <a:pt x="285963" y="150128"/>
                    </a:cubicBezTo>
                    <a:lnTo>
                      <a:pt x="318899" y="9014"/>
                    </a:lnTo>
                    <a:cubicBezTo>
                      <a:pt x="319671" y="5755"/>
                      <a:pt x="317992" y="3763"/>
                      <a:pt x="314725" y="3763"/>
                    </a:cubicBezTo>
                    <a:lnTo>
                      <a:pt x="285649" y="3763"/>
                    </a:lnTo>
                    <a:cubicBezTo>
                      <a:pt x="282742" y="3763"/>
                      <a:pt x="281019" y="5394"/>
                      <a:pt x="280564" y="8109"/>
                    </a:cubicBezTo>
                    <a:lnTo>
                      <a:pt x="262964" y="110890"/>
                    </a:lnTo>
                    <a:lnTo>
                      <a:pt x="261512" y="110890"/>
                    </a:lnTo>
                    <a:lnTo>
                      <a:pt x="242050" y="7927"/>
                    </a:lnTo>
                    <a:cubicBezTo>
                      <a:pt x="241506" y="5213"/>
                      <a:pt x="239509" y="3763"/>
                      <a:pt x="236787" y="3763"/>
                    </a:cubicBezTo>
                    <a:lnTo>
                      <a:pt x="210385" y="3763"/>
                    </a:lnTo>
                    <a:cubicBezTo>
                      <a:pt x="207662" y="3763"/>
                      <a:pt x="205619" y="5213"/>
                      <a:pt x="205121" y="7927"/>
                    </a:cubicBezTo>
                    <a:lnTo>
                      <a:pt x="185659" y="110890"/>
                    </a:lnTo>
                    <a:lnTo>
                      <a:pt x="184207" y="110890"/>
                    </a:lnTo>
                    <a:lnTo>
                      <a:pt x="166604" y="8109"/>
                    </a:lnTo>
                    <a:cubicBezTo>
                      <a:pt x="166106" y="5394"/>
                      <a:pt x="164429" y="3763"/>
                      <a:pt x="161525" y="3763"/>
                    </a:cubicBezTo>
                    <a:lnTo>
                      <a:pt x="132400" y="3763"/>
                    </a:lnTo>
                    <a:cubicBezTo>
                      <a:pt x="129133" y="3763"/>
                      <a:pt x="127454" y="5755"/>
                      <a:pt x="128226" y="9014"/>
                    </a:cubicBezTo>
                    <a:moveTo>
                      <a:pt x="38763" y="107449"/>
                    </a:moveTo>
                    <a:cubicBezTo>
                      <a:pt x="38763" y="90388"/>
                      <a:pt x="51555" y="79843"/>
                      <a:pt x="72244" y="79843"/>
                    </a:cubicBezTo>
                    <a:cubicBezTo>
                      <a:pt x="75554" y="79843"/>
                      <a:pt x="79003" y="80203"/>
                      <a:pt x="82815" y="80929"/>
                    </a:cubicBezTo>
                    <a:lnTo>
                      <a:pt x="82815" y="90431"/>
                    </a:lnTo>
                    <a:cubicBezTo>
                      <a:pt x="82815" y="115008"/>
                      <a:pt x="74059" y="128675"/>
                      <a:pt x="58271" y="128675"/>
                    </a:cubicBezTo>
                    <a:cubicBezTo>
                      <a:pt x="46338" y="128675"/>
                      <a:pt x="38763" y="120438"/>
                      <a:pt x="38763" y="107449"/>
                    </a:cubicBezTo>
                    <a:moveTo>
                      <a:pt x="44116" y="157549"/>
                    </a:moveTo>
                    <a:cubicBezTo>
                      <a:pt x="61944" y="157549"/>
                      <a:pt x="75871" y="148499"/>
                      <a:pt x="82452" y="132568"/>
                    </a:cubicBezTo>
                    <a:lnTo>
                      <a:pt x="83904" y="132568"/>
                    </a:lnTo>
                    <a:lnTo>
                      <a:pt x="87531" y="149586"/>
                    </a:lnTo>
                    <a:cubicBezTo>
                      <a:pt x="88168" y="152661"/>
                      <a:pt x="89983" y="154292"/>
                      <a:pt x="92613" y="154292"/>
                    </a:cubicBezTo>
                    <a:lnTo>
                      <a:pt x="115160" y="154292"/>
                    </a:lnTo>
                    <a:cubicBezTo>
                      <a:pt x="117883" y="154292"/>
                      <a:pt x="119879" y="152300"/>
                      <a:pt x="119879" y="149586"/>
                    </a:cubicBezTo>
                    <a:lnTo>
                      <a:pt x="119879" y="58572"/>
                    </a:lnTo>
                    <a:cubicBezTo>
                      <a:pt x="119879" y="20418"/>
                      <a:pt x="100052" y="504"/>
                      <a:pt x="62172" y="504"/>
                    </a:cubicBezTo>
                    <a:cubicBezTo>
                      <a:pt x="32638" y="504"/>
                      <a:pt x="11771" y="14853"/>
                      <a:pt x="5237" y="39790"/>
                    </a:cubicBezTo>
                    <a:cubicBezTo>
                      <a:pt x="4421" y="43139"/>
                      <a:pt x="5917" y="45764"/>
                      <a:pt x="9094" y="46306"/>
                    </a:cubicBezTo>
                    <a:lnTo>
                      <a:pt x="33229" y="50424"/>
                    </a:lnTo>
                    <a:cubicBezTo>
                      <a:pt x="36176" y="50923"/>
                      <a:pt x="38037" y="49519"/>
                      <a:pt x="39034" y="46035"/>
                    </a:cubicBezTo>
                    <a:cubicBezTo>
                      <a:pt x="42120" y="34992"/>
                      <a:pt x="49922" y="29334"/>
                      <a:pt x="62172" y="29334"/>
                    </a:cubicBezTo>
                    <a:cubicBezTo>
                      <a:pt x="75871" y="29334"/>
                      <a:pt x="82815" y="37571"/>
                      <a:pt x="82815" y="53819"/>
                    </a:cubicBezTo>
                    <a:lnTo>
                      <a:pt x="82815" y="60517"/>
                    </a:lnTo>
                    <a:cubicBezTo>
                      <a:pt x="78185" y="59566"/>
                      <a:pt x="73241" y="59113"/>
                      <a:pt x="66891" y="59113"/>
                    </a:cubicBezTo>
                    <a:cubicBezTo>
                      <a:pt x="26332" y="59113"/>
                      <a:pt x="656" y="79751"/>
                      <a:pt x="656" y="112337"/>
                    </a:cubicBezTo>
                    <a:cubicBezTo>
                      <a:pt x="656" y="139401"/>
                      <a:pt x="18077" y="157549"/>
                      <a:pt x="44116" y="157549"/>
                    </a:cubicBezTo>
                  </a:path>
                </a:pathLst>
              </a:custGeom>
              <a:solidFill>
                <a:srgbClr val="000000"/>
              </a:solidFill>
              <a:ln w="2525" cap="flat">
                <a:noFill/>
                <a:prstDash val="solid"/>
                <a:round/>
              </a:ln>
            </p:spPr>
            <p:txBody>
              <a:bodyPr/>
              <a:lstStyle/>
              <a:p>
                <a:endParaRPr lang="en-US"/>
              </a:p>
            </p:txBody>
          </p:sp>
          <p:sp>
            <p:nvSpPr>
              <p:cNvPr id="11" name="Freeform: Shape 10">
                <a:extLst>
                  <a:ext uri="{FF2B5EF4-FFF2-40B4-BE49-F238E27FC236}">
                    <a16:creationId xmlns:a16="http://schemas.microsoft.com/office/drawing/2014/main" id="{F89FF319-26FB-66CB-8BFB-29B69539947D}"/>
                  </a:ext>
                </a:extLst>
              </p:cNvPr>
              <p:cNvSpPr/>
              <p:nvPr/>
            </p:nvSpPr>
            <p:spPr>
              <a:xfrm>
                <a:off x="5855557" y="3466765"/>
                <a:ext cx="502012" cy="131069"/>
              </a:xfrm>
              <a:custGeom>
                <a:avLst/>
                <a:gdLst>
                  <a:gd name="csX0" fmla="*/ 404067 w 502012"/>
                  <a:gd name="csY0" fmla="*/ 26967 h 131069"/>
                  <a:gd name="csX1" fmla="*/ 419310 w 502012"/>
                  <a:gd name="csY1" fmla="*/ 29502 h 131069"/>
                  <a:gd name="csX2" fmla="*/ 473385 w 502012"/>
                  <a:gd name="csY2" fmla="*/ 30952 h 131069"/>
                  <a:gd name="csX3" fmla="*/ 456145 w 502012"/>
                  <a:gd name="csY3" fmla="*/ 82181 h 131069"/>
                  <a:gd name="csX4" fmla="*/ 453606 w 502012"/>
                  <a:gd name="csY4" fmla="*/ 97387 h 131069"/>
                  <a:gd name="csX5" fmla="*/ 457236 w 502012"/>
                  <a:gd name="csY5" fmla="*/ 99018 h 131069"/>
                  <a:gd name="csX6" fmla="*/ 472477 w 502012"/>
                  <a:gd name="csY6" fmla="*/ 89784 h 131069"/>
                  <a:gd name="csX7" fmla="*/ 497701 w 502012"/>
                  <a:gd name="csY7" fmla="*/ 52855 h 131069"/>
                  <a:gd name="csX8" fmla="*/ 499879 w 502012"/>
                  <a:gd name="csY8" fmla="*/ 12303 h 131069"/>
                  <a:gd name="csX9" fmla="*/ 461227 w 502012"/>
                  <a:gd name="csY9" fmla="*/ 810 h 131069"/>
                  <a:gd name="csX10" fmla="*/ 417495 w 502012"/>
                  <a:gd name="csY10" fmla="*/ 11580 h 131069"/>
                  <a:gd name="csX11" fmla="*/ 404067 w 502012"/>
                  <a:gd name="csY11" fmla="*/ 26967 h 131069"/>
                  <a:gd name="csX12" fmla="*/ 1397 w 502012"/>
                  <a:gd name="csY12" fmla="*/ 19364 h 131069"/>
                  <a:gd name="csX13" fmla="*/ 9927 w 502012"/>
                  <a:gd name="csY13" fmla="*/ 33304 h 131069"/>
                  <a:gd name="csX14" fmla="*/ 241838 w 502012"/>
                  <a:gd name="csY14" fmla="*/ 131874 h 131069"/>
                  <a:gd name="csX15" fmla="*/ 437092 w 502012"/>
                  <a:gd name="csY15" fmla="*/ 68965 h 131069"/>
                  <a:gd name="csX16" fmla="*/ 449250 w 502012"/>
                  <a:gd name="csY16" fmla="*/ 51950 h 131069"/>
                  <a:gd name="csX17" fmla="*/ 447254 w 502012"/>
                  <a:gd name="csY17" fmla="*/ 47244 h 131069"/>
                  <a:gd name="csX18" fmla="*/ 430016 w 502012"/>
                  <a:gd name="csY18" fmla="*/ 49958 h 131069"/>
                  <a:gd name="csX19" fmla="*/ 249821 w 502012"/>
                  <a:gd name="csY19" fmla="*/ 88153 h 131069"/>
                  <a:gd name="csX20" fmla="*/ 20270 w 502012"/>
                  <a:gd name="csY20" fmla="*/ 16468 h 131069"/>
                  <a:gd name="csX21" fmla="*/ 2849 w 502012"/>
                  <a:gd name="csY21" fmla="*/ 10312 h 131069"/>
                  <a:gd name="csX22" fmla="*/ 1397 w 502012"/>
                  <a:gd name="csY22" fmla="*/ 19364 h 1310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502012" h="131069">
                    <a:moveTo>
                      <a:pt x="404067" y="26967"/>
                    </a:moveTo>
                    <a:cubicBezTo>
                      <a:pt x="405879" y="31131"/>
                      <a:pt x="411143" y="31220"/>
                      <a:pt x="419310" y="29502"/>
                    </a:cubicBezTo>
                    <a:cubicBezTo>
                      <a:pt x="441085" y="24886"/>
                      <a:pt x="468758" y="24341"/>
                      <a:pt x="473385" y="30952"/>
                    </a:cubicBezTo>
                    <a:cubicBezTo>
                      <a:pt x="478015" y="37558"/>
                      <a:pt x="467850" y="63264"/>
                      <a:pt x="456145" y="82181"/>
                    </a:cubicBezTo>
                    <a:cubicBezTo>
                      <a:pt x="451699" y="89331"/>
                      <a:pt x="450066" y="93859"/>
                      <a:pt x="453606" y="97387"/>
                    </a:cubicBezTo>
                    <a:cubicBezTo>
                      <a:pt x="454603" y="98384"/>
                      <a:pt x="455784" y="99018"/>
                      <a:pt x="457236" y="99018"/>
                    </a:cubicBezTo>
                    <a:cubicBezTo>
                      <a:pt x="461590" y="99018"/>
                      <a:pt x="467124" y="94490"/>
                      <a:pt x="472477" y="89784"/>
                    </a:cubicBezTo>
                    <a:cubicBezTo>
                      <a:pt x="483820" y="79737"/>
                      <a:pt x="492711" y="67158"/>
                      <a:pt x="497701" y="52855"/>
                    </a:cubicBezTo>
                    <a:cubicBezTo>
                      <a:pt x="502510" y="39096"/>
                      <a:pt x="504959" y="19727"/>
                      <a:pt x="499879" y="12303"/>
                    </a:cubicBezTo>
                    <a:cubicBezTo>
                      <a:pt x="494979" y="5243"/>
                      <a:pt x="475926" y="628"/>
                      <a:pt x="461227" y="810"/>
                    </a:cubicBezTo>
                    <a:cubicBezTo>
                      <a:pt x="445802" y="989"/>
                      <a:pt x="430921" y="4519"/>
                      <a:pt x="417495" y="11580"/>
                    </a:cubicBezTo>
                    <a:cubicBezTo>
                      <a:pt x="409146" y="16105"/>
                      <a:pt x="401526" y="21174"/>
                      <a:pt x="404067" y="26967"/>
                    </a:cubicBezTo>
                    <a:moveTo>
                      <a:pt x="1397" y="19364"/>
                    </a:moveTo>
                    <a:cubicBezTo>
                      <a:pt x="2667" y="23165"/>
                      <a:pt x="5571" y="27964"/>
                      <a:pt x="9927" y="33304"/>
                    </a:cubicBezTo>
                    <a:cubicBezTo>
                      <a:pt x="65635" y="101911"/>
                      <a:pt x="155279" y="131874"/>
                      <a:pt x="241838" y="131874"/>
                    </a:cubicBezTo>
                    <a:cubicBezTo>
                      <a:pt x="317506" y="131874"/>
                      <a:pt x="390636" y="109153"/>
                      <a:pt x="437092" y="68965"/>
                    </a:cubicBezTo>
                    <a:cubicBezTo>
                      <a:pt x="445168" y="61996"/>
                      <a:pt x="449250" y="56293"/>
                      <a:pt x="449250" y="51950"/>
                    </a:cubicBezTo>
                    <a:cubicBezTo>
                      <a:pt x="449250" y="50137"/>
                      <a:pt x="448614" y="48598"/>
                      <a:pt x="447254" y="47244"/>
                    </a:cubicBezTo>
                    <a:cubicBezTo>
                      <a:pt x="443261" y="43079"/>
                      <a:pt x="437274" y="46157"/>
                      <a:pt x="430016" y="49958"/>
                    </a:cubicBezTo>
                    <a:cubicBezTo>
                      <a:pt x="386827" y="72585"/>
                      <a:pt x="320410" y="88153"/>
                      <a:pt x="249821" y="88153"/>
                    </a:cubicBezTo>
                    <a:cubicBezTo>
                      <a:pt x="170160" y="88153"/>
                      <a:pt x="84869" y="68423"/>
                      <a:pt x="20270" y="16468"/>
                    </a:cubicBezTo>
                    <a:cubicBezTo>
                      <a:pt x="14099" y="11580"/>
                      <a:pt x="7386" y="6782"/>
                      <a:pt x="2849" y="10312"/>
                    </a:cubicBezTo>
                    <a:cubicBezTo>
                      <a:pt x="1215" y="11669"/>
                      <a:pt x="-237" y="14295"/>
                      <a:pt x="1397" y="19364"/>
                    </a:cubicBezTo>
                  </a:path>
                </a:pathLst>
              </a:custGeom>
              <a:solidFill>
                <a:schemeClr val="bg1"/>
              </a:solidFill>
              <a:ln w="2525" cap="flat">
                <a:noFill/>
                <a:prstDash val="solid"/>
                <a:round/>
              </a:ln>
            </p:spPr>
            <p:txBody>
              <a:bodyPr/>
              <a:lstStyle/>
              <a:p>
                <a:endParaRPr lang="en-US"/>
              </a:p>
            </p:txBody>
          </p:sp>
        </p:grpSp>
      </p:grpSp>
    </p:spTree>
    <p:extLst>
      <p:ext uri="{BB962C8B-B14F-4D97-AF65-F5344CB8AC3E}">
        <p14:creationId xmlns:p14="http://schemas.microsoft.com/office/powerpoint/2010/main" val="18510190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9C8B1C-EAC6-970B-3025-7EE3B9A2A9DE}"/>
              </a:ext>
            </a:extLst>
          </p:cNvPr>
          <p:cNvSpPr/>
          <p:nvPr/>
        </p:nvSpPr>
        <p:spPr>
          <a:xfrm>
            <a:off x="367648" y="375012"/>
            <a:ext cx="2516957" cy="29788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6" name="Rounded Rectangle 1">
            <a:extLst>
              <a:ext uri="{FF2B5EF4-FFF2-40B4-BE49-F238E27FC236}">
                <a16:creationId xmlns:a16="http://schemas.microsoft.com/office/drawing/2014/main" id="{4340AF71-F1E0-1937-C4C7-F8030BDD7D07}"/>
              </a:ext>
            </a:extLst>
          </p:cNvPr>
          <p:cNvSpPr/>
          <p:nvPr/>
        </p:nvSpPr>
        <p:spPr>
          <a:xfrm>
            <a:off x="381000" y="1905000"/>
            <a:ext cx="3428999" cy="3081779"/>
          </a:xfrm>
          <a:prstGeom prst="roundRect">
            <a:avLst>
              <a:gd name="adj" fmla="val 0"/>
            </a:avLst>
          </a:prstGeom>
          <a:solidFill>
            <a:srgbClr val="F5F3E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161E2D"/>
              </a:solidFill>
              <a:effectLst/>
              <a:uLnTx/>
              <a:uFillTx/>
              <a:latin typeface="Ember Modern Text" panose="020B0503020204020204" pitchFamily="34" charset="0"/>
              <a:ea typeface="+mn-ea"/>
              <a:cs typeface="+mn-cs"/>
            </a:endParaRPr>
          </a:p>
        </p:txBody>
      </p:sp>
      <p:sp>
        <p:nvSpPr>
          <p:cNvPr id="8" name="Rounded Rectangle 1">
            <a:extLst>
              <a:ext uri="{FF2B5EF4-FFF2-40B4-BE49-F238E27FC236}">
                <a16:creationId xmlns:a16="http://schemas.microsoft.com/office/drawing/2014/main" id="{4F3321B9-51F2-E3DA-7CE0-18E7E987F404}"/>
              </a:ext>
            </a:extLst>
          </p:cNvPr>
          <p:cNvSpPr/>
          <p:nvPr/>
        </p:nvSpPr>
        <p:spPr>
          <a:xfrm>
            <a:off x="4393826" y="1905000"/>
            <a:ext cx="3417048" cy="3081779"/>
          </a:xfrm>
          <a:prstGeom prst="roundRect">
            <a:avLst>
              <a:gd name="adj" fmla="val 0"/>
            </a:avLst>
          </a:prstGeom>
          <a:solidFill>
            <a:srgbClr val="F5F3E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161E2D"/>
              </a:solidFill>
              <a:effectLst/>
              <a:uLnTx/>
              <a:uFillTx/>
              <a:latin typeface="Ember Modern Text" panose="020B0503020204020204" pitchFamily="34" charset="0"/>
              <a:ea typeface="+mn-ea"/>
              <a:cs typeface="+mn-cs"/>
            </a:endParaRPr>
          </a:p>
        </p:txBody>
      </p:sp>
      <p:sp>
        <p:nvSpPr>
          <p:cNvPr id="10" name="Rounded Rectangle 1">
            <a:extLst>
              <a:ext uri="{FF2B5EF4-FFF2-40B4-BE49-F238E27FC236}">
                <a16:creationId xmlns:a16="http://schemas.microsoft.com/office/drawing/2014/main" id="{C918B468-1C8E-787E-68EA-8B1DA9428EC1}"/>
              </a:ext>
            </a:extLst>
          </p:cNvPr>
          <p:cNvSpPr/>
          <p:nvPr/>
        </p:nvSpPr>
        <p:spPr>
          <a:xfrm>
            <a:off x="8394700" y="1905000"/>
            <a:ext cx="3417048" cy="3081779"/>
          </a:xfrm>
          <a:prstGeom prst="roundRect">
            <a:avLst>
              <a:gd name="adj" fmla="val 0"/>
            </a:avLst>
          </a:prstGeom>
          <a:solidFill>
            <a:srgbClr val="F5F3E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161E2D"/>
              </a:solidFill>
              <a:effectLst/>
              <a:uLnTx/>
              <a:uFillTx/>
              <a:latin typeface="Ember Modern Text" panose="020B0503020204020204" pitchFamily="34" charset="0"/>
              <a:ea typeface="+mn-ea"/>
              <a:cs typeface="+mn-cs"/>
            </a:endParaRPr>
          </a:p>
        </p:txBody>
      </p:sp>
      <p:sp>
        <p:nvSpPr>
          <p:cNvPr id="2" name="Title 1">
            <a:extLst>
              <a:ext uri="{FF2B5EF4-FFF2-40B4-BE49-F238E27FC236}">
                <a16:creationId xmlns:a16="http://schemas.microsoft.com/office/drawing/2014/main" id="{F4FF7B7D-2355-341C-4C32-093C0C205C84}"/>
              </a:ext>
            </a:extLst>
          </p:cNvPr>
          <p:cNvSpPr>
            <a:spLocks noGrp="1"/>
          </p:cNvSpPr>
          <p:nvPr>
            <p:ph type="title"/>
          </p:nvPr>
        </p:nvSpPr>
        <p:spPr/>
        <p:txBody>
          <a:bodyPr/>
          <a:lstStyle/>
          <a:p>
            <a:r>
              <a:rPr lang="en-US" dirty="0"/>
              <a:t>Content development guidance</a:t>
            </a:r>
          </a:p>
        </p:txBody>
      </p:sp>
      <p:sp>
        <p:nvSpPr>
          <p:cNvPr id="3" name="Text Placeholder 2">
            <a:extLst>
              <a:ext uri="{FF2B5EF4-FFF2-40B4-BE49-F238E27FC236}">
                <a16:creationId xmlns:a16="http://schemas.microsoft.com/office/drawing/2014/main" id="{DD2A3F43-062B-AE15-D8E2-97D585825DB7}"/>
              </a:ext>
            </a:extLst>
          </p:cNvPr>
          <p:cNvSpPr>
            <a:spLocks noGrp="1"/>
          </p:cNvSpPr>
          <p:nvPr>
            <p:ph type="body" sz="quarter" idx="10"/>
          </p:nvPr>
        </p:nvSpPr>
        <p:spPr>
          <a:xfrm>
            <a:off x="474878" y="394394"/>
            <a:ext cx="2852784" cy="297883"/>
          </a:xfrm>
        </p:spPr>
        <p:txBody>
          <a:bodyPr/>
          <a:lstStyle/>
          <a:p>
            <a:r>
              <a:rPr lang="en-US" dirty="0">
                <a:solidFill>
                  <a:sysClr val="windowText" lastClr="000000"/>
                </a:solidFill>
              </a:rPr>
              <a:t>For AWS speakers</a:t>
            </a:r>
          </a:p>
        </p:txBody>
      </p:sp>
      <p:sp>
        <p:nvSpPr>
          <p:cNvPr id="5" name="TextBox 4">
            <a:extLst>
              <a:ext uri="{FF2B5EF4-FFF2-40B4-BE49-F238E27FC236}">
                <a16:creationId xmlns:a16="http://schemas.microsoft.com/office/drawing/2014/main" id="{83B3267A-38D3-0AD8-425E-0423668849D8}"/>
              </a:ext>
            </a:extLst>
          </p:cNvPr>
          <p:cNvSpPr txBox="1"/>
          <p:nvPr/>
        </p:nvSpPr>
        <p:spPr>
          <a:xfrm>
            <a:off x="431800" y="1988660"/>
            <a:ext cx="3184712"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ea typeface="+mn-ea"/>
                <a:cs typeface="+mn-cs"/>
              </a:rPr>
              <a:t>Customer logos and references</a:t>
            </a:r>
          </a:p>
        </p:txBody>
      </p:sp>
      <p:sp>
        <p:nvSpPr>
          <p:cNvPr id="7" name="TextBox 6">
            <a:extLst>
              <a:ext uri="{FF2B5EF4-FFF2-40B4-BE49-F238E27FC236}">
                <a16:creationId xmlns:a16="http://schemas.microsoft.com/office/drawing/2014/main" id="{C33B7712-766E-B97D-B7F1-0B8107B38EBB}"/>
              </a:ext>
            </a:extLst>
          </p:cNvPr>
          <p:cNvSpPr txBox="1"/>
          <p:nvPr/>
        </p:nvSpPr>
        <p:spPr>
          <a:xfrm>
            <a:off x="431799" y="2517577"/>
            <a:ext cx="3302001" cy="1754326"/>
          </a:xfrm>
          <a:prstGeom prst="rect">
            <a:avLst/>
          </a:prstGeom>
          <a:noFill/>
        </p:spPr>
        <p:txBody>
          <a:bodyPr wrap="square">
            <a:spAutoFit/>
          </a:bodyPr>
          <a:lstStyle/>
          <a:p>
            <a:r>
              <a:rPr lang="en-US" sz="1200" b="0" i="0" u="none" strike="noStrike" baseline="0" dirty="0"/>
              <a:t>For any mentions of AWS customers, you must ensure they are a referenceable customer and that the use case you want to use is approved</a:t>
            </a:r>
            <a:r>
              <a:rPr lang="en-US" sz="1200" dirty="0"/>
              <a:t>. If </a:t>
            </a:r>
            <a:r>
              <a:rPr lang="en-US" sz="1200" b="0" i="0" u="none" strike="noStrike" baseline="0" dirty="0"/>
              <a:t>the customer is not referenceable, you cannot include that customer or use case. </a:t>
            </a:r>
          </a:p>
          <a:p>
            <a:endParaRPr lang="en-US" sz="1200" dirty="0"/>
          </a:p>
          <a:p>
            <a:r>
              <a:rPr lang="en-US" sz="1200" b="0" i="0" u="none" strike="noStrike" baseline="0" dirty="0"/>
              <a:t>You must also check that AWS has permission to use </a:t>
            </a:r>
            <a:r>
              <a:rPr lang="en-US" sz="1200" dirty="0"/>
              <a:t>a customer’s </a:t>
            </a:r>
            <a:r>
              <a:rPr lang="en-US" sz="1200" b="0" i="0" u="none" strike="noStrike" baseline="0" dirty="0"/>
              <a:t>logo before you include it in a presentation. </a:t>
            </a:r>
          </a:p>
        </p:txBody>
      </p:sp>
      <p:sp>
        <p:nvSpPr>
          <p:cNvPr id="9" name="TextBox 8">
            <a:extLst>
              <a:ext uri="{FF2B5EF4-FFF2-40B4-BE49-F238E27FC236}">
                <a16:creationId xmlns:a16="http://schemas.microsoft.com/office/drawing/2014/main" id="{4E5254BC-5743-4745-B7C8-F9542546700B}"/>
              </a:ext>
            </a:extLst>
          </p:cNvPr>
          <p:cNvSpPr txBox="1"/>
          <p:nvPr/>
        </p:nvSpPr>
        <p:spPr>
          <a:xfrm>
            <a:off x="4508499" y="1988660"/>
            <a:ext cx="2821857"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ea typeface="+mn-ea"/>
                <a:cs typeface="+mn-cs"/>
              </a:rPr>
              <a:t>AWS offering</a:t>
            </a:r>
            <a:r>
              <a:rPr lang="en-US" sz="1600" dirty="0"/>
              <a:t> names</a:t>
            </a:r>
            <a:endParaRPr kumimoji="0" lang="en-US" sz="1600" b="0" i="0" u="none" strike="noStrike" kern="1200" cap="none" spc="0" normalizeH="0" baseline="0" noProof="0" dirty="0">
              <a:ln>
                <a:noFill/>
              </a:ln>
              <a:effectLst/>
              <a:uLnTx/>
              <a:uFillTx/>
              <a:ea typeface="+mn-ea"/>
              <a:cs typeface="+mn-cs"/>
            </a:endParaRPr>
          </a:p>
        </p:txBody>
      </p:sp>
      <p:sp>
        <p:nvSpPr>
          <p:cNvPr id="11" name="TextBox 10">
            <a:extLst>
              <a:ext uri="{FF2B5EF4-FFF2-40B4-BE49-F238E27FC236}">
                <a16:creationId xmlns:a16="http://schemas.microsoft.com/office/drawing/2014/main" id="{41187422-33A2-19BB-72F3-3F1F2EAC3D30}"/>
              </a:ext>
            </a:extLst>
          </p:cNvPr>
          <p:cNvSpPr txBox="1"/>
          <p:nvPr/>
        </p:nvSpPr>
        <p:spPr>
          <a:xfrm>
            <a:off x="4508500" y="2517577"/>
            <a:ext cx="3200400" cy="1938992"/>
          </a:xfrm>
          <a:prstGeom prst="rect">
            <a:avLst/>
          </a:prstGeom>
          <a:noFill/>
        </p:spPr>
        <p:txBody>
          <a:bodyPr wrap="square">
            <a:spAutoFit/>
          </a:bodyPr>
          <a:lstStyle/>
          <a:p>
            <a:r>
              <a:rPr lang="en-US" sz="1200" b="0" i="0" u="none" strike="noStrike" baseline="0" dirty="0"/>
              <a:t>Make sure that all AWS offering names names are referred to correctly in the presentation by checking the</a:t>
            </a:r>
            <a:r>
              <a:rPr kumimoji="0" lang="en-US" sz="1200" b="0" i="0" u="none" strike="noStrike" kern="1200" cap="none" spc="0" normalizeH="0" baseline="0" noProof="0" dirty="0">
                <a:ln>
                  <a:noFill/>
                </a:ln>
                <a:effectLst/>
                <a:uLnTx/>
                <a:uFillTx/>
                <a:ea typeface="+mn-ea"/>
                <a:cs typeface="+mn-cs"/>
              </a:rPr>
              <a:t> AWS Launch Manager</a:t>
            </a:r>
            <a:r>
              <a:rPr lang="en-US" sz="1200" b="0" i="0" u="none" strike="noStrike" baseline="0" dirty="0"/>
              <a:t>.</a:t>
            </a:r>
          </a:p>
          <a:p>
            <a:endParaRPr lang="en-US" sz="1200" b="0" i="0" u="none" strike="noStrike" baseline="0" dirty="0"/>
          </a:p>
          <a:p>
            <a:r>
              <a:rPr lang="en-US" sz="1200" b="0" i="0" u="none" strike="noStrike" baseline="0" dirty="0"/>
              <a:t>Unlaunched names require approval from the launch team before use. Remember that products or services may not be referenced in a presentation until after they have launched publicly.</a:t>
            </a:r>
          </a:p>
        </p:txBody>
      </p:sp>
      <p:sp>
        <p:nvSpPr>
          <p:cNvPr id="13" name="TextBox 12">
            <a:extLst>
              <a:ext uri="{FF2B5EF4-FFF2-40B4-BE49-F238E27FC236}">
                <a16:creationId xmlns:a16="http://schemas.microsoft.com/office/drawing/2014/main" id="{6F3BA3F7-B77F-7DED-7F18-14D9716D3578}"/>
              </a:ext>
            </a:extLst>
          </p:cNvPr>
          <p:cNvSpPr txBox="1"/>
          <p:nvPr/>
        </p:nvSpPr>
        <p:spPr>
          <a:xfrm>
            <a:off x="8547475" y="1988660"/>
            <a:ext cx="257287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ea typeface="+mn-ea"/>
                <a:cs typeface="+mn-cs"/>
              </a:rPr>
              <a:t>Copyrighted content</a:t>
            </a:r>
          </a:p>
        </p:txBody>
      </p:sp>
      <p:sp>
        <p:nvSpPr>
          <p:cNvPr id="15" name="TextBox 14">
            <a:extLst>
              <a:ext uri="{FF2B5EF4-FFF2-40B4-BE49-F238E27FC236}">
                <a16:creationId xmlns:a16="http://schemas.microsoft.com/office/drawing/2014/main" id="{B52A7A55-36C7-8740-7178-FDDB6EBE0D80}"/>
              </a:ext>
            </a:extLst>
          </p:cNvPr>
          <p:cNvSpPr txBox="1"/>
          <p:nvPr/>
        </p:nvSpPr>
        <p:spPr>
          <a:xfrm>
            <a:off x="8547474" y="2517577"/>
            <a:ext cx="3200399" cy="2308324"/>
          </a:xfrm>
          <a:prstGeom prst="rect">
            <a:avLst/>
          </a:prstGeom>
          <a:noFill/>
        </p:spPr>
        <p:txBody>
          <a:bodyPr wrap="square">
            <a:spAutoFit/>
          </a:bodyPr>
          <a:lstStyle/>
          <a:p>
            <a:pPr marL="0" marR="0" lvl="0" indent="0" algn="l"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ea typeface="+mn-ea"/>
                <a:cs typeface="+mn-cs"/>
              </a:rPr>
              <a:t>Review all images, videos, logos, and music in your presentation to ensure that you have obtained a corporate license or have permission for use. This includes logos and images for open source software, customers, competitors, and other products.</a:t>
            </a:r>
          </a:p>
          <a:p>
            <a:pPr marL="0" marR="0" lvl="0" indent="0" algn="l" defTabSz="914400" rtl="0" eaLnBrk="1" fontAlgn="auto" latinLnBrk="0" hangingPunct="1">
              <a:spcBef>
                <a:spcPts val="0"/>
              </a:spcBef>
              <a:spcAft>
                <a:spcPts val="0"/>
              </a:spcAft>
              <a:buClrTx/>
              <a:buSzTx/>
              <a:buFontTx/>
              <a:buNone/>
              <a:tabLst/>
              <a:defRPr/>
            </a:pPr>
            <a:endParaRPr lang="en-US" sz="1200" dirty="0"/>
          </a:p>
          <a:p>
            <a:pPr marL="0" marR="0" lvl="0" indent="0" algn="l" defTabSz="914400" rtl="0" eaLnBrk="1" fontAlgn="auto" latinLnBrk="0" hangingPunct="1">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ea typeface="+mn-ea"/>
                <a:cs typeface="+mn-cs"/>
              </a:rPr>
              <a:t>Content from movies or TV shows or that includes references to popular characters and famous figures carries a high level of risk and should be removed from your presentation.</a:t>
            </a:r>
          </a:p>
        </p:txBody>
      </p:sp>
      <p:sp>
        <p:nvSpPr>
          <p:cNvPr id="17" name="TextBox 16">
            <a:extLst>
              <a:ext uri="{FF2B5EF4-FFF2-40B4-BE49-F238E27FC236}">
                <a16:creationId xmlns:a16="http://schemas.microsoft.com/office/drawing/2014/main" id="{D66EAFB5-8185-93AC-E2FC-BD9081F0CC55}"/>
              </a:ext>
            </a:extLst>
          </p:cNvPr>
          <p:cNvSpPr txBox="1"/>
          <p:nvPr/>
        </p:nvSpPr>
        <p:spPr>
          <a:xfrm>
            <a:off x="751613" y="5240408"/>
            <a:ext cx="10688774" cy="717895"/>
          </a:xfrm>
          <a:prstGeom prst="roundRect">
            <a:avLst>
              <a:gd name="adj" fmla="val 0"/>
            </a:avLst>
          </a:prstGeom>
          <a:noFill/>
        </p:spPr>
        <p:txBody>
          <a:bodyPr wrap="square" lIns="91440" rIns="91440" rtlCol="0" anchor="ctr" anchorCtr="0">
            <a:noAutofit/>
          </a:bodyPr>
          <a:lstStyle/>
          <a:p>
            <a:pPr algn="ctr"/>
            <a:r>
              <a:rPr lang="en-US" sz="1600" b="0" i="0" u="none" strike="noStrike" baseline="0" dirty="0"/>
              <a:t>As an AWS speaker, you are responsible for the content you present. For additional resources on content and presentation development, please visit your speaker resource center or the </a:t>
            </a:r>
            <a:r>
              <a:rPr lang="en-US" sz="1600" b="0" i="0" u="none" strike="noStrike" baseline="0" dirty="0">
                <a:solidFill>
                  <a:schemeClr val="accent5">
                    <a:lumMod val="60000"/>
                    <a:lumOff val="40000"/>
                  </a:schemeClr>
                </a:solidFill>
                <a:hlinkClick r:id="rId2">
                  <a:extLst>
                    <a:ext uri="{A12FA001-AC4F-418D-AE19-62706E023703}">
                      <ahyp:hlinkClr xmlns:ahyp="http://schemas.microsoft.com/office/drawing/2018/hyperlinkcolor" val="tx"/>
                    </a:ext>
                  </a:extLst>
                </a:hlinkClick>
              </a:rPr>
              <a:t>Speaker Programs Highspot</a:t>
            </a:r>
            <a:r>
              <a:rPr lang="en-US" sz="1600" dirty="0">
                <a:solidFill>
                  <a:schemeClr val="accent5">
                    <a:lumMod val="60000"/>
                    <a:lumOff val="40000"/>
                  </a:schemeClr>
                </a:solidFill>
                <a:hlinkClick r:id="rId2">
                  <a:extLst>
                    <a:ext uri="{A12FA001-AC4F-418D-AE19-62706E023703}">
                      <ahyp:hlinkClr xmlns:ahyp="http://schemas.microsoft.com/office/drawing/2018/hyperlinkcolor" val="tx"/>
                    </a:ext>
                  </a:extLst>
                </a:hlinkClick>
              </a:rPr>
              <a:t> page</a:t>
            </a:r>
            <a:r>
              <a:rPr lang="en-US" sz="1600" dirty="0"/>
              <a:t>.</a:t>
            </a:r>
            <a:endParaRPr lang="en-US" sz="1600" b="0" i="0" u="none" strike="noStrike" baseline="0" dirty="0"/>
          </a:p>
        </p:txBody>
      </p:sp>
    </p:spTree>
    <p:extLst>
      <p:ext uri="{BB962C8B-B14F-4D97-AF65-F5344CB8AC3E}">
        <p14:creationId xmlns:p14="http://schemas.microsoft.com/office/powerpoint/2010/main" val="32017533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ECE6812-AAA3-EEF3-5167-90C32928BA55}"/>
              </a:ext>
            </a:extLst>
          </p:cNvPr>
          <p:cNvSpPr/>
          <p:nvPr/>
        </p:nvSpPr>
        <p:spPr>
          <a:xfrm>
            <a:off x="-3012" y="2224245"/>
            <a:ext cx="4298623" cy="3058038"/>
          </a:xfrm>
          <a:prstGeom prst="rect">
            <a:avLst/>
          </a:prstGeom>
          <a:solidFill>
            <a:srgbClr val="FFFFFF">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8" name="Title 7">
            <a:extLst>
              <a:ext uri="{FF2B5EF4-FFF2-40B4-BE49-F238E27FC236}">
                <a16:creationId xmlns:a16="http://schemas.microsoft.com/office/drawing/2014/main" id="{7422008F-C46B-17B8-5A05-DF4921CECB05}"/>
              </a:ext>
            </a:extLst>
          </p:cNvPr>
          <p:cNvSpPr>
            <a:spLocks noGrp="1"/>
          </p:cNvSpPr>
          <p:nvPr>
            <p:ph type="title"/>
          </p:nvPr>
        </p:nvSpPr>
        <p:spPr/>
        <p:txBody>
          <a:bodyPr/>
          <a:lstStyle/>
          <a:p>
            <a:r>
              <a:rPr lang="en-US" dirty="0"/>
              <a:t>Visibility and accessibility guidance</a:t>
            </a:r>
          </a:p>
        </p:txBody>
      </p:sp>
      <p:sp>
        <p:nvSpPr>
          <p:cNvPr id="14" name="Rectangle 13">
            <a:extLst>
              <a:ext uri="{FF2B5EF4-FFF2-40B4-BE49-F238E27FC236}">
                <a16:creationId xmlns:a16="http://schemas.microsoft.com/office/drawing/2014/main" id="{7D1B30C3-845A-F4F6-AF3B-09A498391A8E}"/>
              </a:ext>
            </a:extLst>
          </p:cNvPr>
          <p:cNvSpPr/>
          <p:nvPr/>
        </p:nvSpPr>
        <p:spPr>
          <a:xfrm>
            <a:off x="428625" y="2960721"/>
            <a:ext cx="1250230" cy="4185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Black text</a:t>
            </a:r>
          </a:p>
        </p:txBody>
      </p:sp>
      <p:sp>
        <p:nvSpPr>
          <p:cNvPr id="10" name="TextBox 9">
            <a:extLst>
              <a:ext uri="{FF2B5EF4-FFF2-40B4-BE49-F238E27FC236}">
                <a16:creationId xmlns:a16="http://schemas.microsoft.com/office/drawing/2014/main" id="{FA85DCCF-D82A-A028-ED76-82F9E15F0FE5}"/>
              </a:ext>
            </a:extLst>
          </p:cNvPr>
          <p:cNvSpPr txBox="1"/>
          <p:nvPr/>
        </p:nvSpPr>
        <p:spPr>
          <a:xfrm>
            <a:off x="342900" y="4241012"/>
            <a:ext cx="3556000" cy="307777"/>
          </a:xfrm>
          <a:prstGeom prst="rect">
            <a:avLst/>
          </a:prstGeom>
          <a:noFill/>
        </p:spPr>
        <p:txBody>
          <a:bodyPr wrap="square" lIns="0" rIns="0" rtlCol="0">
            <a:spAutoFit/>
          </a:bodyPr>
          <a:lstStyle/>
          <a:p>
            <a:r>
              <a:rPr lang="en-US" sz="1400" dirty="0"/>
              <a:t>More visible color choices for lines</a:t>
            </a:r>
          </a:p>
        </p:txBody>
      </p:sp>
      <p:sp>
        <p:nvSpPr>
          <p:cNvPr id="11" name="TextBox 10">
            <a:extLst>
              <a:ext uri="{FF2B5EF4-FFF2-40B4-BE49-F238E27FC236}">
                <a16:creationId xmlns:a16="http://schemas.microsoft.com/office/drawing/2014/main" id="{AC203963-EB2A-660A-0797-18E5955D35C3}"/>
              </a:ext>
            </a:extLst>
          </p:cNvPr>
          <p:cNvSpPr txBox="1"/>
          <p:nvPr/>
        </p:nvSpPr>
        <p:spPr>
          <a:xfrm>
            <a:off x="368300" y="2489430"/>
            <a:ext cx="3556000" cy="307777"/>
          </a:xfrm>
          <a:prstGeom prst="rect">
            <a:avLst/>
          </a:prstGeom>
          <a:noFill/>
        </p:spPr>
        <p:txBody>
          <a:bodyPr wrap="square" lIns="0" rIns="0" rtlCol="0">
            <a:spAutoFit/>
          </a:bodyPr>
          <a:lstStyle/>
          <a:p>
            <a:r>
              <a:rPr lang="en-US" sz="1400" dirty="0"/>
              <a:t>More visible color choices for text in boxes</a:t>
            </a:r>
          </a:p>
        </p:txBody>
      </p:sp>
      <p:cxnSp>
        <p:nvCxnSpPr>
          <p:cNvPr id="13" name="Straight Connector 12">
            <a:extLst>
              <a:ext uri="{FF2B5EF4-FFF2-40B4-BE49-F238E27FC236}">
                <a16:creationId xmlns:a16="http://schemas.microsoft.com/office/drawing/2014/main" id="{212FB3E5-EDCE-AFD4-FF45-B747ABCB8595}"/>
              </a:ext>
            </a:extLst>
          </p:cNvPr>
          <p:cNvCxnSpPr/>
          <p:nvPr/>
        </p:nvCxnSpPr>
        <p:spPr>
          <a:xfrm>
            <a:off x="428625" y="4676874"/>
            <a:ext cx="29972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C6AB9BAF-8A23-208C-4ED4-E9584408E501}"/>
              </a:ext>
            </a:extLst>
          </p:cNvPr>
          <p:cNvCxnSpPr/>
          <p:nvPr/>
        </p:nvCxnSpPr>
        <p:spPr>
          <a:xfrm>
            <a:off x="428625" y="4865410"/>
            <a:ext cx="29972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14F19376-6A7F-C530-F120-0BE66F96C22B}"/>
              </a:ext>
            </a:extLst>
          </p:cNvPr>
          <p:cNvCxnSpPr/>
          <p:nvPr/>
        </p:nvCxnSpPr>
        <p:spPr>
          <a:xfrm>
            <a:off x="428625" y="5035093"/>
            <a:ext cx="2997200" cy="0"/>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C67F8438-0750-DD18-640B-93C04BC1FA3B}"/>
              </a:ext>
            </a:extLst>
          </p:cNvPr>
          <p:cNvSpPr/>
          <p:nvPr/>
        </p:nvSpPr>
        <p:spPr>
          <a:xfrm>
            <a:off x="1908633" y="3493111"/>
            <a:ext cx="1250230" cy="418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Black text</a:t>
            </a:r>
          </a:p>
        </p:txBody>
      </p:sp>
      <p:sp>
        <p:nvSpPr>
          <p:cNvPr id="7" name="Rectangle 6">
            <a:extLst>
              <a:ext uri="{FF2B5EF4-FFF2-40B4-BE49-F238E27FC236}">
                <a16:creationId xmlns:a16="http://schemas.microsoft.com/office/drawing/2014/main" id="{CFB82773-74D4-60CE-04CB-2CDE16C7A258}"/>
              </a:ext>
            </a:extLst>
          </p:cNvPr>
          <p:cNvSpPr/>
          <p:nvPr/>
        </p:nvSpPr>
        <p:spPr>
          <a:xfrm>
            <a:off x="428625" y="3493898"/>
            <a:ext cx="1250230" cy="41853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Black text</a:t>
            </a:r>
          </a:p>
        </p:txBody>
      </p:sp>
      <p:sp>
        <p:nvSpPr>
          <p:cNvPr id="9" name="Rectangle 8">
            <a:extLst>
              <a:ext uri="{FF2B5EF4-FFF2-40B4-BE49-F238E27FC236}">
                <a16:creationId xmlns:a16="http://schemas.microsoft.com/office/drawing/2014/main" id="{67A38F16-1ED4-9882-2621-2918A0C67984}"/>
              </a:ext>
            </a:extLst>
          </p:cNvPr>
          <p:cNvSpPr/>
          <p:nvPr/>
        </p:nvSpPr>
        <p:spPr>
          <a:xfrm>
            <a:off x="1908633" y="2960721"/>
            <a:ext cx="1250230" cy="41853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Black text</a:t>
            </a:r>
          </a:p>
        </p:txBody>
      </p:sp>
      <p:sp>
        <p:nvSpPr>
          <p:cNvPr id="17" name="TextBox 16">
            <a:extLst>
              <a:ext uri="{FF2B5EF4-FFF2-40B4-BE49-F238E27FC236}">
                <a16:creationId xmlns:a16="http://schemas.microsoft.com/office/drawing/2014/main" id="{4F49B743-12BD-4DB4-F14D-D294E3299F12}"/>
              </a:ext>
            </a:extLst>
          </p:cNvPr>
          <p:cNvSpPr txBox="1"/>
          <p:nvPr/>
        </p:nvSpPr>
        <p:spPr>
          <a:xfrm>
            <a:off x="4895326" y="2578084"/>
            <a:ext cx="2684282" cy="369332"/>
          </a:xfrm>
          <a:prstGeom prst="rect">
            <a:avLst/>
          </a:prstGeom>
          <a:noFill/>
        </p:spPr>
        <p:txBody>
          <a:bodyPr wrap="square">
            <a:spAutoFit/>
          </a:bodyPr>
          <a:lstStyle/>
          <a:p>
            <a:r>
              <a:rPr lang="en-US" sz="1800" dirty="0"/>
              <a:t>Color affects visibility</a:t>
            </a:r>
            <a:endParaRPr lang="en-US" dirty="0"/>
          </a:p>
        </p:txBody>
      </p:sp>
      <p:sp>
        <p:nvSpPr>
          <p:cNvPr id="20" name="TextBox 19">
            <a:extLst>
              <a:ext uri="{FF2B5EF4-FFF2-40B4-BE49-F238E27FC236}">
                <a16:creationId xmlns:a16="http://schemas.microsoft.com/office/drawing/2014/main" id="{4FB73C48-5825-272D-E3F6-0451BD9F94B0}"/>
              </a:ext>
            </a:extLst>
          </p:cNvPr>
          <p:cNvSpPr txBox="1"/>
          <p:nvPr/>
        </p:nvSpPr>
        <p:spPr>
          <a:xfrm>
            <a:off x="4895326" y="3121820"/>
            <a:ext cx="2684282" cy="1698798"/>
          </a:xfrm>
          <a:prstGeom prst="rect">
            <a:avLst/>
          </a:prstGeom>
          <a:noFill/>
        </p:spPr>
        <p:txBody>
          <a:bodyPr wrap="square">
            <a:spAutoFit/>
          </a:bodyPr>
          <a:lstStyle/>
          <a:p>
            <a:pPr lvl="0">
              <a:lnSpc>
                <a:spcPts val="1800"/>
              </a:lnSpc>
              <a:defRPr/>
            </a:pPr>
            <a:r>
              <a:rPr lang="en-US" sz="1400" dirty="0"/>
              <a:t>Text (or lines) and the background should have a contrast ratio of </a:t>
            </a:r>
            <a:r>
              <a:rPr lang="en-US" sz="1400" dirty="0">
                <a:solidFill>
                  <a:srgbClr val="5F95F0"/>
                </a:solidFill>
                <a:hlinkClick r:id="rId2">
                  <a:extLst>
                    <a:ext uri="{A12FA001-AC4F-418D-AE19-62706E023703}">
                      <ahyp:hlinkClr xmlns:ahyp="http://schemas.microsoft.com/office/drawing/2018/hyperlinkcolor" val="tx"/>
                    </a:ext>
                  </a:extLst>
                </a:hlinkClick>
              </a:rPr>
              <a:t>at least 4.5:1</a:t>
            </a:r>
            <a:r>
              <a:rPr lang="en-US" sz="1400" dirty="0"/>
              <a:t>.</a:t>
            </a:r>
          </a:p>
          <a:p>
            <a:pPr lvl="0">
              <a:lnSpc>
                <a:spcPts val="1800"/>
              </a:lnSpc>
              <a:defRPr/>
            </a:pPr>
            <a:endParaRPr lang="en-US" sz="1400" dirty="0"/>
          </a:p>
          <a:p>
            <a:pPr lvl="0">
              <a:lnSpc>
                <a:spcPts val="1800"/>
              </a:lnSpc>
              <a:defRPr/>
            </a:pPr>
            <a:r>
              <a:rPr lang="en-US" sz="1400" dirty="0"/>
              <a:t>Usually, the best choice is white or black on a strongly contrasting background.</a:t>
            </a:r>
          </a:p>
        </p:txBody>
      </p:sp>
      <p:sp>
        <p:nvSpPr>
          <p:cNvPr id="21" name="TextBox 20">
            <a:extLst>
              <a:ext uri="{FF2B5EF4-FFF2-40B4-BE49-F238E27FC236}">
                <a16:creationId xmlns:a16="http://schemas.microsoft.com/office/drawing/2014/main" id="{494FDD18-334F-93CF-BDD3-55D3AFCA87B1}"/>
              </a:ext>
            </a:extLst>
          </p:cNvPr>
          <p:cNvSpPr txBox="1"/>
          <p:nvPr/>
        </p:nvSpPr>
        <p:spPr>
          <a:xfrm>
            <a:off x="8043879" y="2578084"/>
            <a:ext cx="2684282" cy="369332"/>
          </a:xfrm>
          <a:prstGeom prst="rect">
            <a:avLst/>
          </a:prstGeom>
          <a:noFill/>
        </p:spPr>
        <p:txBody>
          <a:bodyPr wrap="square">
            <a:spAutoFit/>
          </a:bodyPr>
          <a:lstStyle/>
          <a:p>
            <a:r>
              <a:rPr lang="en-US" sz="1800" dirty="0"/>
              <a:t>Alt text for accessibility</a:t>
            </a:r>
            <a:endParaRPr lang="en-US" dirty="0"/>
          </a:p>
        </p:txBody>
      </p:sp>
      <p:sp>
        <p:nvSpPr>
          <p:cNvPr id="22" name="TextBox 21">
            <a:extLst>
              <a:ext uri="{FF2B5EF4-FFF2-40B4-BE49-F238E27FC236}">
                <a16:creationId xmlns:a16="http://schemas.microsoft.com/office/drawing/2014/main" id="{B948E75B-D6F7-88CE-26BB-838D59CDDB53}"/>
              </a:ext>
            </a:extLst>
          </p:cNvPr>
          <p:cNvSpPr txBox="1"/>
          <p:nvPr/>
        </p:nvSpPr>
        <p:spPr>
          <a:xfrm>
            <a:off x="8043879" y="3121820"/>
            <a:ext cx="3719496" cy="2160463"/>
          </a:xfrm>
          <a:prstGeom prst="rect">
            <a:avLst/>
          </a:prstGeom>
          <a:noFill/>
        </p:spPr>
        <p:txBody>
          <a:bodyPr wrap="square">
            <a:spAutoFit/>
          </a:bodyPr>
          <a:lstStyle/>
          <a:p>
            <a:pPr lvl="0">
              <a:lnSpc>
                <a:spcPts val="1800"/>
              </a:lnSpc>
              <a:defRPr/>
            </a:pPr>
            <a:r>
              <a:rPr lang="en-US" sz="1400" dirty="0"/>
              <a:t>Add descriptive alt text to images, charts, and other visual assets. Use the Accessibility Checker under </a:t>
            </a:r>
            <a:r>
              <a:rPr lang="en-US" sz="1400" b="1" dirty="0"/>
              <a:t>Review</a:t>
            </a:r>
            <a:r>
              <a:rPr lang="en-US" sz="1400" dirty="0"/>
              <a:t> &gt; </a:t>
            </a:r>
            <a:r>
              <a:rPr lang="en-US" sz="1400" b="1" dirty="0"/>
              <a:t>Check Accessibility</a:t>
            </a:r>
            <a:r>
              <a:rPr lang="en-US" sz="1400" dirty="0"/>
              <a:t>.</a:t>
            </a:r>
            <a:br>
              <a:rPr lang="en-US" sz="1400" dirty="0"/>
            </a:br>
            <a:br>
              <a:rPr lang="en-US" sz="1400" dirty="0"/>
            </a:br>
            <a:r>
              <a:rPr lang="en-US" sz="1400" dirty="0"/>
              <a:t>To make it easier for screen readers to identify a layered image, like a picture with callout lines, group them into a single image and add alt text.</a:t>
            </a:r>
            <a:br>
              <a:rPr lang="en-US" sz="1400" dirty="0"/>
            </a:br>
            <a:endParaRPr lang="en-US" sz="1400" dirty="0"/>
          </a:p>
        </p:txBody>
      </p:sp>
      <p:grpSp>
        <p:nvGrpSpPr>
          <p:cNvPr id="23" name="Group 22">
            <a:extLst>
              <a:ext uri="{FF2B5EF4-FFF2-40B4-BE49-F238E27FC236}">
                <a16:creationId xmlns:a16="http://schemas.microsoft.com/office/drawing/2014/main" id="{05F5A551-6830-1A67-DB14-925EBF794CF8}"/>
              </a:ext>
            </a:extLst>
          </p:cNvPr>
          <p:cNvGrpSpPr/>
          <p:nvPr/>
        </p:nvGrpSpPr>
        <p:grpSpPr>
          <a:xfrm>
            <a:off x="10362284" y="0"/>
            <a:ext cx="624395" cy="609780"/>
            <a:chOff x="8317333" y="0"/>
            <a:chExt cx="780263" cy="762000"/>
          </a:xfrm>
        </p:grpSpPr>
        <p:sp>
          <p:nvSpPr>
            <p:cNvPr id="24" name="Rectangle 23">
              <a:extLst>
                <a:ext uri="{FF2B5EF4-FFF2-40B4-BE49-F238E27FC236}">
                  <a16:creationId xmlns:a16="http://schemas.microsoft.com/office/drawing/2014/main" id="{2D9DD90C-2D3C-5CA1-BE80-8843875760BE}"/>
                </a:ext>
              </a:extLst>
            </p:cNvPr>
            <p:cNvSpPr/>
            <p:nvPr/>
          </p:nvSpPr>
          <p:spPr>
            <a:xfrm>
              <a:off x="8317333" y="0"/>
              <a:ext cx="780263"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18872"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endParaRPr>
            </a:p>
          </p:txBody>
        </p:sp>
        <p:pic>
          <p:nvPicPr>
            <p:cNvPr id="25" name="Graphic 24" descr="Warning outline">
              <a:extLst>
                <a:ext uri="{FF2B5EF4-FFF2-40B4-BE49-F238E27FC236}">
                  <a16:creationId xmlns:a16="http://schemas.microsoft.com/office/drawing/2014/main" id="{22F8DDD2-76E5-DB33-E811-4D1CE1FF1E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49929" y="92536"/>
              <a:ext cx="515069" cy="515070"/>
            </a:xfrm>
            <a:prstGeom prst="rect">
              <a:avLst/>
            </a:prstGeom>
          </p:spPr>
        </p:pic>
      </p:grpSp>
      <p:sp>
        <p:nvSpPr>
          <p:cNvPr id="27" name="Rectangle 26">
            <a:extLst>
              <a:ext uri="{FF2B5EF4-FFF2-40B4-BE49-F238E27FC236}">
                <a16:creationId xmlns:a16="http://schemas.microsoft.com/office/drawing/2014/main" id="{3BBA57C6-A493-3C49-0246-4A3E84345D10}"/>
              </a:ext>
            </a:extLst>
          </p:cNvPr>
          <p:cNvSpPr/>
          <p:nvPr/>
        </p:nvSpPr>
        <p:spPr>
          <a:xfrm>
            <a:off x="10362284" y="-11080"/>
            <a:ext cx="1829716" cy="1827164"/>
          </a:xfrm>
          <a:prstGeom prst="rect">
            <a:avLst/>
          </a:prstGeom>
          <a:solidFill>
            <a:srgbClr val="FFFF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sp>
        <p:nvSpPr>
          <p:cNvPr id="29" name="Content Placeholder 11">
            <a:extLst>
              <a:ext uri="{FF2B5EF4-FFF2-40B4-BE49-F238E27FC236}">
                <a16:creationId xmlns:a16="http://schemas.microsoft.com/office/drawing/2014/main" id="{D2C202A0-B15B-BB44-57CC-C530FB770DEA}"/>
              </a:ext>
            </a:extLst>
          </p:cNvPr>
          <p:cNvSpPr txBox="1">
            <a:spLocks/>
          </p:cNvSpPr>
          <p:nvPr/>
        </p:nvSpPr>
        <p:spPr>
          <a:xfrm>
            <a:off x="10636455" y="790213"/>
            <a:ext cx="1281373" cy="785504"/>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400" kern="1200">
                <a:solidFill>
                  <a:schemeClr val="tx1"/>
                </a:solidFill>
                <a:latin typeface="+mn-lt"/>
                <a:ea typeface="+mn-ea"/>
                <a:cs typeface="+mn-cs"/>
              </a:defRPr>
            </a:lvl1pPr>
            <a:lvl2pPr marL="571500" indent="-228600" algn="l" defTabSz="914400" rtl="0" eaLnBrk="1" latinLnBrk="0" hangingPunct="1">
              <a:lnSpc>
                <a:spcPct val="90000"/>
              </a:lnSpc>
              <a:spcBef>
                <a:spcPts val="0"/>
              </a:spcBef>
              <a:spcAft>
                <a:spcPts val="800"/>
              </a:spcAft>
              <a:buSzPct val="85000"/>
              <a:buFont typeface="Wingdings" panose="05000000000000000000" pitchFamily="2" charset="2"/>
              <a:buChar char="§"/>
              <a:defRPr sz="2000" kern="1200">
                <a:solidFill>
                  <a:schemeClr val="tx1"/>
                </a:solidFill>
                <a:latin typeface="+mn-lt"/>
                <a:ea typeface="+mn-ea"/>
                <a:cs typeface="+mn-cs"/>
              </a:defRPr>
            </a:lvl2pPr>
            <a:lvl3pPr marL="914400" indent="-228600" algn="l" defTabSz="914400" rtl="0" eaLnBrk="1" latinLnBrk="0" hangingPunct="1">
              <a:lnSpc>
                <a:spcPct val="90000"/>
              </a:lnSpc>
              <a:spcBef>
                <a:spcPts val="0"/>
              </a:spcBef>
              <a:spcAft>
                <a:spcPts val="600"/>
              </a:spcAft>
              <a:buSzPct val="85000"/>
              <a:buFont typeface="Wingdings" panose="05000000000000000000" pitchFamily="2" charset="2"/>
              <a:buChar char="§"/>
              <a:defRPr sz="1800" kern="1200">
                <a:solidFill>
                  <a:schemeClr val="tx1"/>
                </a:solidFill>
                <a:latin typeface="+mn-lt"/>
                <a:ea typeface="+mn-ea"/>
                <a:cs typeface="+mn-cs"/>
              </a:defRPr>
            </a:lvl3pPr>
            <a:lvl4pPr marL="1200150" indent="-228600" algn="l" defTabSz="914400" rtl="0" eaLnBrk="1" latinLnBrk="0" hangingPunct="1">
              <a:lnSpc>
                <a:spcPct val="90000"/>
              </a:lnSpc>
              <a:spcBef>
                <a:spcPts val="0"/>
              </a:spcBef>
              <a:spcAft>
                <a:spcPts val="600"/>
              </a:spcAft>
              <a:buFont typeface="Wingdings" panose="05000000000000000000" pitchFamily="2" charset="2"/>
              <a:buChar char="§"/>
              <a:defRPr sz="1600" kern="1200">
                <a:solidFill>
                  <a:schemeClr val="tx1"/>
                </a:solidFill>
                <a:latin typeface="+mn-lt"/>
                <a:ea typeface="+mn-ea"/>
                <a:cs typeface="+mn-cs"/>
              </a:defRPr>
            </a:lvl4pPr>
            <a:lvl5pPr marL="1485900" indent="-228600" algn="l" defTabSz="914400" rtl="0" eaLnBrk="1" latinLnBrk="0" hangingPunct="1">
              <a:lnSpc>
                <a:spcPct val="90000"/>
              </a:lnSpc>
              <a:spcBef>
                <a:spcPts val="0"/>
              </a:spcBef>
              <a:spcAft>
                <a:spcPts val="600"/>
              </a:spcAft>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mber Modern Text" panose="020B0503020204020204" pitchFamily="34" charset="0"/>
              <a:buChar char="•"/>
              <a:defRPr sz="1800" kern="1200">
                <a:solidFill>
                  <a:schemeClr val="tx1"/>
                </a:solidFill>
                <a:latin typeface="+mn-lt"/>
                <a:ea typeface="+mn-ea"/>
                <a:cs typeface="+mn-cs"/>
              </a:defRPr>
            </a:lvl9pPr>
          </a:lstStyle>
          <a:p>
            <a:pPr marL="0" indent="0">
              <a:buNone/>
            </a:pPr>
            <a:r>
              <a:rPr lang="en-US" sz="1200" dirty="0"/>
              <a:t>Learn more </a:t>
            </a:r>
            <a:br>
              <a:rPr lang="en-US" sz="1200" dirty="0"/>
            </a:br>
            <a:r>
              <a:rPr lang="en-US" sz="1200" dirty="0"/>
              <a:t>about PowerPoint accessibility from </a:t>
            </a:r>
            <a:r>
              <a:rPr lang="en-US" sz="1200" dirty="0">
                <a:hlinkClick r:id="rId4"/>
              </a:rPr>
              <a:t>Microsoft Support</a:t>
            </a:r>
            <a:endParaRPr lang="en-US" sz="1200" dirty="0"/>
          </a:p>
        </p:txBody>
      </p:sp>
      <p:sp>
        <p:nvSpPr>
          <p:cNvPr id="30" name="Rectangle 29">
            <a:extLst>
              <a:ext uri="{FF2B5EF4-FFF2-40B4-BE49-F238E27FC236}">
                <a16:creationId xmlns:a16="http://schemas.microsoft.com/office/drawing/2014/main" id="{3CA564A8-E7D8-7EB2-5C11-316A55E99CF8}"/>
              </a:ext>
            </a:extLst>
          </p:cNvPr>
          <p:cNvSpPr/>
          <p:nvPr/>
        </p:nvSpPr>
        <p:spPr>
          <a:xfrm>
            <a:off x="-3012" y="5282283"/>
            <a:ext cx="4298623" cy="57296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bg1"/>
              </a:solidFill>
            </a:endParaRPr>
          </a:p>
        </p:txBody>
      </p:sp>
      <p:cxnSp>
        <p:nvCxnSpPr>
          <p:cNvPr id="31" name="Straight Connector 30">
            <a:extLst>
              <a:ext uri="{FF2B5EF4-FFF2-40B4-BE49-F238E27FC236}">
                <a16:creationId xmlns:a16="http://schemas.microsoft.com/office/drawing/2014/main" id="{CFE17CC2-ECF3-CFFB-B902-58FEC702C73A}"/>
              </a:ext>
            </a:extLst>
          </p:cNvPr>
          <p:cNvCxnSpPr/>
          <p:nvPr/>
        </p:nvCxnSpPr>
        <p:spPr>
          <a:xfrm>
            <a:off x="428625" y="5459299"/>
            <a:ext cx="29972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0788098-17D8-3165-FBF8-B9FEE81F89FF}"/>
              </a:ext>
            </a:extLst>
          </p:cNvPr>
          <p:cNvCxnSpPr/>
          <p:nvPr/>
        </p:nvCxnSpPr>
        <p:spPr>
          <a:xfrm>
            <a:off x="428625" y="5617078"/>
            <a:ext cx="2997200" cy="0"/>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0254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E05119-6A20-88D7-6CB1-A3A66B438C5A}"/>
              </a:ext>
            </a:extLst>
          </p:cNvPr>
          <p:cNvSpPr>
            <a:spLocks noGrp="1"/>
          </p:cNvSpPr>
          <p:nvPr>
            <p:ph type="title"/>
          </p:nvPr>
        </p:nvSpPr>
        <p:spPr/>
        <p:txBody>
          <a:bodyPr/>
          <a:lstStyle/>
          <a:p>
            <a:r>
              <a:rPr lang="en-US" dirty="0"/>
              <a:t>Kit of parts</a:t>
            </a:r>
          </a:p>
        </p:txBody>
      </p:sp>
      <p:sp>
        <p:nvSpPr>
          <p:cNvPr id="5" name="TextBox 4">
            <a:extLst>
              <a:ext uri="{FF2B5EF4-FFF2-40B4-BE49-F238E27FC236}">
                <a16:creationId xmlns:a16="http://schemas.microsoft.com/office/drawing/2014/main" id="{D1C08D5B-6F47-B93C-BF54-E1DD2E208A73}"/>
              </a:ext>
            </a:extLst>
          </p:cNvPr>
          <p:cNvSpPr txBox="1"/>
          <p:nvPr/>
        </p:nvSpPr>
        <p:spPr>
          <a:xfrm>
            <a:off x="6788565" y="1036230"/>
            <a:ext cx="1862899" cy="276999"/>
          </a:xfrm>
          <a:prstGeom prst="rect">
            <a:avLst/>
          </a:prstGeom>
          <a:noFill/>
        </p:spPr>
        <p:txBody>
          <a:bodyPr wrap="square">
            <a:spAutoFit/>
          </a:bodyPr>
          <a:lstStyle/>
          <a:p>
            <a:pPr algn="ctr" defTabSz="1904061">
              <a:buFont typeface="Ember Modern Text" panose="020B0503020204020204" pitchFamily="34" charset="0"/>
              <a:buNone/>
            </a:pPr>
            <a:r>
              <a:rPr lang="en-US" sz="1200" spc="178" dirty="0">
                <a:solidFill>
                  <a:srgbClr val="FFFFFF"/>
                </a:solidFill>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CORNER ARROWS</a:t>
            </a:r>
          </a:p>
        </p:txBody>
      </p:sp>
      <p:sp>
        <p:nvSpPr>
          <p:cNvPr id="6" name="TextBox 5">
            <a:extLst>
              <a:ext uri="{FF2B5EF4-FFF2-40B4-BE49-F238E27FC236}">
                <a16:creationId xmlns:a16="http://schemas.microsoft.com/office/drawing/2014/main" id="{3978A66A-BE39-7249-2ED6-F3159EDDB303}"/>
              </a:ext>
            </a:extLst>
          </p:cNvPr>
          <p:cNvSpPr txBox="1"/>
          <p:nvPr/>
        </p:nvSpPr>
        <p:spPr>
          <a:xfrm>
            <a:off x="9012774" y="1036230"/>
            <a:ext cx="2859871" cy="276999"/>
          </a:xfrm>
          <a:prstGeom prst="rect">
            <a:avLst/>
          </a:prstGeom>
          <a:noFill/>
        </p:spPr>
        <p:txBody>
          <a:bodyPr wrap="square">
            <a:spAutoFit/>
          </a:bodyPr>
          <a:lstStyle/>
          <a:p>
            <a:pPr algn="ctr" defTabSz="1904061">
              <a:buFont typeface="Ember Modern Text" panose="020B0503020204020204" pitchFamily="34" charset="0"/>
              <a:buNone/>
            </a:pPr>
            <a:r>
              <a:rPr lang="en-US" sz="1200" spc="178">
                <a:solidFill>
                  <a:srgbClr val="FFFFFF"/>
                </a:solidFill>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VERTICAL CONNECTORS</a:t>
            </a:r>
          </a:p>
        </p:txBody>
      </p:sp>
      <p:sp>
        <p:nvSpPr>
          <p:cNvPr id="7" name="TextBox 6">
            <a:extLst>
              <a:ext uri="{FF2B5EF4-FFF2-40B4-BE49-F238E27FC236}">
                <a16:creationId xmlns:a16="http://schemas.microsoft.com/office/drawing/2014/main" id="{241582D2-37DC-9B21-1091-8F7EDF53AA7E}"/>
              </a:ext>
            </a:extLst>
          </p:cNvPr>
          <p:cNvSpPr txBox="1"/>
          <p:nvPr/>
        </p:nvSpPr>
        <p:spPr>
          <a:xfrm>
            <a:off x="9012774" y="3379071"/>
            <a:ext cx="2859869" cy="276999"/>
          </a:xfrm>
          <a:prstGeom prst="rect">
            <a:avLst/>
          </a:prstGeom>
          <a:noFill/>
        </p:spPr>
        <p:txBody>
          <a:bodyPr wrap="square">
            <a:spAutoFit/>
          </a:bodyPr>
          <a:lstStyle/>
          <a:p>
            <a:pPr algn="ctr" defTabSz="1904061">
              <a:buFont typeface="Ember Modern Text" panose="020B0503020204020204" pitchFamily="34" charset="0"/>
              <a:buNone/>
            </a:pPr>
            <a:r>
              <a:rPr lang="en-US" sz="1200" spc="178" dirty="0">
                <a:solidFill>
                  <a:srgbClr val="FFFFFF"/>
                </a:solidFill>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HORIZONTAL CONNECTORS</a:t>
            </a:r>
          </a:p>
        </p:txBody>
      </p:sp>
      <p:sp>
        <p:nvSpPr>
          <p:cNvPr id="8" name="Graphic 80">
            <a:extLst>
              <a:ext uri="{FF2B5EF4-FFF2-40B4-BE49-F238E27FC236}">
                <a16:creationId xmlns:a16="http://schemas.microsoft.com/office/drawing/2014/main" id="{7C864240-161B-275D-C9D0-3DB98AF048A2}"/>
              </a:ext>
            </a:extLst>
          </p:cNvPr>
          <p:cNvSpPr/>
          <p:nvPr/>
        </p:nvSpPr>
        <p:spPr>
          <a:xfrm>
            <a:off x="7207745" y="5035408"/>
            <a:ext cx="1144593" cy="561075"/>
          </a:xfrm>
          <a:custGeom>
            <a:avLst/>
            <a:gdLst>
              <a:gd name="connsiteX0" fmla="*/ 0 w 642747"/>
              <a:gd name="connsiteY0" fmla="*/ 315072 h 315072"/>
              <a:gd name="connsiteX1" fmla="*/ 321374 w 642747"/>
              <a:gd name="connsiteY1" fmla="*/ 0 h 315072"/>
              <a:gd name="connsiteX2" fmla="*/ 642747 w 642747"/>
              <a:gd name="connsiteY2" fmla="*/ 315072 h 315072"/>
            </a:gdLst>
            <a:ahLst/>
            <a:cxnLst>
              <a:cxn ang="0">
                <a:pos x="connsiteX0" y="connsiteY0"/>
              </a:cxn>
              <a:cxn ang="0">
                <a:pos x="connsiteX1" y="connsiteY1"/>
              </a:cxn>
              <a:cxn ang="0">
                <a:pos x="connsiteX2" y="connsiteY2"/>
              </a:cxn>
            </a:cxnLst>
            <a:rect l="l" t="t" r="r" b="b"/>
            <a:pathLst>
              <a:path w="642747" h="315072">
                <a:moveTo>
                  <a:pt x="0" y="315072"/>
                </a:moveTo>
                <a:cubicBezTo>
                  <a:pt x="0" y="141101"/>
                  <a:pt x="143923" y="0"/>
                  <a:pt x="321374" y="0"/>
                </a:cubicBezTo>
                <a:cubicBezTo>
                  <a:pt x="498824" y="0"/>
                  <a:pt x="642747" y="141101"/>
                  <a:pt x="642747" y="315072"/>
                </a:cubicBezTo>
              </a:path>
            </a:pathLst>
          </a:custGeom>
          <a:noFill/>
          <a:ln w="19050" cap="flat">
            <a:solidFill>
              <a:srgbClr val="FFFFFF"/>
            </a:solidFill>
            <a:prstDash val="solid"/>
            <a:miter/>
            <a:headEnd type="triangle" w="lg" len="lg"/>
            <a:tailEnd w="lg" len="lg"/>
          </a:ln>
        </p:spPr>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9" name="Graphic 80">
            <a:extLst>
              <a:ext uri="{FF2B5EF4-FFF2-40B4-BE49-F238E27FC236}">
                <a16:creationId xmlns:a16="http://schemas.microsoft.com/office/drawing/2014/main" id="{1F676185-9019-C83F-B389-1E32427B2F5F}"/>
              </a:ext>
            </a:extLst>
          </p:cNvPr>
          <p:cNvSpPr/>
          <p:nvPr/>
        </p:nvSpPr>
        <p:spPr>
          <a:xfrm rot="10800000">
            <a:off x="7207745" y="5678276"/>
            <a:ext cx="1144593" cy="561075"/>
          </a:xfrm>
          <a:custGeom>
            <a:avLst/>
            <a:gdLst>
              <a:gd name="connsiteX0" fmla="*/ 0 w 642747"/>
              <a:gd name="connsiteY0" fmla="*/ 315072 h 315072"/>
              <a:gd name="connsiteX1" fmla="*/ 321374 w 642747"/>
              <a:gd name="connsiteY1" fmla="*/ 0 h 315072"/>
              <a:gd name="connsiteX2" fmla="*/ 642747 w 642747"/>
              <a:gd name="connsiteY2" fmla="*/ 315072 h 315072"/>
            </a:gdLst>
            <a:ahLst/>
            <a:cxnLst>
              <a:cxn ang="0">
                <a:pos x="connsiteX0" y="connsiteY0"/>
              </a:cxn>
              <a:cxn ang="0">
                <a:pos x="connsiteX1" y="connsiteY1"/>
              </a:cxn>
              <a:cxn ang="0">
                <a:pos x="connsiteX2" y="connsiteY2"/>
              </a:cxn>
            </a:cxnLst>
            <a:rect l="l" t="t" r="r" b="b"/>
            <a:pathLst>
              <a:path w="642747" h="315072">
                <a:moveTo>
                  <a:pt x="0" y="315072"/>
                </a:moveTo>
                <a:cubicBezTo>
                  <a:pt x="0" y="141101"/>
                  <a:pt x="143923" y="0"/>
                  <a:pt x="321374" y="0"/>
                </a:cubicBezTo>
                <a:cubicBezTo>
                  <a:pt x="498824" y="0"/>
                  <a:pt x="642747" y="141101"/>
                  <a:pt x="642747" y="315072"/>
                </a:cubicBezTo>
              </a:path>
            </a:pathLst>
          </a:custGeom>
          <a:noFill/>
          <a:ln w="19050" cap="flat">
            <a:solidFill>
              <a:srgbClr val="FFFFFF"/>
            </a:solidFill>
            <a:prstDash val="solid"/>
            <a:miter/>
            <a:headEnd type="triangle" w="lg" len="lg"/>
            <a:tailEnd w="lg" len="lg"/>
          </a:ln>
        </p:spPr>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10" name="Graphic 85">
            <a:extLst>
              <a:ext uri="{FF2B5EF4-FFF2-40B4-BE49-F238E27FC236}">
                <a16:creationId xmlns:a16="http://schemas.microsoft.com/office/drawing/2014/main" id="{5443A964-9711-6FE1-9F44-CD301055D636}"/>
              </a:ext>
            </a:extLst>
          </p:cNvPr>
          <p:cNvSpPr/>
          <p:nvPr/>
        </p:nvSpPr>
        <p:spPr>
          <a:xfrm>
            <a:off x="7155614" y="3355284"/>
            <a:ext cx="492137" cy="581872"/>
          </a:xfrm>
          <a:custGeom>
            <a:avLst/>
            <a:gdLst>
              <a:gd name="connsiteX0" fmla="*/ 0 w 1000154"/>
              <a:gd name="connsiteY0" fmla="*/ 1182520 h 1182519"/>
              <a:gd name="connsiteX1" fmla="*/ 1000155 w 1000154"/>
              <a:gd name="connsiteY1" fmla="*/ 0 h 1182519"/>
            </a:gdLst>
            <a:ahLst/>
            <a:cxnLst>
              <a:cxn ang="0">
                <a:pos x="connsiteX0" y="connsiteY0"/>
              </a:cxn>
              <a:cxn ang="0">
                <a:pos x="connsiteX1" y="connsiteY1"/>
              </a:cxn>
            </a:cxnLst>
            <a:rect l="l" t="t" r="r" b="b"/>
            <a:pathLst>
              <a:path w="1000154" h="1182519">
                <a:moveTo>
                  <a:pt x="0" y="1182520"/>
                </a:moveTo>
                <a:cubicBezTo>
                  <a:pt x="0" y="583462"/>
                  <a:pt x="433924" y="87200"/>
                  <a:pt x="1000155" y="0"/>
                </a:cubicBezTo>
              </a:path>
            </a:pathLst>
          </a:custGeom>
          <a:noFill/>
          <a:ln w="19050" cap="flat">
            <a:solidFill>
              <a:srgbClr val="FFFFFF"/>
            </a:solidFill>
            <a:prstDash val="solid"/>
            <a:miter/>
            <a:headEnd type="triangle" w="lg" len="lg"/>
            <a:tailEnd w="lg" len="lg"/>
          </a:ln>
        </p:spPr>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11" name="Graphic 85">
            <a:extLst>
              <a:ext uri="{FF2B5EF4-FFF2-40B4-BE49-F238E27FC236}">
                <a16:creationId xmlns:a16="http://schemas.microsoft.com/office/drawing/2014/main" id="{3D59210A-6E9D-9E23-4210-0E33FA922F7C}"/>
              </a:ext>
            </a:extLst>
          </p:cNvPr>
          <p:cNvSpPr/>
          <p:nvPr/>
        </p:nvSpPr>
        <p:spPr>
          <a:xfrm rot="5400000">
            <a:off x="7815333" y="3309430"/>
            <a:ext cx="492137" cy="581872"/>
          </a:xfrm>
          <a:custGeom>
            <a:avLst/>
            <a:gdLst>
              <a:gd name="connsiteX0" fmla="*/ 0 w 1000154"/>
              <a:gd name="connsiteY0" fmla="*/ 1182520 h 1182519"/>
              <a:gd name="connsiteX1" fmla="*/ 1000155 w 1000154"/>
              <a:gd name="connsiteY1" fmla="*/ 0 h 1182519"/>
            </a:gdLst>
            <a:ahLst/>
            <a:cxnLst>
              <a:cxn ang="0">
                <a:pos x="connsiteX0" y="connsiteY0"/>
              </a:cxn>
              <a:cxn ang="0">
                <a:pos x="connsiteX1" y="connsiteY1"/>
              </a:cxn>
            </a:cxnLst>
            <a:rect l="l" t="t" r="r" b="b"/>
            <a:pathLst>
              <a:path w="1000154" h="1182519">
                <a:moveTo>
                  <a:pt x="0" y="1182520"/>
                </a:moveTo>
                <a:cubicBezTo>
                  <a:pt x="0" y="583462"/>
                  <a:pt x="433924" y="87200"/>
                  <a:pt x="1000155" y="0"/>
                </a:cubicBezTo>
              </a:path>
            </a:pathLst>
          </a:custGeom>
          <a:noFill/>
          <a:ln w="19050" cap="flat">
            <a:solidFill>
              <a:srgbClr val="FFFFFF"/>
            </a:solidFill>
            <a:prstDash val="solid"/>
            <a:miter/>
            <a:headEnd type="triangle" w="lg" len="lg"/>
            <a:tailEnd w="lg" len="lg"/>
          </a:ln>
        </p:spPr>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12" name="Graphic 85">
            <a:extLst>
              <a:ext uri="{FF2B5EF4-FFF2-40B4-BE49-F238E27FC236}">
                <a16:creationId xmlns:a16="http://schemas.microsoft.com/office/drawing/2014/main" id="{57B6174A-447D-32C1-BBD8-314927279193}"/>
              </a:ext>
            </a:extLst>
          </p:cNvPr>
          <p:cNvSpPr/>
          <p:nvPr/>
        </p:nvSpPr>
        <p:spPr>
          <a:xfrm rot="10800000">
            <a:off x="7860201" y="3969840"/>
            <a:ext cx="492137" cy="581872"/>
          </a:xfrm>
          <a:custGeom>
            <a:avLst/>
            <a:gdLst>
              <a:gd name="connsiteX0" fmla="*/ 0 w 1000154"/>
              <a:gd name="connsiteY0" fmla="*/ 1182520 h 1182519"/>
              <a:gd name="connsiteX1" fmla="*/ 1000155 w 1000154"/>
              <a:gd name="connsiteY1" fmla="*/ 0 h 1182519"/>
            </a:gdLst>
            <a:ahLst/>
            <a:cxnLst>
              <a:cxn ang="0">
                <a:pos x="connsiteX0" y="connsiteY0"/>
              </a:cxn>
              <a:cxn ang="0">
                <a:pos x="connsiteX1" y="connsiteY1"/>
              </a:cxn>
            </a:cxnLst>
            <a:rect l="l" t="t" r="r" b="b"/>
            <a:pathLst>
              <a:path w="1000154" h="1182519">
                <a:moveTo>
                  <a:pt x="0" y="1182520"/>
                </a:moveTo>
                <a:cubicBezTo>
                  <a:pt x="0" y="583462"/>
                  <a:pt x="433924" y="87200"/>
                  <a:pt x="1000155" y="0"/>
                </a:cubicBezTo>
              </a:path>
            </a:pathLst>
          </a:custGeom>
          <a:noFill/>
          <a:ln w="19050" cap="flat">
            <a:solidFill>
              <a:srgbClr val="FFFFFF"/>
            </a:solidFill>
            <a:prstDash val="solid"/>
            <a:miter/>
            <a:headEnd type="triangle" w="lg" len="lg"/>
            <a:tailEnd w="lg" len="lg"/>
          </a:ln>
        </p:spPr>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13" name="Graphic 85">
            <a:extLst>
              <a:ext uri="{FF2B5EF4-FFF2-40B4-BE49-F238E27FC236}">
                <a16:creationId xmlns:a16="http://schemas.microsoft.com/office/drawing/2014/main" id="{170964F4-3B80-6BCA-77C3-07923352BA41}"/>
              </a:ext>
            </a:extLst>
          </p:cNvPr>
          <p:cNvSpPr/>
          <p:nvPr/>
        </p:nvSpPr>
        <p:spPr>
          <a:xfrm rot="16200000">
            <a:off x="7200481" y="4014708"/>
            <a:ext cx="492137" cy="581872"/>
          </a:xfrm>
          <a:custGeom>
            <a:avLst/>
            <a:gdLst>
              <a:gd name="connsiteX0" fmla="*/ 0 w 1000154"/>
              <a:gd name="connsiteY0" fmla="*/ 1182520 h 1182519"/>
              <a:gd name="connsiteX1" fmla="*/ 1000155 w 1000154"/>
              <a:gd name="connsiteY1" fmla="*/ 0 h 1182519"/>
            </a:gdLst>
            <a:ahLst/>
            <a:cxnLst>
              <a:cxn ang="0">
                <a:pos x="connsiteX0" y="connsiteY0"/>
              </a:cxn>
              <a:cxn ang="0">
                <a:pos x="connsiteX1" y="connsiteY1"/>
              </a:cxn>
            </a:cxnLst>
            <a:rect l="l" t="t" r="r" b="b"/>
            <a:pathLst>
              <a:path w="1000154" h="1182519">
                <a:moveTo>
                  <a:pt x="0" y="1182520"/>
                </a:moveTo>
                <a:cubicBezTo>
                  <a:pt x="0" y="583462"/>
                  <a:pt x="433924" y="87200"/>
                  <a:pt x="1000155" y="0"/>
                </a:cubicBezTo>
              </a:path>
            </a:pathLst>
          </a:custGeom>
          <a:noFill/>
          <a:ln w="19050" cap="flat">
            <a:solidFill>
              <a:srgbClr val="FFFFFF"/>
            </a:solidFill>
            <a:prstDash val="solid"/>
            <a:miter/>
            <a:headEnd type="triangle" w="lg" len="lg"/>
            <a:tailEnd w="lg" len="lg"/>
          </a:ln>
        </p:spPr>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cxnSp>
        <p:nvCxnSpPr>
          <p:cNvPr id="14" name="Straight Connector 13">
            <a:extLst>
              <a:ext uri="{FF2B5EF4-FFF2-40B4-BE49-F238E27FC236}">
                <a16:creationId xmlns:a16="http://schemas.microsoft.com/office/drawing/2014/main" id="{0C67595B-0381-C9D6-E604-32E7EC82E8AC}"/>
              </a:ext>
            </a:extLst>
          </p:cNvPr>
          <p:cNvCxnSpPr>
            <a:cxnSpLocks/>
          </p:cNvCxnSpPr>
          <p:nvPr/>
        </p:nvCxnSpPr>
        <p:spPr>
          <a:xfrm flipV="1">
            <a:off x="9617819" y="1571232"/>
            <a:ext cx="0" cy="494833"/>
          </a:xfrm>
          <a:prstGeom prst="line">
            <a:avLst/>
          </a:prstGeom>
          <a:noFill/>
          <a:ln w="19050" cap="flat">
            <a:solidFill>
              <a:srgbClr val="FFFFFF"/>
            </a:solidFill>
            <a:prstDash val="solid"/>
            <a:miter/>
            <a:headEnd type="triangle" w="lg" len="lg"/>
            <a:tailEnd w="lg" len="med"/>
          </a:ln>
        </p:spPr>
      </p:cxnSp>
      <p:cxnSp>
        <p:nvCxnSpPr>
          <p:cNvPr id="15" name="Straight Connector 14">
            <a:extLst>
              <a:ext uri="{FF2B5EF4-FFF2-40B4-BE49-F238E27FC236}">
                <a16:creationId xmlns:a16="http://schemas.microsoft.com/office/drawing/2014/main" id="{90D04EA7-9218-727B-AA84-77DCAAFC17ED}"/>
              </a:ext>
            </a:extLst>
          </p:cNvPr>
          <p:cNvCxnSpPr>
            <a:cxnSpLocks/>
          </p:cNvCxnSpPr>
          <p:nvPr/>
        </p:nvCxnSpPr>
        <p:spPr>
          <a:xfrm>
            <a:off x="10129204" y="1571232"/>
            <a:ext cx="0" cy="494833"/>
          </a:xfrm>
          <a:prstGeom prst="line">
            <a:avLst/>
          </a:prstGeom>
          <a:noFill/>
          <a:ln w="19050" cap="flat">
            <a:solidFill>
              <a:srgbClr val="FFFFFF"/>
            </a:solidFill>
            <a:prstDash val="solid"/>
            <a:miter/>
            <a:headEnd type="triangle" w="lg" len="lg"/>
            <a:tailEnd w="lg" len="med"/>
          </a:ln>
        </p:spPr>
      </p:cxnSp>
      <p:cxnSp>
        <p:nvCxnSpPr>
          <p:cNvPr id="16" name="Straight Connector 15">
            <a:extLst>
              <a:ext uri="{FF2B5EF4-FFF2-40B4-BE49-F238E27FC236}">
                <a16:creationId xmlns:a16="http://schemas.microsoft.com/office/drawing/2014/main" id="{AAEE1603-238E-F6C6-C95F-4DECB7FA13A4}"/>
              </a:ext>
            </a:extLst>
          </p:cNvPr>
          <p:cNvCxnSpPr>
            <a:cxnSpLocks/>
          </p:cNvCxnSpPr>
          <p:nvPr/>
        </p:nvCxnSpPr>
        <p:spPr>
          <a:xfrm>
            <a:off x="10640589" y="1579342"/>
            <a:ext cx="0" cy="494833"/>
          </a:xfrm>
          <a:prstGeom prst="line">
            <a:avLst/>
          </a:prstGeom>
          <a:noFill/>
          <a:ln w="19050" cap="flat" cmpd="sng" algn="ctr">
            <a:solidFill>
              <a:srgbClr val="FFFFFF"/>
            </a:solidFill>
            <a:prstDash val="solid"/>
            <a:miter lim="800000"/>
            <a:headEnd w="lg" len="med"/>
            <a:tailEnd w="lg" len="med"/>
          </a:ln>
          <a:effectLst/>
        </p:spPr>
      </p:cxnSp>
      <p:cxnSp>
        <p:nvCxnSpPr>
          <p:cNvPr id="17" name="Straight Connector 16">
            <a:extLst>
              <a:ext uri="{FF2B5EF4-FFF2-40B4-BE49-F238E27FC236}">
                <a16:creationId xmlns:a16="http://schemas.microsoft.com/office/drawing/2014/main" id="{753D068F-3697-56E4-D7CE-78F39F742397}"/>
              </a:ext>
            </a:extLst>
          </p:cNvPr>
          <p:cNvCxnSpPr>
            <a:cxnSpLocks/>
          </p:cNvCxnSpPr>
          <p:nvPr/>
        </p:nvCxnSpPr>
        <p:spPr>
          <a:xfrm>
            <a:off x="11151974" y="1579342"/>
            <a:ext cx="0" cy="494833"/>
          </a:xfrm>
          <a:prstGeom prst="line">
            <a:avLst/>
          </a:prstGeom>
          <a:noFill/>
          <a:ln w="19050" cap="rnd" cmpd="sng" algn="ctr">
            <a:solidFill>
              <a:srgbClr val="FFFFFF"/>
            </a:solidFill>
            <a:prstDash val="sysDash"/>
            <a:miter lim="800000"/>
            <a:headEnd w="lg" len="med"/>
            <a:tailEnd type="none" w="lg" len="med"/>
          </a:ln>
          <a:effectLst/>
        </p:spPr>
      </p:cxnSp>
      <p:cxnSp>
        <p:nvCxnSpPr>
          <p:cNvPr id="18" name="Straight Connector 17">
            <a:extLst>
              <a:ext uri="{FF2B5EF4-FFF2-40B4-BE49-F238E27FC236}">
                <a16:creationId xmlns:a16="http://schemas.microsoft.com/office/drawing/2014/main" id="{2A7B7E2E-8855-F702-BC54-6F592224BE80}"/>
              </a:ext>
            </a:extLst>
          </p:cNvPr>
          <p:cNvCxnSpPr>
            <a:cxnSpLocks/>
          </p:cNvCxnSpPr>
          <p:nvPr/>
        </p:nvCxnSpPr>
        <p:spPr>
          <a:xfrm flipV="1">
            <a:off x="9617819" y="2335742"/>
            <a:ext cx="0" cy="494833"/>
          </a:xfrm>
          <a:prstGeom prst="line">
            <a:avLst/>
          </a:prstGeom>
          <a:solidFill>
            <a:srgbClr val="FFFFFF"/>
          </a:solidFill>
          <a:ln w="19050" cap="flat" cmpd="sng" algn="ctr">
            <a:solidFill>
              <a:srgbClr val="FFFFFF"/>
            </a:solidFill>
            <a:prstDash val="solid"/>
            <a:miter lim="800000"/>
            <a:headEnd type="triangle" w="lg" len="lg"/>
            <a:tailEnd w="lg" len="med"/>
          </a:ln>
          <a:effectLst/>
        </p:spPr>
      </p:cxnSp>
      <p:cxnSp>
        <p:nvCxnSpPr>
          <p:cNvPr id="19" name="Straight Connector 18">
            <a:extLst>
              <a:ext uri="{FF2B5EF4-FFF2-40B4-BE49-F238E27FC236}">
                <a16:creationId xmlns:a16="http://schemas.microsoft.com/office/drawing/2014/main" id="{2A19A99F-6EC5-A358-5938-BA504948B16F}"/>
              </a:ext>
            </a:extLst>
          </p:cNvPr>
          <p:cNvCxnSpPr>
            <a:cxnSpLocks/>
          </p:cNvCxnSpPr>
          <p:nvPr/>
        </p:nvCxnSpPr>
        <p:spPr>
          <a:xfrm>
            <a:off x="10129204" y="2335742"/>
            <a:ext cx="0" cy="494833"/>
          </a:xfrm>
          <a:prstGeom prst="line">
            <a:avLst/>
          </a:prstGeom>
          <a:solidFill>
            <a:srgbClr val="FFFFFF"/>
          </a:solidFill>
          <a:ln w="19050" cap="flat" cmpd="sng" algn="ctr">
            <a:solidFill>
              <a:srgbClr val="FFFFFF"/>
            </a:solidFill>
            <a:prstDash val="solid"/>
            <a:miter lim="800000"/>
            <a:headEnd type="triangle" w="lg" len="lg"/>
            <a:tailEnd w="lg" len="med"/>
          </a:ln>
          <a:effectLst/>
        </p:spPr>
      </p:cxnSp>
      <p:cxnSp>
        <p:nvCxnSpPr>
          <p:cNvPr id="20" name="Straight Connector 19">
            <a:extLst>
              <a:ext uri="{FF2B5EF4-FFF2-40B4-BE49-F238E27FC236}">
                <a16:creationId xmlns:a16="http://schemas.microsoft.com/office/drawing/2014/main" id="{11B7349C-FDF5-BBEB-CC58-B1580CC54299}"/>
              </a:ext>
            </a:extLst>
          </p:cNvPr>
          <p:cNvCxnSpPr>
            <a:cxnSpLocks/>
          </p:cNvCxnSpPr>
          <p:nvPr/>
        </p:nvCxnSpPr>
        <p:spPr>
          <a:xfrm>
            <a:off x="10640589" y="2343851"/>
            <a:ext cx="0" cy="494833"/>
          </a:xfrm>
          <a:prstGeom prst="line">
            <a:avLst/>
          </a:prstGeom>
          <a:solidFill>
            <a:srgbClr val="FFFFFF"/>
          </a:solidFill>
          <a:ln w="19050" cap="flat" cmpd="sng" algn="ctr">
            <a:solidFill>
              <a:srgbClr val="FFFFFF"/>
            </a:solidFill>
            <a:prstDash val="solid"/>
            <a:miter lim="800000"/>
            <a:headEnd w="lg" len="med"/>
            <a:tailEnd w="lg" len="med"/>
          </a:ln>
          <a:effectLst/>
        </p:spPr>
      </p:cxnSp>
      <p:cxnSp>
        <p:nvCxnSpPr>
          <p:cNvPr id="21" name="Straight Connector 20">
            <a:extLst>
              <a:ext uri="{FF2B5EF4-FFF2-40B4-BE49-F238E27FC236}">
                <a16:creationId xmlns:a16="http://schemas.microsoft.com/office/drawing/2014/main" id="{24761930-6C06-A6A1-F7B4-3A1B2A587DBC}"/>
              </a:ext>
            </a:extLst>
          </p:cNvPr>
          <p:cNvCxnSpPr>
            <a:cxnSpLocks/>
          </p:cNvCxnSpPr>
          <p:nvPr/>
        </p:nvCxnSpPr>
        <p:spPr>
          <a:xfrm>
            <a:off x="11151974" y="2343851"/>
            <a:ext cx="0" cy="494833"/>
          </a:xfrm>
          <a:prstGeom prst="line">
            <a:avLst/>
          </a:prstGeom>
          <a:noFill/>
          <a:ln w="19050" cap="rnd" cmpd="sng" algn="ctr">
            <a:solidFill>
              <a:srgbClr val="FFFFFF"/>
            </a:solidFill>
            <a:prstDash val="sysDash"/>
            <a:miter lim="800000"/>
            <a:headEnd w="lg" len="med"/>
            <a:tailEnd type="none" w="lg" len="med"/>
          </a:ln>
          <a:effectLst/>
        </p:spPr>
      </p:cxnSp>
      <p:cxnSp>
        <p:nvCxnSpPr>
          <p:cNvPr id="22" name="Straight Connector 21">
            <a:extLst>
              <a:ext uri="{FF2B5EF4-FFF2-40B4-BE49-F238E27FC236}">
                <a16:creationId xmlns:a16="http://schemas.microsoft.com/office/drawing/2014/main" id="{0FA998C3-2271-2BE6-61D6-5389DF5E4379}"/>
              </a:ext>
            </a:extLst>
          </p:cNvPr>
          <p:cNvCxnSpPr>
            <a:cxnSpLocks/>
          </p:cNvCxnSpPr>
          <p:nvPr/>
        </p:nvCxnSpPr>
        <p:spPr>
          <a:xfrm rot="16200000" flipV="1">
            <a:off x="9844266" y="4643977"/>
            <a:ext cx="0" cy="837836"/>
          </a:xfrm>
          <a:prstGeom prst="line">
            <a:avLst/>
          </a:prstGeom>
          <a:noFill/>
          <a:ln w="19050" cap="flat">
            <a:solidFill>
              <a:srgbClr val="FFFFFF"/>
            </a:solidFill>
            <a:prstDash val="solid"/>
            <a:miter/>
            <a:headEnd type="triangle" w="lg" len="lg"/>
          </a:ln>
        </p:spPr>
      </p:cxnSp>
      <p:cxnSp>
        <p:nvCxnSpPr>
          <p:cNvPr id="23" name="Straight Connector 22">
            <a:extLst>
              <a:ext uri="{FF2B5EF4-FFF2-40B4-BE49-F238E27FC236}">
                <a16:creationId xmlns:a16="http://schemas.microsoft.com/office/drawing/2014/main" id="{FFA23BF9-13D4-FE8B-E0A6-6BF412CB6D86}"/>
              </a:ext>
            </a:extLst>
          </p:cNvPr>
          <p:cNvCxnSpPr>
            <a:cxnSpLocks/>
          </p:cNvCxnSpPr>
          <p:nvPr/>
        </p:nvCxnSpPr>
        <p:spPr>
          <a:xfrm rot="16200000">
            <a:off x="9844266" y="4292270"/>
            <a:ext cx="0" cy="837836"/>
          </a:xfrm>
          <a:prstGeom prst="line">
            <a:avLst/>
          </a:prstGeom>
          <a:noFill/>
          <a:ln w="19050" cap="flat">
            <a:solidFill>
              <a:srgbClr val="FFFFFF"/>
            </a:solidFill>
            <a:prstDash val="solid"/>
            <a:miter/>
            <a:headEnd type="triangle" w="lg" len="lg"/>
          </a:ln>
        </p:spPr>
      </p:cxnSp>
      <p:cxnSp>
        <p:nvCxnSpPr>
          <p:cNvPr id="24" name="Straight Connector 23">
            <a:extLst>
              <a:ext uri="{FF2B5EF4-FFF2-40B4-BE49-F238E27FC236}">
                <a16:creationId xmlns:a16="http://schemas.microsoft.com/office/drawing/2014/main" id="{6D891675-BED2-625A-E77B-FC5AC5830A40}"/>
              </a:ext>
            </a:extLst>
          </p:cNvPr>
          <p:cNvCxnSpPr>
            <a:cxnSpLocks/>
          </p:cNvCxnSpPr>
          <p:nvPr/>
        </p:nvCxnSpPr>
        <p:spPr>
          <a:xfrm rot="16200000">
            <a:off x="9852376" y="3940564"/>
            <a:ext cx="0" cy="837836"/>
          </a:xfrm>
          <a:prstGeom prst="line">
            <a:avLst/>
          </a:prstGeom>
          <a:noFill/>
          <a:ln w="19050" cap="flat" cmpd="sng" algn="ctr">
            <a:solidFill>
              <a:srgbClr val="FFFFFF"/>
            </a:solidFill>
            <a:prstDash val="solid"/>
            <a:miter lim="800000"/>
          </a:ln>
          <a:effectLst/>
        </p:spPr>
      </p:cxnSp>
      <p:cxnSp>
        <p:nvCxnSpPr>
          <p:cNvPr id="25" name="Straight Connector 24">
            <a:extLst>
              <a:ext uri="{FF2B5EF4-FFF2-40B4-BE49-F238E27FC236}">
                <a16:creationId xmlns:a16="http://schemas.microsoft.com/office/drawing/2014/main" id="{1CAF9646-514F-C55F-4AC7-91D7CDD7C032}"/>
              </a:ext>
            </a:extLst>
          </p:cNvPr>
          <p:cNvCxnSpPr>
            <a:cxnSpLocks/>
          </p:cNvCxnSpPr>
          <p:nvPr/>
        </p:nvCxnSpPr>
        <p:spPr>
          <a:xfrm rot="16200000">
            <a:off x="9852376" y="3588858"/>
            <a:ext cx="0" cy="837836"/>
          </a:xfrm>
          <a:prstGeom prst="line">
            <a:avLst/>
          </a:prstGeom>
          <a:noFill/>
          <a:ln w="19050" cap="rnd" cmpd="sng" algn="ctr">
            <a:solidFill>
              <a:srgbClr val="FFFFFF"/>
            </a:solidFill>
            <a:prstDash val="sysDash"/>
            <a:miter lim="800000"/>
            <a:tailEnd type="none"/>
          </a:ln>
          <a:effectLst/>
        </p:spPr>
      </p:cxnSp>
      <p:cxnSp>
        <p:nvCxnSpPr>
          <p:cNvPr id="26" name="Straight Connector 25">
            <a:extLst>
              <a:ext uri="{FF2B5EF4-FFF2-40B4-BE49-F238E27FC236}">
                <a16:creationId xmlns:a16="http://schemas.microsoft.com/office/drawing/2014/main" id="{C5E6C524-6E1C-7B77-56EE-7779D15AE121}"/>
              </a:ext>
            </a:extLst>
          </p:cNvPr>
          <p:cNvCxnSpPr>
            <a:cxnSpLocks/>
          </p:cNvCxnSpPr>
          <p:nvPr/>
        </p:nvCxnSpPr>
        <p:spPr>
          <a:xfrm rot="16200000" flipV="1">
            <a:off x="10974138" y="4643977"/>
            <a:ext cx="0" cy="837836"/>
          </a:xfrm>
          <a:prstGeom prst="line">
            <a:avLst/>
          </a:prstGeom>
          <a:solidFill>
            <a:srgbClr val="FFFFFF"/>
          </a:solidFill>
          <a:ln w="19050" cap="flat" cmpd="sng" algn="ctr">
            <a:solidFill>
              <a:srgbClr val="FFFFFF"/>
            </a:solidFill>
            <a:prstDash val="solid"/>
            <a:miter lim="800000"/>
            <a:headEnd type="triangle" w="lg" len="lg"/>
          </a:ln>
          <a:effectLst/>
        </p:spPr>
      </p:cxnSp>
      <p:cxnSp>
        <p:nvCxnSpPr>
          <p:cNvPr id="27" name="Straight Connector 26">
            <a:extLst>
              <a:ext uri="{FF2B5EF4-FFF2-40B4-BE49-F238E27FC236}">
                <a16:creationId xmlns:a16="http://schemas.microsoft.com/office/drawing/2014/main" id="{7FCF9E1F-0008-9D6E-49FD-3D4E251144A5}"/>
              </a:ext>
            </a:extLst>
          </p:cNvPr>
          <p:cNvCxnSpPr>
            <a:cxnSpLocks/>
          </p:cNvCxnSpPr>
          <p:nvPr/>
        </p:nvCxnSpPr>
        <p:spPr>
          <a:xfrm rot="16200000">
            <a:off x="10974138" y="4292270"/>
            <a:ext cx="0" cy="837836"/>
          </a:xfrm>
          <a:prstGeom prst="line">
            <a:avLst/>
          </a:prstGeom>
          <a:solidFill>
            <a:srgbClr val="FFFFFF"/>
          </a:solidFill>
          <a:ln w="19050" cap="flat" cmpd="sng" algn="ctr">
            <a:solidFill>
              <a:srgbClr val="FFFFFF"/>
            </a:solidFill>
            <a:prstDash val="solid"/>
            <a:miter lim="800000"/>
            <a:headEnd type="triangle" w="lg" len="lg"/>
          </a:ln>
          <a:effectLst/>
        </p:spPr>
      </p:cxnSp>
      <p:cxnSp>
        <p:nvCxnSpPr>
          <p:cNvPr id="28" name="Straight Connector 27">
            <a:extLst>
              <a:ext uri="{FF2B5EF4-FFF2-40B4-BE49-F238E27FC236}">
                <a16:creationId xmlns:a16="http://schemas.microsoft.com/office/drawing/2014/main" id="{733870BA-53F4-5701-ADC7-175D8B56283E}"/>
              </a:ext>
            </a:extLst>
          </p:cNvPr>
          <p:cNvCxnSpPr>
            <a:cxnSpLocks/>
          </p:cNvCxnSpPr>
          <p:nvPr/>
        </p:nvCxnSpPr>
        <p:spPr>
          <a:xfrm rot="16200000">
            <a:off x="10982247" y="3940564"/>
            <a:ext cx="0" cy="837836"/>
          </a:xfrm>
          <a:prstGeom prst="line">
            <a:avLst/>
          </a:prstGeom>
          <a:solidFill>
            <a:srgbClr val="FFFFFF"/>
          </a:solidFill>
          <a:ln w="19050" cap="flat" cmpd="sng" algn="ctr">
            <a:solidFill>
              <a:srgbClr val="FFFFFF"/>
            </a:solidFill>
            <a:prstDash val="solid"/>
            <a:miter lim="800000"/>
          </a:ln>
          <a:effectLst/>
        </p:spPr>
      </p:cxnSp>
      <p:cxnSp>
        <p:nvCxnSpPr>
          <p:cNvPr id="29" name="Straight Connector 28">
            <a:extLst>
              <a:ext uri="{FF2B5EF4-FFF2-40B4-BE49-F238E27FC236}">
                <a16:creationId xmlns:a16="http://schemas.microsoft.com/office/drawing/2014/main" id="{7D115265-EBAF-630E-536A-A45804A94456}"/>
              </a:ext>
            </a:extLst>
          </p:cNvPr>
          <p:cNvCxnSpPr>
            <a:cxnSpLocks/>
          </p:cNvCxnSpPr>
          <p:nvPr/>
        </p:nvCxnSpPr>
        <p:spPr>
          <a:xfrm rot="16200000">
            <a:off x="10982247" y="3588858"/>
            <a:ext cx="0" cy="837836"/>
          </a:xfrm>
          <a:prstGeom prst="line">
            <a:avLst/>
          </a:prstGeom>
          <a:noFill/>
          <a:ln w="19050" cap="rnd" cmpd="sng" algn="ctr">
            <a:solidFill>
              <a:srgbClr val="FFFFFF"/>
            </a:solidFill>
            <a:prstDash val="sysDash"/>
            <a:miter lim="800000"/>
            <a:tailEnd type="none"/>
          </a:ln>
          <a:effectLst/>
        </p:spPr>
      </p:cxnSp>
      <p:sp>
        <p:nvSpPr>
          <p:cNvPr id="30" name="Rounded Rectangle 77">
            <a:extLst>
              <a:ext uri="{FF2B5EF4-FFF2-40B4-BE49-F238E27FC236}">
                <a16:creationId xmlns:a16="http://schemas.microsoft.com/office/drawing/2014/main" id="{FEC51BB2-1693-E400-A45D-F48C6BFC17FE}"/>
              </a:ext>
            </a:extLst>
          </p:cNvPr>
          <p:cNvSpPr/>
          <p:nvPr/>
        </p:nvSpPr>
        <p:spPr>
          <a:xfrm>
            <a:off x="7098103" y="1585137"/>
            <a:ext cx="640592" cy="561264"/>
          </a:xfrm>
          <a:custGeom>
            <a:avLst/>
            <a:gdLst>
              <a:gd name="connsiteX0" fmla="*/ 0 w 1583661"/>
              <a:gd name="connsiteY0" fmla="*/ 120833 h 1583661"/>
              <a:gd name="connsiteX1" fmla="*/ 120833 w 1583661"/>
              <a:gd name="connsiteY1" fmla="*/ 0 h 1583661"/>
              <a:gd name="connsiteX2" fmla="*/ 1462828 w 1583661"/>
              <a:gd name="connsiteY2" fmla="*/ 0 h 1583661"/>
              <a:gd name="connsiteX3" fmla="*/ 1583661 w 1583661"/>
              <a:gd name="connsiteY3" fmla="*/ 120833 h 1583661"/>
              <a:gd name="connsiteX4" fmla="*/ 1583661 w 1583661"/>
              <a:gd name="connsiteY4" fmla="*/ 1462828 h 1583661"/>
              <a:gd name="connsiteX5" fmla="*/ 1462828 w 1583661"/>
              <a:gd name="connsiteY5" fmla="*/ 1583661 h 1583661"/>
              <a:gd name="connsiteX6" fmla="*/ 120833 w 1583661"/>
              <a:gd name="connsiteY6" fmla="*/ 1583661 h 1583661"/>
              <a:gd name="connsiteX7" fmla="*/ 0 w 1583661"/>
              <a:gd name="connsiteY7" fmla="*/ 1462828 h 1583661"/>
              <a:gd name="connsiteX8" fmla="*/ 0 w 1583661"/>
              <a:gd name="connsiteY8" fmla="*/ 120833 h 1583661"/>
              <a:gd name="connsiteX0" fmla="*/ 0 w 1583661"/>
              <a:gd name="connsiteY0" fmla="*/ 131438 h 1594266"/>
              <a:gd name="connsiteX1" fmla="*/ 120833 w 1583661"/>
              <a:gd name="connsiteY1" fmla="*/ 10605 h 1594266"/>
              <a:gd name="connsiteX2" fmla="*/ 1113339 w 1583661"/>
              <a:gd name="connsiteY2" fmla="*/ 0 h 1594266"/>
              <a:gd name="connsiteX3" fmla="*/ 1462828 w 1583661"/>
              <a:gd name="connsiteY3" fmla="*/ 10605 h 1594266"/>
              <a:gd name="connsiteX4" fmla="*/ 1583661 w 1583661"/>
              <a:gd name="connsiteY4" fmla="*/ 131438 h 1594266"/>
              <a:gd name="connsiteX5" fmla="*/ 1583661 w 1583661"/>
              <a:gd name="connsiteY5" fmla="*/ 1473433 h 1594266"/>
              <a:gd name="connsiteX6" fmla="*/ 1462828 w 1583661"/>
              <a:gd name="connsiteY6" fmla="*/ 1594266 h 1594266"/>
              <a:gd name="connsiteX7" fmla="*/ 120833 w 1583661"/>
              <a:gd name="connsiteY7" fmla="*/ 1594266 h 1594266"/>
              <a:gd name="connsiteX8" fmla="*/ 0 w 1583661"/>
              <a:gd name="connsiteY8" fmla="*/ 1473433 h 1594266"/>
              <a:gd name="connsiteX9" fmla="*/ 0 w 1583661"/>
              <a:gd name="connsiteY9" fmla="*/ 131438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204779 w 1583661"/>
              <a:gd name="connsiteY9" fmla="*/ 91440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015593 w 1583661"/>
              <a:gd name="connsiteY9" fmla="*/ 14865 h 1594266"/>
              <a:gd name="connsiteX0" fmla="*/ 1462828 w 1583661"/>
              <a:gd name="connsiteY0" fmla="*/ 0 h 1583661"/>
              <a:gd name="connsiteX1" fmla="*/ 1583661 w 1583661"/>
              <a:gd name="connsiteY1" fmla="*/ 120833 h 1583661"/>
              <a:gd name="connsiteX2" fmla="*/ 1583661 w 1583661"/>
              <a:gd name="connsiteY2" fmla="*/ 1462828 h 1583661"/>
              <a:gd name="connsiteX3" fmla="*/ 1462828 w 1583661"/>
              <a:gd name="connsiteY3" fmla="*/ 1583661 h 1583661"/>
              <a:gd name="connsiteX4" fmla="*/ 120833 w 1583661"/>
              <a:gd name="connsiteY4" fmla="*/ 1583661 h 1583661"/>
              <a:gd name="connsiteX5" fmla="*/ 0 w 1583661"/>
              <a:gd name="connsiteY5" fmla="*/ 1462828 h 1583661"/>
              <a:gd name="connsiteX6" fmla="*/ 0 w 1583661"/>
              <a:gd name="connsiteY6" fmla="*/ 120833 h 1583661"/>
              <a:gd name="connsiteX7" fmla="*/ 120833 w 1583661"/>
              <a:gd name="connsiteY7" fmla="*/ 0 h 1583661"/>
              <a:gd name="connsiteX8" fmla="*/ 1015593 w 1583661"/>
              <a:gd name="connsiteY8" fmla="*/ 4260 h 1583661"/>
              <a:gd name="connsiteX0" fmla="*/ 1583661 w 1583661"/>
              <a:gd name="connsiteY0" fmla="*/ 120833 h 1583661"/>
              <a:gd name="connsiteX1" fmla="*/ 1583661 w 1583661"/>
              <a:gd name="connsiteY1" fmla="*/ 1462828 h 1583661"/>
              <a:gd name="connsiteX2" fmla="*/ 1462828 w 1583661"/>
              <a:gd name="connsiteY2" fmla="*/ 1583661 h 1583661"/>
              <a:gd name="connsiteX3" fmla="*/ 120833 w 1583661"/>
              <a:gd name="connsiteY3" fmla="*/ 1583661 h 1583661"/>
              <a:gd name="connsiteX4" fmla="*/ 0 w 1583661"/>
              <a:gd name="connsiteY4" fmla="*/ 1462828 h 1583661"/>
              <a:gd name="connsiteX5" fmla="*/ 0 w 1583661"/>
              <a:gd name="connsiteY5" fmla="*/ 120833 h 1583661"/>
              <a:gd name="connsiteX6" fmla="*/ 120833 w 1583661"/>
              <a:gd name="connsiteY6" fmla="*/ 0 h 1583661"/>
              <a:gd name="connsiteX7" fmla="*/ 1015593 w 1583661"/>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123184 w 1586012"/>
              <a:gd name="connsiteY3" fmla="*/ 1583661 h 1583661"/>
              <a:gd name="connsiteX4" fmla="*/ 2351 w 1586012"/>
              <a:gd name="connsiteY4" fmla="*/ 1462828 h 1583661"/>
              <a:gd name="connsiteX5" fmla="*/ 0 w 1586012"/>
              <a:gd name="connsiteY5" fmla="*/ 891887 h 1583661"/>
              <a:gd name="connsiteX6" fmla="*/ 2351 w 1586012"/>
              <a:gd name="connsiteY6" fmla="*/ 120833 h 1583661"/>
              <a:gd name="connsiteX7" fmla="*/ 123184 w 1586012"/>
              <a:gd name="connsiteY7" fmla="*/ 0 h 1583661"/>
              <a:gd name="connsiteX8" fmla="*/ 1017944 w 1586012"/>
              <a:gd name="connsiteY8" fmla="*/ 4260 h 1583661"/>
              <a:gd name="connsiteX0" fmla="*/ 1608572 w 1608572"/>
              <a:gd name="connsiteY0" fmla="*/ 120833 h 1583661"/>
              <a:gd name="connsiteX1" fmla="*/ 1608572 w 1608572"/>
              <a:gd name="connsiteY1" fmla="*/ 1462828 h 1583661"/>
              <a:gd name="connsiteX2" fmla="*/ 1487739 w 1608572"/>
              <a:gd name="connsiteY2" fmla="*/ 1583661 h 1583661"/>
              <a:gd name="connsiteX3" fmla="*/ 145744 w 1608572"/>
              <a:gd name="connsiteY3" fmla="*/ 1583661 h 1583661"/>
              <a:gd name="connsiteX4" fmla="*/ 22560 w 1608572"/>
              <a:gd name="connsiteY4" fmla="*/ 891887 h 1583661"/>
              <a:gd name="connsiteX5" fmla="*/ 24911 w 1608572"/>
              <a:gd name="connsiteY5" fmla="*/ 120833 h 1583661"/>
              <a:gd name="connsiteX6" fmla="*/ 145744 w 1608572"/>
              <a:gd name="connsiteY6" fmla="*/ 0 h 1583661"/>
              <a:gd name="connsiteX7" fmla="*/ 1040504 w 1608572"/>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0 w 1586012"/>
              <a:gd name="connsiteY3" fmla="*/ 891887 h 1583661"/>
              <a:gd name="connsiteX4" fmla="*/ 2351 w 1586012"/>
              <a:gd name="connsiteY4" fmla="*/ 120833 h 1583661"/>
              <a:gd name="connsiteX5" fmla="*/ 123184 w 1586012"/>
              <a:gd name="connsiteY5" fmla="*/ 0 h 1583661"/>
              <a:gd name="connsiteX6" fmla="*/ 1017944 w 1586012"/>
              <a:gd name="connsiteY6" fmla="*/ 4260 h 1583661"/>
              <a:gd name="connsiteX0" fmla="*/ 1586012 w 1586012"/>
              <a:gd name="connsiteY0" fmla="*/ 120833 h 1484491"/>
              <a:gd name="connsiteX1" fmla="*/ 1586012 w 1586012"/>
              <a:gd name="connsiteY1" fmla="*/ 1462828 h 1484491"/>
              <a:gd name="connsiteX2" fmla="*/ 0 w 1586012"/>
              <a:gd name="connsiteY2" fmla="*/ 891887 h 1484491"/>
              <a:gd name="connsiteX3" fmla="*/ 2351 w 1586012"/>
              <a:gd name="connsiteY3" fmla="*/ 120833 h 1484491"/>
              <a:gd name="connsiteX4" fmla="*/ 123184 w 1586012"/>
              <a:gd name="connsiteY4" fmla="*/ 0 h 1484491"/>
              <a:gd name="connsiteX5" fmla="*/ 1017944 w 1586012"/>
              <a:gd name="connsiteY5" fmla="*/ 4260 h 1484491"/>
              <a:gd name="connsiteX0" fmla="*/ 1586012 w 1586012"/>
              <a:gd name="connsiteY0" fmla="*/ 120833 h 891887"/>
              <a:gd name="connsiteX1" fmla="*/ 0 w 1586012"/>
              <a:gd name="connsiteY1" fmla="*/ 891887 h 891887"/>
              <a:gd name="connsiteX2" fmla="*/ 2351 w 1586012"/>
              <a:gd name="connsiteY2" fmla="*/ 120833 h 891887"/>
              <a:gd name="connsiteX3" fmla="*/ 123184 w 1586012"/>
              <a:gd name="connsiteY3" fmla="*/ 0 h 891887"/>
              <a:gd name="connsiteX4" fmla="*/ 1017944 w 1586012"/>
              <a:gd name="connsiteY4" fmla="*/ 4260 h 891887"/>
              <a:gd name="connsiteX0" fmla="*/ 0 w 1017944"/>
              <a:gd name="connsiteY0" fmla="*/ 891887 h 891887"/>
              <a:gd name="connsiteX1" fmla="*/ 2351 w 1017944"/>
              <a:gd name="connsiteY1" fmla="*/ 120833 h 891887"/>
              <a:gd name="connsiteX2" fmla="*/ 123184 w 1017944"/>
              <a:gd name="connsiteY2" fmla="*/ 0 h 891887"/>
              <a:gd name="connsiteX3" fmla="*/ 1017944 w 1017944"/>
              <a:gd name="connsiteY3" fmla="*/ 4260 h 891887"/>
            </a:gdLst>
            <a:ahLst/>
            <a:cxnLst>
              <a:cxn ang="0">
                <a:pos x="connsiteX0" y="connsiteY0"/>
              </a:cxn>
              <a:cxn ang="0">
                <a:pos x="connsiteX1" y="connsiteY1"/>
              </a:cxn>
              <a:cxn ang="0">
                <a:pos x="connsiteX2" y="connsiteY2"/>
              </a:cxn>
              <a:cxn ang="0">
                <a:pos x="connsiteX3" y="connsiteY3"/>
              </a:cxn>
            </a:cxnLst>
            <a:rect l="l" t="t" r="r" b="b"/>
            <a:pathLst>
              <a:path w="1017944" h="891887">
                <a:moveTo>
                  <a:pt x="0" y="891887"/>
                </a:moveTo>
                <a:cubicBezTo>
                  <a:pt x="784" y="634869"/>
                  <a:pt x="1567" y="377851"/>
                  <a:pt x="2351" y="120833"/>
                </a:cubicBezTo>
                <a:cubicBezTo>
                  <a:pt x="2351" y="54099"/>
                  <a:pt x="56450" y="0"/>
                  <a:pt x="123184" y="0"/>
                </a:cubicBezTo>
                <a:lnTo>
                  <a:pt x="1017944" y="4260"/>
                </a:lnTo>
              </a:path>
            </a:pathLst>
          </a:custGeom>
          <a:noFill/>
          <a:ln w="19050" cap="flat">
            <a:solidFill>
              <a:srgbClr val="FFFFFF"/>
            </a:solidFill>
            <a:prstDash val="solid"/>
            <a:miter/>
            <a:headEnd type="none" w="lg" len="med"/>
            <a:tailEnd type="triangle" w="lg" len="lg"/>
          </a:ln>
        </p:spPr>
        <p:txBody>
          <a:bodyPr rtlCol="0" anchor="ct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31" name="Rounded Rectangle 77">
            <a:extLst>
              <a:ext uri="{FF2B5EF4-FFF2-40B4-BE49-F238E27FC236}">
                <a16:creationId xmlns:a16="http://schemas.microsoft.com/office/drawing/2014/main" id="{0696CE60-17C5-EF85-AD45-EC01F7A4FDB8}"/>
              </a:ext>
            </a:extLst>
          </p:cNvPr>
          <p:cNvSpPr/>
          <p:nvPr/>
        </p:nvSpPr>
        <p:spPr>
          <a:xfrm rot="5400000">
            <a:off x="7793587" y="1628530"/>
            <a:ext cx="640592" cy="561264"/>
          </a:xfrm>
          <a:custGeom>
            <a:avLst/>
            <a:gdLst>
              <a:gd name="connsiteX0" fmla="*/ 0 w 1583661"/>
              <a:gd name="connsiteY0" fmla="*/ 120833 h 1583661"/>
              <a:gd name="connsiteX1" fmla="*/ 120833 w 1583661"/>
              <a:gd name="connsiteY1" fmla="*/ 0 h 1583661"/>
              <a:gd name="connsiteX2" fmla="*/ 1462828 w 1583661"/>
              <a:gd name="connsiteY2" fmla="*/ 0 h 1583661"/>
              <a:gd name="connsiteX3" fmla="*/ 1583661 w 1583661"/>
              <a:gd name="connsiteY3" fmla="*/ 120833 h 1583661"/>
              <a:gd name="connsiteX4" fmla="*/ 1583661 w 1583661"/>
              <a:gd name="connsiteY4" fmla="*/ 1462828 h 1583661"/>
              <a:gd name="connsiteX5" fmla="*/ 1462828 w 1583661"/>
              <a:gd name="connsiteY5" fmla="*/ 1583661 h 1583661"/>
              <a:gd name="connsiteX6" fmla="*/ 120833 w 1583661"/>
              <a:gd name="connsiteY6" fmla="*/ 1583661 h 1583661"/>
              <a:gd name="connsiteX7" fmla="*/ 0 w 1583661"/>
              <a:gd name="connsiteY7" fmla="*/ 1462828 h 1583661"/>
              <a:gd name="connsiteX8" fmla="*/ 0 w 1583661"/>
              <a:gd name="connsiteY8" fmla="*/ 120833 h 1583661"/>
              <a:gd name="connsiteX0" fmla="*/ 0 w 1583661"/>
              <a:gd name="connsiteY0" fmla="*/ 131438 h 1594266"/>
              <a:gd name="connsiteX1" fmla="*/ 120833 w 1583661"/>
              <a:gd name="connsiteY1" fmla="*/ 10605 h 1594266"/>
              <a:gd name="connsiteX2" fmla="*/ 1113339 w 1583661"/>
              <a:gd name="connsiteY2" fmla="*/ 0 h 1594266"/>
              <a:gd name="connsiteX3" fmla="*/ 1462828 w 1583661"/>
              <a:gd name="connsiteY3" fmla="*/ 10605 h 1594266"/>
              <a:gd name="connsiteX4" fmla="*/ 1583661 w 1583661"/>
              <a:gd name="connsiteY4" fmla="*/ 131438 h 1594266"/>
              <a:gd name="connsiteX5" fmla="*/ 1583661 w 1583661"/>
              <a:gd name="connsiteY5" fmla="*/ 1473433 h 1594266"/>
              <a:gd name="connsiteX6" fmla="*/ 1462828 w 1583661"/>
              <a:gd name="connsiteY6" fmla="*/ 1594266 h 1594266"/>
              <a:gd name="connsiteX7" fmla="*/ 120833 w 1583661"/>
              <a:gd name="connsiteY7" fmla="*/ 1594266 h 1594266"/>
              <a:gd name="connsiteX8" fmla="*/ 0 w 1583661"/>
              <a:gd name="connsiteY8" fmla="*/ 1473433 h 1594266"/>
              <a:gd name="connsiteX9" fmla="*/ 0 w 1583661"/>
              <a:gd name="connsiteY9" fmla="*/ 131438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204779 w 1583661"/>
              <a:gd name="connsiteY9" fmla="*/ 91440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015593 w 1583661"/>
              <a:gd name="connsiteY9" fmla="*/ 14865 h 1594266"/>
              <a:gd name="connsiteX0" fmla="*/ 1462828 w 1583661"/>
              <a:gd name="connsiteY0" fmla="*/ 0 h 1583661"/>
              <a:gd name="connsiteX1" fmla="*/ 1583661 w 1583661"/>
              <a:gd name="connsiteY1" fmla="*/ 120833 h 1583661"/>
              <a:gd name="connsiteX2" fmla="*/ 1583661 w 1583661"/>
              <a:gd name="connsiteY2" fmla="*/ 1462828 h 1583661"/>
              <a:gd name="connsiteX3" fmla="*/ 1462828 w 1583661"/>
              <a:gd name="connsiteY3" fmla="*/ 1583661 h 1583661"/>
              <a:gd name="connsiteX4" fmla="*/ 120833 w 1583661"/>
              <a:gd name="connsiteY4" fmla="*/ 1583661 h 1583661"/>
              <a:gd name="connsiteX5" fmla="*/ 0 w 1583661"/>
              <a:gd name="connsiteY5" fmla="*/ 1462828 h 1583661"/>
              <a:gd name="connsiteX6" fmla="*/ 0 w 1583661"/>
              <a:gd name="connsiteY6" fmla="*/ 120833 h 1583661"/>
              <a:gd name="connsiteX7" fmla="*/ 120833 w 1583661"/>
              <a:gd name="connsiteY7" fmla="*/ 0 h 1583661"/>
              <a:gd name="connsiteX8" fmla="*/ 1015593 w 1583661"/>
              <a:gd name="connsiteY8" fmla="*/ 4260 h 1583661"/>
              <a:gd name="connsiteX0" fmla="*/ 1583661 w 1583661"/>
              <a:gd name="connsiteY0" fmla="*/ 120833 h 1583661"/>
              <a:gd name="connsiteX1" fmla="*/ 1583661 w 1583661"/>
              <a:gd name="connsiteY1" fmla="*/ 1462828 h 1583661"/>
              <a:gd name="connsiteX2" fmla="*/ 1462828 w 1583661"/>
              <a:gd name="connsiteY2" fmla="*/ 1583661 h 1583661"/>
              <a:gd name="connsiteX3" fmla="*/ 120833 w 1583661"/>
              <a:gd name="connsiteY3" fmla="*/ 1583661 h 1583661"/>
              <a:gd name="connsiteX4" fmla="*/ 0 w 1583661"/>
              <a:gd name="connsiteY4" fmla="*/ 1462828 h 1583661"/>
              <a:gd name="connsiteX5" fmla="*/ 0 w 1583661"/>
              <a:gd name="connsiteY5" fmla="*/ 120833 h 1583661"/>
              <a:gd name="connsiteX6" fmla="*/ 120833 w 1583661"/>
              <a:gd name="connsiteY6" fmla="*/ 0 h 1583661"/>
              <a:gd name="connsiteX7" fmla="*/ 1015593 w 1583661"/>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123184 w 1586012"/>
              <a:gd name="connsiteY3" fmla="*/ 1583661 h 1583661"/>
              <a:gd name="connsiteX4" fmla="*/ 2351 w 1586012"/>
              <a:gd name="connsiteY4" fmla="*/ 1462828 h 1583661"/>
              <a:gd name="connsiteX5" fmla="*/ 0 w 1586012"/>
              <a:gd name="connsiteY5" fmla="*/ 891887 h 1583661"/>
              <a:gd name="connsiteX6" fmla="*/ 2351 w 1586012"/>
              <a:gd name="connsiteY6" fmla="*/ 120833 h 1583661"/>
              <a:gd name="connsiteX7" fmla="*/ 123184 w 1586012"/>
              <a:gd name="connsiteY7" fmla="*/ 0 h 1583661"/>
              <a:gd name="connsiteX8" fmla="*/ 1017944 w 1586012"/>
              <a:gd name="connsiteY8" fmla="*/ 4260 h 1583661"/>
              <a:gd name="connsiteX0" fmla="*/ 1608572 w 1608572"/>
              <a:gd name="connsiteY0" fmla="*/ 120833 h 1583661"/>
              <a:gd name="connsiteX1" fmla="*/ 1608572 w 1608572"/>
              <a:gd name="connsiteY1" fmla="*/ 1462828 h 1583661"/>
              <a:gd name="connsiteX2" fmla="*/ 1487739 w 1608572"/>
              <a:gd name="connsiteY2" fmla="*/ 1583661 h 1583661"/>
              <a:gd name="connsiteX3" fmla="*/ 145744 w 1608572"/>
              <a:gd name="connsiteY3" fmla="*/ 1583661 h 1583661"/>
              <a:gd name="connsiteX4" fmla="*/ 22560 w 1608572"/>
              <a:gd name="connsiteY4" fmla="*/ 891887 h 1583661"/>
              <a:gd name="connsiteX5" fmla="*/ 24911 w 1608572"/>
              <a:gd name="connsiteY5" fmla="*/ 120833 h 1583661"/>
              <a:gd name="connsiteX6" fmla="*/ 145744 w 1608572"/>
              <a:gd name="connsiteY6" fmla="*/ 0 h 1583661"/>
              <a:gd name="connsiteX7" fmla="*/ 1040504 w 1608572"/>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0 w 1586012"/>
              <a:gd name="connsiteY3" fmla="*/ 891887 h 1583661"/>
              <a:gd name="connsiteX4" fmla="*/ 2351 w 1586012"/>
              <a:gd name="connsiteY4" fmla="*/ 120833 h 1583661"/>
              <a:gd name="connsiteX5" fmla="*/ 123184 w 1586012"/>
              <a:gd name="connsiteY5" fmla="*/ 0 h 1583661"/>
              <a:gd name="connsiteX6" fmla="*/ 1017944 w 1586012"/>
              <a:gd name="connsiteY6" fmla="*/ 4260 h 1583661"/>
              <a:gd name="connsiteX0" fmla="*/ 1586012 w 1586012"/>
              <a:gd name="connsiteY0" fmla="*/ 120833 h 1484491"/>
              <a:gd name="connsiteX1" fmla="*/ 1586012 w 1586012"/>
              <a:gd name="connsiteY1" fmla="*/ 1462828 h 1484491"/>
              <a:gd name="connsiteX2" fmla="*/ 0 w 1586012"/>
              <a:gd name="connsiteY2" fmla="*/ 891887 h 1484491"/>
              <a:gd name="connsiteX3" fmla="*/ 2351 w 1586012"/>
              <a:gd name="connsiteY3" fmla="*/ 120833 h 1484491"/>
              <a:gd name="connsiteX4" fmla="*/ 123184 w 1586012"/>
              <a:gd name="connsiteY4" fmla="*/ 0 h 1484491"/>
              <a:gd name="connsiteX5" fmla="*/ 1017944 w 1586012"/>
              <a:gd name="connsiteY5" fmla="*/ 4260 h 1484491"/>
              <a:gd name="connsiteX0" fmla="*/ 1586012 w 1586012"/>
              <a:gd name="connsiteY0" fmla="*/ 120833 h 891887"/>
              <a:gd name="connsiteX1" fmla="*/ 0 w 1586012"/>
              <a:gd name="connsiteY1" fmla="*/ 891887 h 891887"/>
              <a:gd name="connsiteX2" fmla="*/ 2351 w 1586012"/>
              <a:gd name="connsiteY2" fmla="*/ 120833 h 891887"/>
              <a:gd name="connsiteX3" fmla="*/ 123184 w 1586012"/>
              <a:gd name="connsiteY3" fmla="*/ 0 h 891887"/>
              <a:gd name="connsiteX4" fmla="*/ 1017944 w 1586012"/>
              <a:gd name="connsiteY4" fmla="*/ 4260 h 891887"/>
              <a:gd name="connsiteX0" fmla="*/ 0 w 1017944"/>
              <a:gd name="connsiteY0" fmla="*/ 891887 h 891887"/>
              <a:gd name="connsiteX1" fmla="*/ 2351 w 1017944"/>
              <a:gd name="connsiteY1" fmla="*/ 120833 h 891887"/>
              <a:gd name="connsiteX2" fmla="*/ 123184 w 1017944"/>
              <a:gd name="connsiteY2" fmla="*/ 0 h 891887"/>
              <a:gd name="connsiteX3" fmla="*/ 1017944 w 1017944"/>
              <a:gd name="connsiteY3" fmla="*/ 4260 h 891887"/>
            </a:gdLst>
            <a:ahLst/>
            <a:cxnLst>
              <a:cxn ang="0">
                <a:pos x="connsiteX0" y="connsiteY0"/>
              </a:cxn>
              <a:cxn ang="0">
                <a:pos x="connsiteX1" y="connsiteY1"/>
              </a:cxn>
              <a:cxn ang="0">
                <a:pos x="connsiteX2" y="connsiteY2"/>
              </a:cxn>
              <a:cxn ang="0">
                <a:pos x="connsiteX3" y="connsiteY3"/>
              </a:cxn>
            </a:cxnLst>
            <a:rect l="l" t="t" r="r" b="b"/>
            <a:pathLst>
              <a:path w="1017944" h="891887">
                <a:moveTo>
                  <a:pt x="0" y="891887"/>
                </a:moveTo>
                <a:cubicBezTo>
                  <a:pt x="784" y="634869"/>
                  <a:pt x="1567" y="377851"/>
                  <a:pt x="2351" y="120833"/>
                </a:cubicBezTo>
                <a:cubicBezTo>
                  <a:pt x="2351" y="54099"/>
                  <a:pt x="56450" y="0"/>
                  <a:pt x="123184" y="0"/>
                </a:cubicBezTo>
                <a:lnTo>
                  <a:pt x="1017944" y="4260"/>
                </a:lnTo>
              </a:path>
            </a:pathLst>
          </a:custGeom>
          <a:noFill/>
          <a:ln w="19050" cap="flat">
            <a:solidFill>
              <a:srgbClr val="FFFFFF"/>
            </a:solidFill>
            <a:prstDash val="solid"/>
            <a:miter/>
            <a:headEnd type="none" w="lg" len="med"/>
            <a:tailEnd type="triangle" w="lg" len="lg"/>
          </a:ln>
        </p:spPr>
        <p:txBody>
          <a:bodyPr rtlCol="0" anchor="ct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32" name="Rounded Rectangle 77">
            <a:extLst>
              <a:ext uri="{FF2B5EF4-FFF2-40B4-BE49-F238E27FC236}">
                <a16:creationId xmlns:a16="http://schemas.microsoft.com/office/drawing/2014/main" id="{38F1D0A2-B133-0516-60FB-B565B56B8BCD}"/>
              </a:ext>
            </a:extLst>
          </p:cNvPr>
          <p:cNvSpPr/>
          <p:nvPr/>
        </p:nvSpPr>
        <p:spPr>
          <a:xfrm rot="10800000">
            <a:off x="7753923" y="2310663"/>
            <a:ext cx="640592" cy="561264"/>
          </a:xfrm>
          <a:custGeom>
            <a:avLst/>
            <a:gdLst>
              <a:gd name="connsiteX0" fmla="*/ 0 w 1583661"/>
              <a:gd name="connsiteY0" fmla="*/ 120833 h 1583661"/>
              <a:gd name="connsiteX1" fmla="*/ 120833 w 1583661"/>
              <a:gd name="connsiteY1" fmla="*/ 0 h 1583661"/>
              <a:gd name="connsiteX2" fmla="*/ 1462828 w 1583661"/>
              <a:gd name="connsiteY2" fmla="*/ 0 h 1583661"/>
              <a:gd name="connsiteX3" fmla="*/ 1583661 w 1583661"/>
              <a:gd name="connsiteY3" fmla="*/ 120833 h 1583661"/>
              <a:gd name="connsiteX4" fmla="*/ 1583661 w 1583661"/>
              <a:gd name="connsiteY4" fmla="*/ 1462828 h 1583661"/>
              <a:gd name="connsiteX5" fmla="*/ 1462828 w 1583661"/>
              <a:gd name="connsiteY5" fmla="*/ 1583661 h 1583661"/>
              <a:gd name="connsiteX6" fmla="*/ 120833 w 1583661"/>
              <a:gd name="connsiteY6" fmla="*/ 1583661 h 1583661"/>
              <a:gd name="connsiteX7" fmla="*/ 0 w 1583661"/>
              <a:gd name="connsiteY7" fmla="*/ 1462828 h 1583661"/>
              <a:gd name="connsiteX8" fmla="*/ 0 w 1583661"/>
              <a:gd name="connsiteY8" fmla="*/ 120833 h 1583661"/>
              <a:gd name="connsiteX0" fmla="*/ 0 w 1583661"/>
              <a:gd name="connsiteY0" fmla="*/ 131438 h 1594266"/>
              <a:gd name="connsiteX1" fmla="*/ 120833 w 1583661"/>
              <a:gd name="connsiteY1" fmla="*/ 10605 h 1594266"/>
              <a:gd name="connsiteX2" fmla="*/ 1113339 w 1583661"/>
              <a:gd name="connsiteY2" fmla="*/ 0 h 1594266"/>
              <a:gd name="connsiteX3" fmla="*/ 1462828 w 1583661"/>
              <a:gd name="connsiteY3" fmla="*/ 10605 h 1594266"/>
              <a:gd name="connsiteX4" fmla="*/ 1583661 w 1583661"/>
              <a:gd name="connsiteY4" fmla="*/ 131438 h 1594266"/>
              <a:gd name="connsiteX5" fmla="*/ 1583661 w 1583661"/>
              <a:gd name="connsiteY5" fmla="*/ 1473433 h 1594266"/>
              <a:gd name="connsiteX6" fmla="*/ 1462828 w 1583661"/>
              <a:gd name="connsiteY6" fmla="*/ 1594266 h 1594266"/>
              <a:gd name="connsiteX7" fmla="*/ 120833 w 1583661"/>
              <a:gd name="connsiteY7" fmla="*/ 1594266 h 1594266"/>
              <a:gd name="connsiteX8" fmla="*/ 0 w 1583661"/>
              <a:gd name="connsiteY8" fmla="*/ 1473433 h 1594266"/>
              <a:gd name="connsiteX9" fmla="*/ 0 w 1583661"/>
              <a:gd name="connsiteY9" fmla="*/ 131438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204779 w 1583661"/>
              <a:gd name="connsiteY9" fmla="*/ 91440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015593 w 1583661"/>
              <a:gd name="connsiteY9" fmla="*/ 14865 h 1594266"/>
              <a:gd name="connsiteX0" fmla="*/ 1462828 w 1583661"/>
              <a:gd name="connsiteY0" fmla="*/ 0 h 1583661"/>
              <a:gd name="connsiteX1" fmla="*/ 1583661 w 1583661"/>
              <a:gd name="connsiteY1" fmla="*/ 120833 h 1583661"/>
              <a:gd name="connsiteX2" fmla="*/ 1583661 w 1583661"/>
              <a:gd name="connsiteY2" fmla="*/ 1462828 h 1583661"/>
              <a:gd name="connsiteX3" fmla="*/ 1462828 w 1583661"/>
              <a:gd name="connsiteY3" fmla="*/ 1583661 h 1583661"/>
              <a:gd name="connsiteX4" fmla="*/ 120833 w 1583661"/>
              <a:gd name="connsiteY4" fmla="*/ 1583661 h 1583661"/>
              <a:gd name="connsiteX5" fmla="*/ 0 w 1583661"/>
              <a:gd name="connsiteY5" fmla="*/ 1462828 h 1583661"/>
              <a:gd name="connsiteX6" fmla="*/ 0 w 1583661"/>
              <a:gd name="connsiteY6" fmla="*/ 120833 h 1583661"/>
              <a:gd name="connsiteX7" fmla="*/ 120833 w 1583661"/>
              <a:gd name="connsiteY7" fmla="*/ 0 h 1583661"/>
              <a:gd name="connsiteX8" fmla="*/ 1015593 w 1583661"/>
              <a:gd name="connsiteY8" fmla="*/ 4260 h 1583661"/>
              <a:gd name="connsiteX0" fmla="*/ 1583661 w 1583661"/>
              <a:gd name="connsiteY0" fmla="*/ 120833 h 1583661"/>
              <a:gd name="connsiteX1" fmla="*/ 1583661 w 1583661"/>
              <a:gd name="connsiteY1" fmla="*/ 1462828 h 1583661"/>
              <a:gd name="connsiteX2" fmla="*/ 1462828 w 1583661"/>
              <a:gd name="connsiteY2" fmla="*/ 1583661 h 1583661"/>
              <a:gd name="connsiteX3" fmla="*/ 120833 w 1583661"/>
              <a:gd name="connsiteY3" fmla="*/ 1583661 h 1583661"/>
              <a:gd name="connsiteX4" fmla="*/ 0 w 1583661"/>
              <a:gd name="connsiteY4" fmla="*/ 1462828 h 1583661"/>
              <a:gd name="connsiteX5" fmla="*/ 0 w 1583661"/>
              <a:gd name="connsiteY5" fmla="*/ 120833 h 1583661"/>
              <a:gd name="connsiteX6" fmla="*/ 120833 w 1583661"/>
              <a:gd name="connsiteY6" fmla="*/ 0 h 1583661"/>
              <a:gd name="connsiteX7" fmla="*/ 1015593 w 1583661"/>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123184 w 1586012"/>
              <a:gd name="connsiteY3" fmla="*/ 1583661 h 1583661"/>
              <a:gd name="connsiteX4" fmla="*/ 2351 w 1586012"/>
              <a:gd name="connsiteY4" fmla="*/ 1462828 h 1583661"/>
              <a:gd name="connsiteX5" fmla="*/ 0 w 1586012"/>
              <a:gd name="connsiteY5" fmla="*/ 891887 h 1583661"/>
              <a:gd name="connsiteX6" fmla="*/ 2351 w 1586012"/>
              <a:gd name="connsiteY6" fmla="*/ 120833 h 1583661"/>
              <a:gd name="connsiteX7" fmla="*/ 123184 w 1586012"/>
              <a:gd name="connsiteY7" fmla="*/ 0 h 1583661"/>
              <a:gd name="connsiteX8" fmla="*/ 1017944 w 1586012"/>
              <a:gd name="connsiteY8" fmla="*/ 4260 h 1583661"/>
              <a:gd name="connsiteX0" fmla="*/ 1608572 w 1608572"/>
              <a:gd name="connsiteY0" fmla="*/ 120833 h 1583661"/>
              <a:gd name="connsiteX1" fmla="*/ 1608572 w 1608572"/>
              <a:gd name="connsiteY1" fmla="*/ 1462828 h 1583661"/>
              <a:gd name="connsiteX2" fmla="*/ 1487739 w 1608572"/>
              <a:gd name="connsiteY2" fmla="*/ 1583661 h 1583661"/>
              <a:gd name="connsiteX3" fmla="*/ 145744 w 1608572"/>
              <a:gd name="connsiteY3" fmla="*/ 1583661 h 1583661"/>
              <a:gd name="connsiteX4" fmla="*/ 22560 w 1608572"/>
              <a:gd name="connsiteY4" fmla="*/ 891887 h 1583661"/>
              <a:gd name="connsiteX5" fmla="*/ 24911 w 1608572"/>
              <a:gd name="connsiteY5" fmla="*/ 120833 h 1583661"/>
              <a:gd name="connsiteX6" fmla="*/ 145744 w 1608572"/>
              <a:gd name="connsiteY6" fmla="*/ 0 h 1583661"/>
              <a:gd name="connsiteX7" fmla="*/ 1040504 w 1608572"/>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0 w 1586012"/>
              <a:gd name="connsiteY3" fmla="*/ 891887 h 1583661"/>
              <a:gd name="connsiteX4" fmla="*/ 2351 w 1586012"/>
              <a:gd name="connsiteY4" fmla="*/ 120833 h 1583661"/>
              <a:gd name="connsiteX5" fmla="*/ 123184 w 1586012"/>
              <a:gd name="connsiteY5" fmla="*/ 0 h 1583661"/>
              <a:gd name="connsiteX6" fmla="*/ 1017944 w 1586012"/>
              <a:gd name="connsiteY6" fmla="*/ 4260 h 1583661"/>
              <a:gd name="connsiteX0" fmla="*/ 1586012 w 1586012"/>
              <a:gd name="connsiteY0" fmla="*/ 120833 h 1484491"/>
              <a:gd name="connsiteX1" fmla="*/ 1586012 w 1586012"/>
              <a:gd name="connsiteY1" fmla="*/ 1462828 h 1484491"/>
              <a:gd name="connsiteX2" fmla="*/ 0 w 1586012"/>
              <a:gd name="connsiteY2" fmla="*/ 891887 h 1484491"/>
              <a:gd name="connsiteX3" fmla="*/ 2351 w 1586012"/>
              <a:gd name="connsiteY3" fmla="*/ 120833 h 1484491"/>
              <a:gd name="connsiteX4" fmla="*/ 123184 w 1586012"/>
              <a:gd name="connsiteY4" fmla="*/ 0 h 1484491"/>
              <a:gd name="connsiteX5" fmla="*/ 1017944 w 1586012"/>
              <a:gd name="connsiteY5" fmla="*/ 4260 h 1484491"/>
              <a:gd name="connsiteX0" fmla="*/ 1586012 w 1586012"/>
              <a:gd name="connsiteY0" fmla="*/ 120833 h 891887"/>
              <a:gd name="connsiteX1" fmla="*/ 0 w 1586012"/>
              <a:gd name="connsiteY1" fmla="*/ 891887 h 891887"/>
              <a:gd name="connsiteX2" fmla="*/ 2351 w 1586012"/>
              <a:gd name="connsiteY2" fmla="*/ 120833 h 891887"/>
              <a:gd name="connsiteX3" fmla="*/ 123184 w 1586012"/>
              <a:gd name="connsiteY3" fmla="*/ 0 h 891887"/>
              <a:gd name="connsiteX4" fmla="*/ 1017944 w 1586012"/>
              <a:gd name="connsiteY4" fmla="*/ 4260 h 891887"/>
              <a:gd name="connsiteX0" fmla="*/ 0 w 1017944"/>
              <a:gd name="connsiteY0" fmla="*/ 891887 h 891887"/>
              <a:gd name="connsiteX1" fmla="*/ 2351 w 1017944"/>
              <a:gd name="connsiteY1" fmla="*/ 120833 h 891887"/>
              <a:gd name="connsiteX2" fmla="*/ 123184 w 1017944"/>
              <a:gd name="connsiteY2" fmla="*/ 0 h 891887"/>
              <a:gd name="connsiteX3" fmla="*/ 1017944 w 1017944"/>
              <a:gd name="connsiteY3" fmla="*/ 4260 h 891887"/>
            </a:gdLst>
            <a:ahLst/>
            <a:cxnLst>
              <a:cxn ang="0">
                <a:pos x="connsiteX0" y="connsiteY0"/>
              </a:cxn>
              <a:cxn ang="0">
                <a:pos x="connsiteX1" y="connsiteY1"/>
              </a:cxn>
              <a:cxn ang="0">
                <a:pos x="connsiteX2" y="connsiteY2"/>
              </a:cxn>
              <a:cxn ang="0">
                <a:pos x="connsiteX3" y="connsiteY3"/>
              </a:cxn>
            </a:cxnLst>
            <a:rect l="l" t="t" r="r" b="b"/>
            <a:pathLst>
              <a:path w="1017944" h="891887">
                <a:moveTo>
                  <a:pt x="0" y="891887"/>
                </a:moveTo>
                <a:cubicBezTo>
                  <a:pt x="784" y="634869"/>
                  <a:pt x="1567" y="377851"/>
                  <a:pt x="2351" y="120833"/>
                </a:cubicBezTo>
                <a:cubicBezTo>
                  <a:pt x="2351" y="54099"/>
                  <a:pt x="56450" y="0"/>
                  <a:pt x="123184" y="0"/>
                </a:cubicBezTo>
                <a:lnTo>
                  <a:pt x="1017944" y="4260"/>
                </a:lnTo>
              </a:path>
            </a:pathLst>
          </a:custGeom>
          <a:noFill/>
          <a:ln w="19050" cap="flat">
            <a:solidFill>
              <a:srgbClr val="FFFFFF"/>
            </a:solidFill>
            <a:prstDash val="solid"/>
            <a:miter/>
            <a:headEnd type="none" w="lg" len="med"/>
            <a:tailEnd type="triangle" w="lg" len="lg"/>
          </a:ln>
        </p:spPr>
        <p:txBody>
          <a:bodyPr rtlCol="0" anchor="ct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33" name="Rounded Rectangle 77">
            <a:extLst>
              <a:ext uri="{FF2B5EF4-FFF2-40B4-BE49-F238E27FC236}">
                <a16:creationId xmlns:a16="http://schemas.microsoft.com/office/drawing/2014/main" id="{879C2141-E377-2247-DBD4-52E9B5DA5B94}"/>
              </a:ext>
            </a:extLst>
          </p:cNvPr>
          <p:cNvSpPr/>
          <p:nvPr/>
        </p:nvSpPr>
        <p:spPr>
          <a:xfrm rot="16200000">
            <a:off x="7058439" y="2267271"/>
            <a:ext cx="640592" cy="561264"/>
          </a:xfrm>
          <a:custGeom>
            <a:avLst/>
            <a:gdLst>
              <a:gd name="connsiteX0" fmla="*/ 0 w 1583661"/>
              <a:gd name="connsiteY0" fmla="*/ 120833 h 1583661"/>
              <a:gd name="connsiteX1" fmla="*/ 120833 w 1583661"/>
              <a:gd name="connsiteY1" fmla="*/ 0 h 1583661"/>
              <a:gd name="connsiteX2" fmla="*/ 1462828 w 1583661"/>
              <a:gd name="connsiteY2" fmla="*/ 0 h 1583661"/>
              <a:gd name="connsiteX3" fmla="*/ 1583661 w 1583661"/>
              <a:gd name="connsiteY3" fmla="*/ 120833 h 1583661"/>
              <a:gd name="connsiteX4" fmla="*/ 1583661 w 1583661"/>
              <a:gd name="connsiteY4" fmla="*/ 1462828 h 1583661"/>
              <a:gd name="connsiteX5" fmla="*/ 1462828 w 1583661"/>
              <a:gd name="connsiteY5" fmla="*/ 1583661 h 1583661"/>
              <a:gd name="connsiteX6" fmla="*/ 120833 w 1583661"/>
              <a:gd name="connsiteY6" fmla="*/ 1583661 h 1583661"/>
              <a:gd name="connsiteX7" fmla="*/ 0 w 1583661"/>
              <a:gd name="connsiteY7" fmla="*/ 1462828 h 1583661"/>
              <a:gd name="connsiteX8" fmla="*/ 0 w 1583661"/>
              <a:gd name="connsiteY8" fmla="*/ 120833 h 1583661"/>
              <a:gd name="connsiteX0" fmla="*/ 0 w 1583661"/>
              <a:gd name="connsiteY0" fmla="*/ 131438 h 1594266"/>
              <a:gd name="connsiteX1" fmla="*/ 120833 w 1583661"/>
              <a:gd name="connsiteY1" fmla="*/ 10605 h 1594266"/>
              <a:gd name="connsiteX2" fmla="*/ 1113339 w 1583661"/>
              <a:gd name="connsiteY2" fmla="*/ 0 h 1594266"/>
              <a:gd name="connsiteX3" fmla="*/ 1462828 w 1583661"/>
              <a:gd name="connsiteY3" fmla="*/ 10605 h 1594266"/>
              <a:gd name="connsiteX4" fmla="*/ 1583661 w 1583661"/>
              <a:gd name="connsiteY4" fmla="*/ 131438 h 1594266"/>
              <a:gd name="connsiteX5" fmla="*/ 1583661 w 1583661"/>
              <a:gd name="connsiteY5" fmla="*/ 1473433 h 1594266"/>
              <a:gd name="connsiteX6" fmla="*/ 1462828 w 1583661"/>
              <a:gd name="connsiteY6" fmla="*/ 1594266 h 1594266"/>
              <a:gd name="connsiteX7" fmla="*/ 120833 w 1583661"/>
              <a:gd name="connsiteY7" fmla="*/ 1594266 h 1594266"/>
              <a:gd name="connsiteX8" fmla="*/ 0 w 1583661"/>
              <a:gd name="connsiteY8" fmla="*/ 1473433 h 1594266"/>
              <a:gd name="connsiteX9" fmla="*/ 0 w 1583661"/>
              <a:gd name="connsiteY9" fmla="*/ 131438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204779 w 1583661"/>
              <a:gd name="connsiteY9" fmla="*/ 91440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015593 w 1583661"/>
              <a:gd name="connsiteY9" fmla="*/ 14865 h 1594266"/>
              <a:gd name="connsiteX0" fmla="*/ 1462828 w 1583661"/>
              <a:gd name="connsiteY0" fmla="*/ 0 h 1583661"/>
              <a:gd name="connsiteX1" fmla="*/ 1583661 w 1583661"/>
              <a:gd name="connsiteY1" fmla="*/ 120833 h 1583661"/>
              <a:gd name="connsiteX2" fmla="*/ 1583661 w 1583661"/>
              <a:gd name="connsiteY2" fmla="*/ 1462828 h 1583661"/>
              <a:gd name="connsiteX3" fmla="*/ 1462828 w 1583661"/>
              <a:gd name="connsiteY3" fmla="*/ 1583661 h 1583661"/>
              <a:gd name="connsiteX4" fmla="*/ 120833 w 1583661"/>
              <a:gd name="connsiteY4" fmla="*/ 1583661 h 1583661"/>
              <a:gd name="connsiteX5" fmla="*/ 0 w 1583661"/>
              <a:gd name="connsiteY5" fmla="*/ 1462828 h 1583661"/>
              <a:gd name="connsiteX6" fmla="*/ 0 w 1583661"/>
              <a:gd name="connsiteY6" fmla="*/ 120833 h 1583661"/>
              <a:gd name="connsiteX7" fmla="*/ 120833 w 1583661"/>
              <a:gd name="connsiteY7" fmla="*/ 0 h 1583661"/>
              <a:gd name="connsiteX8" fmla="*/ 1015593 w 1583661"/>
              <a:gd name="connsiteY8" fmla="*/ 4260 h 1583661"/>
              <a:gd name="connsiteX0" fmla="*/ 1583661 w 1583661"/>
              <a:gd name="connsiteY0" fmla="*/ 120833 h 1583661"/>
              <a:gd name="connsiteX1" fmla="*/ 1583661 w 1583661"/>
              <a:gd name="connsiteY1" fmla="*/ 1462828 h 1583661"/>
              <a:gd name="connsiteX2" fmla="*/ 1462828 w 1583661"/>
              <a:gd name="connsiteY2" fmla="*/ 1583661 h 1583661"/>
              <a:gd name="connsiteX3" fmla="*/ 120833 w 1583661"/>
              <a:gd name="connsiteY3" fmla="*/ 1583661 h 1583661"/>
              <a:gd name="connsiteX4" fmla="*/ 0 w 1583661"/>
              <a:gd name="connsiteY4" fmla="*/ 1462828 h 1583661"/>
              <a:gd name="connsiteX5" fmla="*/ 0 w 1583661"/>
              <a:gd name="connsiteY5" fmla="*/ 120833 h 1583661"/>
              <a:gd name="connsiteX6" fmla="*/ 120833 w 1583661"/>
              <a:gd name="connsiteY6" fmla="*/ 0 h 1583661"/>
              <a:gd name="connsiteX7" fmla="*/ 1015593 w 1583661"/>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123184 w 1586012"/>
              <a:gd name="connsiteY3" fmla="*/ 1583661 h 1583661"/>
              <a:gd name="connsiteX4" fmla="*/ 2351 w 1586012"/>
              <a:gd name="connsiteY4" fmla="*/ 1462828 h 1583661"/>
              <a:gd name="connsiteX5" fmla="*/ 0 w 1586012"/>
              <a:gd name="connsiteY5" fmla="*/ 891887 h 1583661"/>
              <a:gd name="connsiteX6" fmla="*/ 2351 w 1586012"/>
              <a:gd name="connsiteY6" fmla="*/ 120833 h 1583661"/>
              <a:gd name="connsiteX7" fmla="*/ 123184 w 1586012"/>
              <a:gd name="connsiteY7" fmla="*/ 0 h 1583661"/>
              <a:gd name="connsiteX8" fmla="*/ 1017944 w 1586012"/>
              <a:gd name="connsiteY8" fmla="*/ 4260 h 1583661"/>
              <a:gd name="connsiteX0" fmla="*/ 1608572 w 1608572"/>
              <a:gd name="connsiteY0" fmla="*/ 120833 h 1583661"/>
              <a:gd name="connsiteX1" fmla="*/ 1608572 w 1608572"/>
              <a:gd name="connsiteY1" fmla="*/ 1462828 h 1583661"/>
              <a:gd name="connsiteX2" fmla="*/ 1487739 w 1608572"/>
              <a:gd name="connsiteY2" fmla="*/ 1583661 h 1583661"/>
              <a:gd name="connsiteX3" fmla="*/ 145744 w 1608572"/>
              <a:gd name="connsiteY3" fmla="*/ 1583661 h 1583661"/>
              <a:gd name="connsiteX4" fmla="*/ 22560 w 1608572"/>
              <a:gd name="connsiteY4" fmla="*/ 891887 h 1583661"/>
              <a:gd name="connsiteX5" fmla="*/ 24911 w 1608572"/>
              <a:gd name="connsiteY5" fmla="*/ 120833 h 1583661"/>
              <a:gd name="connsiteX6" fmla="*/ 145744 w 1608572"/>
              <a:gd name="connsiteY6" fmla="*/ 0 h 1583661"/>
              <a:gd name="connsiteX7" fmla="*/ 1040504 w 1608572"/>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0 w 1586012"/>
              <a:gd name="connsiteY3" fmla="*/ 891887 h 1583661"/>
              <a:gd name="connsiteX4" fmla="*/ 2351 w 1586012"/>
              <a:gd name="connsiteY4" fmla="*/ 120833 h 1583661"/>
              <a:gd name="connsiteX5" fmla="*/ 123184 w 1586012"/>
              <a:gd name="connsiteY5" fmla="*/ 0 h 1583661"/>
              <a:gd name="connsiteX6" fmla="*/ 1017944 w 1586012"/>
              <a:gd name="connsiteY6" fmla="*/ 4260 h 1583661"/>
              <a:gd name="connsiteX0" fmla="*/ 1586012 w 1586012"/>
              <a:gd name="connsiteY0" fmla="*/ 120833 h 1484491"/>
              <a:gd name="connsiteX1" fmla="*/ 1586012 w 1586012"/>
              <a:gd name="connsiteY1" fmla="*/ 1462828 h 1484491"/>
              <a:gd name="connsiteX2" fmla="*/ 0 w 1586012"/>
              <a:gd name="connsiteY2" fmla="*/ 891887 h 1484491"/>
              <a:gd name="connsiteX3" fmla="*/ 2351 w 1586012"/>
              <a:gd name="connsiteY3" fmla="*/ 120833 h 1484491"/>
              <a:gd name="connsiteX4" fmla="*/ 123184 w 1586012"/>
              <a:gd name="connsiteY4" fmla="*/ 0 h 1484491"/>
              <a:gd name="connsiteX5" fmla="*/ 1017944 w 1586012"/>
              <a:gd name="connsiteY5" fmla="*/ 4260 h 1484491"/>
              <a:gd name="connsiteX0" fmla="*/ 1586012 w 1586012"/>
              <a:gd name="connsiteY0" fmla="*/ 120833 h 891887"/>
              <a:gd name="connsiteX1" fmla="*/ 0 w 1586012"/>
              <a:gd name="connsiteY1" fmla="*/ 891887 h 891887"/>
              <a:gd name="connsiteX2" fmla="*/ 2351 w 1586012"/>
              <a:gd name="connsiteY2" fmla="*/ 120833 h 891887"/>
              <a:gd name="connsiteX3" fmla="*/ 123184 w 1586012"/>
              <a:gd name="connsiteY3" fmla="*/ 0 h 891887"/>
              <a:gd name="connsiteX4" fmla="*/ 1017944 w 1586012"/>
              <a:gd name="connsiteY4" fmla="*/ 4260 h 891887"/>
              <a:gd name="connsiteX0" fmla="*/ 0 w 1017944"/>
              <a:gd name="connsiteY0" fmla="*/ 891887 h 891887"/>
              <a:gd name="connsiteX1" fmla="*/ 2351 w 1017944"/>
              <a:gd name="connsiteY1" fmla="*/ 120833 h 891887"/>
              <a:gd name="connsiteX2" fmla="*/ 123184 w 1017944"/>
              <a:gd name="connsiteY2" fmla="*/ 0 h 891887"/>
              <a:gd name="connsiteX3" fmla="*/ 1017944 w 1017944"/>
              <a:gd name="connsiteY3" fmla="*/ 4260 h 891887"/>
            </a:gdLst>
            <a:ahLst/>
            <a:cxnLst>
              <a:cxn ang="0">
                <a:pos x="connsiteX0" y="connsiteY0"/>
              </a:cxn>
              <a:cxn ang="0">
                <a:pos x="connsiteX1" y="connsiteY1"/>
              </a:cxn>
              <a:cxn ang="0">
                <a:pos x="connsiteX2" y="connsiteY2"/>
              </a:cxn>
              <a:cxn ang="0">
                <a:pos x="connsiteX3" y="connsiteY3"/>
              </a:cxn>
            </a:cxnLst>
            <a:rect l="l" t="t" r="r" b="b"/>
            <a:pathLst>
              <a:path w="1017944" h="891887">
                <a:moveTo>
                  <a:pt x="0" y="891887"/>
                </a:moveTo>
                <a:cubicBezTo>
                  <a:pt x="784" y="634869"/>
                  <a:pt x="1567" y="377851"/>
                  <a:pt x="2351" y="120833"/>
                </a:cubicBezTo>
                <a:cubicBezTo>
                  <a:pt x="2351" y="54099"/>
                  <a:pt x="56450" y="0"/>
                  <a:pt x="123184" y="0"/>
                </a:cubicBezTo>
                <a:lnTo>
                  <a:pt x="1017944" y="4260"/>
                </a:lnTo>
              </a:path>
            </a:pathLst>
          </a:custGeom>
          <a:noFill/>
          <a:ln w="19050" cap="flat">
            <a:solidFill>
              <a:srgbClr val="FFFFFF"/>
            </a:solidFill>
            <a:prstDash val="solid"/>
            <a:miter/>
            <a:headEnd type="none" w="lg" len="med"/>
            <a:tailEnd type="triangle" w="lg" len="lg"/>
          </a:ln>
        </p:spPr>
        <p:txBody>
          <a:bodyPr rtlCol="0" anchor="ct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34" name="Rounded Rectangle 72">
            <a:extLst>
              <a:ext uri="{FF2B5EF4-FFF2-40B4-BE49-F238E27FC236}">
                <a16:creationId xmlns:a16="http://schemas.microsoft.com/office/drawing/2014/main" id="{300C01C7-1796-E507-7FF6-C85A81D7B838}"/>
              </a:ext>
            </a:extLst>
          </p:cNvPr>
          <p:cNvSpPr/>
          <p:nvPr/>
        </p:nvSpPr>
        <p:spPr>
          <a:xfrm>
            <a:off x="571500" y="2064572"/>
            <a:ext cx="2538772" cy="1939235"/>
          </a:xfrm>
          <a:prstGeom prst="roundRect">
            <a:avLst>
              <a:gd name="adj" fmla="val 0"/>
            </a:avLst>
          </a:prstGeom>
          <a:noFill/>
          <a:ln w="19050" cap="flat" cmpd="sng" algn="ctr">
            <a:solidFill>
              <a:srgbClr val="FFFFFF"/>
            </a:solidFill>
            <a:prstDash val="solid"/>
            <a:miter lim="800000"/>
          </a:ln>
          <a:effectLst/>
        </p:spPr>
        <p:txBody>
          <a:bodyPr rtlCol="0" anchor="ctr"/>
          <a:lstStyle/>
          <a:p>
            <a:pPr marL="0" marR="0" lvl="0" indent="0" algn="ctr"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ea typeface="+mn-ea"/>
              <a:cs typeface="+mn-cs"/>
              <a:sym typeface="Ember Modern Text" panose="020B0503020204020204" pitchFamily="34" charset="0"/>
            </a:endParaRPr>
          </a:p>
        </p:txBody>
      </p:sp>
      <p:sp>
        <p:nvSpPr>
          <p:cNvPr id="35" name="Rounded Rectangle 73">
            <a:extLst>
              <a:ext uri="{FF2B5EF4-FFF2-40B4-BE49-F238E27FC236}">
                <a16:creationId xmlns:a16="http://schemas.microsoft.com/office/drawing/2014/main" id="{12B7FC33-6928-A045-A79E-B592C35E138B}"/>
              </a:ext>
            </a:extLst>
          </p:cNvPr>
          <p:cNvSpPr/>
          <p:nvPr/>
        </p:nvSpPr>
        <p:spPr>
          <a:xfrm>
            <a:off x="541288" y="4216947"/>
            <a:ext cx="2563816" cy="1775165"/>
          </a:xfrm>
          <a:prstGeom prst="roundRect">
            <a:avLst>
              <a:gd name="adj" fmla="val 0"/>
            </a:avLst>
          </a:prstGeom>
          <a:solidFill>
            <a:srgbClr val="FFFFFF">
              <a:alpha val="20000"/>
            </a:srgbClr>
          </a:solidFill>
          <a:ln w="25400" cap="flat" cmpd="sng" algn="ctr">
            <a:noFill/>
            <a:prstDash val="solid"/>
            <a:miter lim="800000"/>
          </a:ln>
          <a:effectLst/>
        </p:spPr>
        <p:txBody>
          <a:bodyPr rtlCol="0" anchor="ctr"/>
          <a:lstStyle/>
          <a:p>
            <a:pPr marL="0" marR="0" lvl="0" indent="0" algn="ctr"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ea typeface="+mn-ea"/>
              <a:cs typeface="+mn-cs"/>
              <a:sym typeface="Ember Modern Text" panose="020B0503020204020204" pitchFamily="34" charset="0"/>
            </a:endParaRPr>
          </a:p>
        </p:txBody>
      </p:sp>
      <p:sp>
        <p:nvSpPr>
          <p:cNvPr id="36" name="Rounded Rectangle 78">
            <a:extLst>
              <a:ext uri="{FF2B5EF4-FFF2-40B4-BE49-F238E27FC236}">
                <a16:creationId xmlns:a16="http://schemas.microsoft.com/office/drawing/2014/main" id="{9856054B-A171-01EB-4514-5F46FB4ED74B}"/>
              </a:ext>
            </a:extLst>
          </p:cNvPr>
          <p:cNvSpPr/>
          <p:nvPr/>
        </p:nvSpPr>
        <p:spPr>
          <a:xfrm>
            <a:off x="3523730" y="5512063"/>
            <a:ext cx="2062578" cy="469595"/>
          </a:xfrm>
          <a:prstGeom prst="roundRect">
            <a:avLst>
              <a:gd name="adj" fmla="val 0"/>
            </a:avLst>
          </a:prstGeom>
          <a:noFill/>
          <a:ln w="19050" cap="flat" cmpd="sng" algn="ctr">
            <a:solidFill>
              <a:schemeClr val="accent6"/>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endParaRPr>
          </a:p>
        </p:txBody>
      </p:sp>
      <p:sp>
        <p:nvSpPr>
          <p:cNvPr id="37" name="Rounded Rectangle 79">
            <a:extLst>
              <a:ext uri="{FF2B5EF4-FFF2-40B4-BE49-F238E27FC236}">
                <a16:creationId xmlns:a16="http://schemas.microsoft.com/office/drawing/2014/main" id="{29507923-27A7-5832-2CAF-1F405954EBEF}"/>
              </a:ext>
            </a:extLst>
          </p:cNvPr>
          <p:cNvSpPr/>
          <p:nvPr/>
        </p:nvSpPr>
        <p:spPr>
          <a:xfrm>
            <a:off x="3523730" y="4869731"/>
            <a:ext cx="2062578" cy="469595"/>
          </a:xfrm>
          <a:prstGeom prst="roundRect">
            <a:avLst>
              <a:gd name="adj" fmla="val 0"/>
            </a:avLst>
          </a:prstGeom>
          <a:noFill/>
          <a:ln w="1905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38" name="Rounded Rectangle 81">
            <a:extLst>
              <a:ext uri="{FF2B5EF4-FFF2-40B4-BE49-F238E27FC236}">
                <a16:creationId xmlns:a16="http://schemas.microsoft.com/office/drawing/2014/main" id="{CCE68A6E-5138-DB46-25E6-2F63273B80E5}"/>
              </a:ext>
            </a:extLst>
          </p:cNvPr>
          <p:cNvSpPr/>
          <p:nvPr/>
        </p:nvSpPr>
        <p:spPr>
          <a:xfrm>
            <a:off x="3523729" y="4230537"/>
            <a:ext cx="2062578" cy="469595"/>
          </a:xfrm>
          <a:prstGeom prst="roundRect">
            <a:avLst>
              <a:gd name="adj" fmla="val 0"/>
            </a:avLst>
          </a:prstGeom>
          <a:noFill/>
          <a:ln w="19050" cap="flat" cmpd="sng" algn="ctr">
            <a:solidFill>
              <a:schemeClr val="accent1"/>
            </a:solidFill>
            <a:prstDash val="solid"/>
            <a:miter lim="800000"/>
          </a:ln>
          <a:effectLst/>
        </p:spPr>
        <p:txBody>
          <a:bodyPr lIns="182880" tIns="91440" rIns="182880" bIns="91440" rtlCol="0" anchor="ctr">
            <a:norm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Ember Modern Text" panose="020B0503020204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Ember Modern Text" panose="020B0503020204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Ember Modern Text" panose="020B0503020204020204" pitchFamily="34" charset="0"/>
              <a:ea typeface="+mn-ea"/>
              <a:cs typeface="+mn-cs"/>
            </a:endParaRPr>
          </a:p>
        </p:txBody>
      </p:sp>
      <p:cxnSp>
        <p:nvCxnSpPr>
          <p:cNvPr id="41" name="Straight Connector 40">
            <a:extLst>
              <a:ext uri="{FF2B5EF4-FFF2-40B4-BE49-F238E27FC236}">
                <a16:creationId xmlns:a16="http://schemas.microsoft.com/office/drawing/2014/main" id="{66540ECA-9792-7803-3CE2-4856A4EDD04C}"/>
              </a:ext>
            </a:extLst>
          </p:cNvPr>
          <p:cNvCxnSpPr>
            <a:cxnSpLocks/>
          </p:cNvCxnSpPr>
          <p:nvPr/>
        </p:nvCxnSpPr>
        <p:spPr>
          <a:xfrm>
            <a:off x="6474538" y="2074175"/>
            <a:ext cx="0" cy="3988633"/>
          </a:xfrm>
          <a:prstGeom prst="line">
            <a:avLst/>
          </a:prstGeom>
          <a:noFill/>
          <a:ln w="25400" cap="flat" cmpd="sng" algn="ctr">
            <a:solidFill>
              <a:schemeClr val="tx1"/>
            </a:solidFill>
            <a:prstDash val="solid"/>
            <a:miter lim="800000"/>
          </a:ln>
          <a:effectLst/>
        </p:spPr>
      </p:cxnSp>
      <p:cxnSp>
        <p:nvCxnSpPr>
          <p:cNvPr id="42" name="Straight Connector 41">
            <a:extLst>
              <a:ext uri="{FF2B5EF4-FFF2-40B4-BE49-F238E27FC236}">
                <a16:creationId xmlns:a16="http://schemas.microsoft.com/office/drawing/2014/main" id="{DD180376-4D1B-528C-40B8-4508FC04164B}"/>
              </a:ext>
            </a:extLst>
          </p:cNvPr>
          <p:cNvCxnSpPr>
            <a:cxnSpLocks/>
          </p:cNvCxnSpPr>
          <p:nvPr/>
        </p:nvCxnSpPr>
        <p:spPr>
          <a:xfrm>
            <a:off x="6093538" y="2074175"/>
            <a:ext cx="0" cy="3988633"/>
          </a:xfrm>
          <a:prstGeom prst="line">
            <a:avLst/>
          </a:prstGeom>
          <a:noFill/>
          <a:ln w="25400" cap="flat" cmpd="sng" algn="ctr">
            <a:solidFill>
              <a:schemeClr val="accent1"/>
            </a:solidFill>
            <a:prstDash val="solid"/>
            <a:miter lim="800000"/>
          </a:ln>
          <a:effectLst/>
        </p:spPr>
      </p:cxnSp>
      <p:sp>
        <p:nvSpPr>
          <p:cNvPr id="43" name="Rounded Rectangle 7">
            <a:extLst>
              <a:ext uri="{FF2B5EF4-FFF2-40B4-BE49-F238E27FC236}">
                <a16:creationId xmlns:a16="http://schemas.microsoft.com/office/drawing/2014/main" id="{B18FD3A8-761B-A8E5-5C32-B284B203CC3C}"/>
              </a:ext>
            </a:extLst>
          </p:cNvPr>
          <p:cNvSpPr/>
          <p:nvPr/>
        </p:nvSpPr>
        <p:spPr>
          <a:xfrm>
            <a:off x="3523729" y="2040229"/>
            <a:ext cx="1363373" cy="352437"/>
          </a:xfrm>
          <a:prstGeom prst="roundRect">
            <a:avLst>
              <a:gd name="adj" fmla="val 0"/>
            </a:avLst>
          </a:prstGeom>
          <a:solidFill>
            <a:schemeClr val="tx1"/>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i="0" u="none" strike="noStrike" kern="0" cap="none" normalizeH="0" noProof="0" dirty="0">
                <a:ln>
                  <a:noFill/>
                </a:ln>
                <a:solidFill>
                  <a:schemeClr val="bg1"/>
                </a:solidFill>
                <a:effectLst/>
                <a:uLnTx/>
                <a:uFillTx/>
                <a:latin typeface="+mj-lt"/>
                <a:ea typeface="Ember Modern SemiMono Beta 08" panose="020B0503020204020204" pitchFamily="34" charset="0"/>
                <a:cs typeface="Ember Modern SemiMono Beta 08" panose="020B0503020204020204" pitchFamily="34" charset="0"/>
              </a:rPr>
              <a:t>Improved</a:t>
            </a:r>
          </a:p>
        </p:txBody>
      </p:sp>
      <p:sp>
        <p:nvSpPr>
          <p:cNvPr id="46" name="Rounded Rectangle 7">
            <a:extLst>
              <a:ext uri="{FF2B5EF4-FFF2-40B4-BE49-F238E27FC236}">
                <a16:creationId xmlns:a16="http://schemas.microsoft.com/office/drawing/2014/main" id="{950C43A2-2831-571B-F075-1A290A7FF023}"/>
              </a:ext>
            </a:extLst>
          </p:cNvPr>
          <p:cNvSpPr/>
          <p:nvPr/>
        </p:nvSpPr>
        <p:spPr>
          <a:xfrm>
            <a:off x="3523730" y="3374523"/>
            <a:ext cx="1095404" cy="612230"/>
          </a:xfrm>
          <a:prstGeom prst="roundRect">
            <a:avLst>
              <a:gd name="adj" fmla="val 0"/>
            </a:avLst>
          </a:prstGeom>
          <a:solidFill>
            <a:schemeClr val="accent2"/>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sz="1600" i="0" u="none" strike="noStrike" kern="0" cap="all" spc="400" normalizeH="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New</a:t>
            </a:r>
          </a:p>
        </p:txBody>
      </p:sp>
      <p:sp>
        <p:nvSpPr>
          <p:cNvPr id="48" name="Rectangle 47">
            <a:extLst>
              <a:ext uri="{FF2B5EF4-FFF2-40B4-BE49-F238E27FC236}">
                <a16:creationId xmlns:a16="http://schemas.microsoft.com/office/drawing/2014/main" id="{F91A1A03-3AF4-B199-892C-7FF5DB6EC152}"/>
              </a:ext>
            </a:extLst>
          </p:cNvPr>
          <p:cNvSpPr/>
          <p:nvPr/>
        </p:nvSpPr>
        <p:spPr>
          <a:xfrm>
            <a:off x="3523729" y="2668341"/>
            <a:ext cx="807169" cy="42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18872"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i="0" u="none" strike="noStrike" kern="0" cap="none" spc="300" normalizeH="0" baseline="0" noProof="0" dirty="0">
                <a:ln>
                  <a:noFill/>
                </a:ln>
                <a:solidFill>
                  <a:schemeClr val="bg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01</a:t>
            </a:r>
          </a:p>
        </p:txBody>
      </p:sp>
    </p:spTree>
    <p:extLst>
      <p:ext uri="{BB962C8B-B14F-4D97-AF65-F5344CB8AC3E}">
        <p14:creationId xmlns:p14="http://schemas.microsoft.com/office/powerpoint/2010/main" val="7488788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a16="http://schemas.microsoft.com/office/drawing/2014/main" xmlns:p188="http://schemas.microsoft.com/office/powerpoint/2018/8/main">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F23EAA3-9C28-F612-8405-EE8D882E79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FE78123-FD68-5917-5C03-D768DEE9C779}"/>
              </a:ext>
            </a:extLst>
          </p:cNvPr>
          <p:cNvSpPr>
            <a:spLocks noGrp="1"/>
          </p:cNvSpPr>
          <p:nvPr>
            <p:ph type="title"/>
          </p:nvPr>
        </p:nvSpPr>
        <p:spPr/>
        <p:txBody>
          <a:bodyPr/>
          <a:lstStyle/>
          <a:p>
            <a:r>
              <a:rPr lang="en-US" dirty="0"/>
              <a:t>Kit of parts</a:t>
            </a:r>
          </a:p>
        </p:txBody>
      </p:sp>
      <p:sp>
        <p:nvSpPr>
          <p:cNvPr id="5" name="TextBox 4">
            <a:extLst>
              <a:ext uri="{FF2B5EF4-FFF2-40B4-BE49-F238E27FC236}">
                <a16:creationId xmlns:a16="http://schemas.microsoft.com/office/drawing/2014/main" id="{A72CF4A4-AD10-668A-A417-7F2F12A41134}"/>
              </a:ext>
            </a:extLst>
          </p:cNvPr>
          <p:cNvSpPr txBox="1"/>
          <p:nvPr/>
        </p:nvSpPr>
        <p:spPr>
          <a:xfrm>
            <a:off x="6788565" y="1036230"/>
            <a:ext cx="1862899" cy="276999"/>
          </a:xfrm>
          <a:prstGeom prst="rect">
            <a:avLst/>
          </a:prstGeom>
          <a:noFill/>
        </p:spPr>
        <p:txBody>
          <a:bodyPr wrap="square">
            <a:spAutoFit/>
          </a:bodyPr>
          <a:lstStyle/>
          <a:p>
            <a:pPr algn="ctr" defTabSz="1904061">
              <a:buFont typeface="Ember Modern Text" panose="020B0503020204020204" pitchFamily="34" charset="0"/>
              <a:buNone/>
            </a:pPr>
            <a:r>
              <a:rPr lang="en-US" sz="1200" spc="178" dirty="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CORNER ARROWS</a:t>
            </a:r>
          </a:p>
        </p:txBody>
      </p:sp>
      <p:sp>
        <p:nvSpPr>
          <p:cNvPr id="6" name="TextBox 5">
            <a:extLst>
              <a:ext uri="{FF2B5EF4-FFF2-40B4-BE49-F238E27FC236}">
                <a16:creationId xmlns:a16="http://schemas.microsoft.com/office/drawing/2014/main" id="{7B05F3C0-EFE5-EC9B-C196-32770B046E30}"/>
              </a:ext>
            </a:extLst>
          </p:cNvPr>
          <p:cNvSpPr txBox="1"/>
          <p:nvPr/>
        </p:nvSpPr>
        <p:spPr>
          <a:xfrm>
            <a:off x="9012774" y="1036230"/>
            <a:ext cx="2859871" cy="276999"/>
          </a:xfrm>
          <a:prstGeom prst="rect">
            <a:avLst/>
          </a:prstGeom>
          <a:noFill/>
        </p:spPr>
        <p:txBody>
          <a:bodyPr wrap="square">
            <a:spAutoFit/>
          </a:bodyPr>
          <a:lstStyle/>
          <a:p>
            <a:pPr algn="ctr" defTabSz="1904061">
              <a:buFont typeface="Ember Modern Text" panose="020B0503020204020204" pitchFamily="34" charset="0"/>
              <a:buNone/>
            </a:pPr>
            <a:r>
              <a:rPr lang="en-US" sz="1200" spc="178">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VERTICAL CONNECTORS</a:t>
            </a:r>
          </a:p>
        </p:txBody>
      </p:sp>
      <p:sp>
        <p:nvSpPr>
          <p:cNvPr id="7" name="TextBox 6">
            <a:extLst>
              <a:ext uri="{FF2B5EF4-FFF2-40B4-BE49-F238E27FC236}">
                <a16:creationId xmlns:a16="http://schemas.microsoft.com/office/drawing/2014/main" id="{77FA4006-EC44-C957-931B-393F904083B2}"/>
              </a:ext>
            </a:extLst>
          </p:cNvPr>
          <p:cNvSpPr txBox="1"/>
          <p:nvPr/>
        </p:nvSpPr>
        <p:spPr>
          <a:xfrm>
            <a:off x="9012774" y="3379071"/>
            <a:ext cx="2859869" cy="276999"/>
          </a:xfrm>
          <a:prstGeom prst="rect">
            <a:avLst/>
          </a:prstGeom>
          <a:noFill/>
        </p:spPr>
        <p:txBody>
          <a:bodyPr wrap="square">
            <a:spAutoFit/>
          </a:bodyPr>
          <a:lstStyle/>
          <a:p>
            <a:pPr algn="ctr" defTabSz="1904061">
              <a:buFont typeface="Ember Modern Text" panose="020B0503020204020204" pitchFamily="34" charset="0"/>
              <a:buNone/>
            </a:pPr>
            <a:r>
              <a:rPr lang="en-US" sz="1200" spc="178" dirty="0">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HORIZONTAL CONNECTORS</a:t>
            </a:r>
          </a:p>
        </p:txBody>
      </p:sp>
      <p:sp>
        <p:nvSpPr>
          <p:cNvPr id="8" name="Graphic 80">
            <a:extLst>
              <a:ext uri="{FF2B5EF4-FFF2-40B4-BE49-F238E27FC236}">
                <a16:creationId xmlns:a16="http://schemas.microsoft.com/office/drawing/2014/main" id="{90CBE011-08EB-6E38-FE4E-65FECBD4D0B8}"/>
              </a:ext>
            </a:extLst>
          </p:cNvPr>
          <p:cNvSpPr/>
          <p:nvPr/>
        </p:nvSpPr>
        <p:spPr>
          <a:xfrm>
            <a:off x="7207745" y="5035408"/>
            <a:ext cx="1144593" cy="561075"/>
          </a:xfrm>
          <a:custGeom>
            <a:avLst/>
            <a:gdLst>
              <a:gd name="connsiteX0" fmla="*/ 0 w 642747"/>
              <a:gd name="connsiteY0" fmla="*/ 315072 h 315072"/>
              <a:gd name="connsiteX1" fmla="*/ 321374 w 642747"/>
              <a:gd name="connsiteY1" fmla="*/ 0 h 315072"/>
              <a:gd name="connsiteX2" fmla="*/ 642747 w 642747"/>
              <a:gd name="connsiteY2" fmla="*/ 315072 h 315072"/>
            </a:gdLst>
            <a:ahLst/>
            <a:cxnLst>
              <a:cxn ang="0">
                <a:pos x="connsiteX0" y="connsiteY0"/>
              </a:cxn>
              <a:cxn ang="0">
                <a:pos x="connsiteX1" y="connsiteY1"/>
              </a:cxn>
              <a:cxn ang="0">
                <a:pos x="connsiteX2" y="connsiteY2"/>
              </a:cxn>
            </a:cxnLst>
            <a:rect l="l" t="t" r="r" b="b"/>
            <a:pathLst>
              <a:path w="642747" h="315072">
                <a:moveTo>
                  <a:pt x="0" y="315072"/>
                </a:moveTo>
                <a:cubicBezTo>
                  <a:pt x="0" y="141101"/>
                  <a:pt x="143923" y="0"/>
                  <a:pt x="321374" y="0"/>
                </a:cubicBezTo>
                <a:cubicBezTo>
                  <a:pt x="498824" y="0"/>
                  <a:pt x="642747" y="141101"/>
                  <a:pt x="642747" y="315072"/>
                </a:cubicBezTo>
              </a:path>
            </a:pathLst>
          </a:custGeom>
          <a:noFill/>
          <a:ln w="19050" cap="flat">
            <a:solidFill>
              <a:schemeClr val="tx1"/>
            </a:solidFill>
            <a:prstDash val="solid"/>
            <a:miter/>
            <a:headEnd type="triangle" w="lg" len="lg"/>
            <a:tailEnd w="lg" len="lg"/>
          </a:ln>
        </p:spPr>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9" name="Graphic 80">
            <a:extLst>
              <a:ext uri="{FF2B5EF4-FFF2-40B4-BE49-F238E27FC236}">
                <a16:creationId xmlns:a16="http://schemas.microsoft.com/office/drawing/2014/main" id="{9BB17AA5-76CF-2DBE-A411-20F230987A97}"/>
              </a:ext>
            </a:extLst>
          </p:cNvPr>
          <p:cNvSpPr/>
          <p:nvPr/>
        </p:nvSpPr>
        <p:spPr>
          <a:xfrm rot="10800000">
            <a:off x="7207745" y="5678276"/>
            <a:ext cx="1144593" cy="561075"/>
          </a:xfrm>
          <a:custGeom>
            <a:avLst/>
            <a:gdLst>
              <a:gd name="connsiteX0" fmla="*/ 0 w 642747"/>
              <a:gd name="connsiteY0" fmla="*/ 315072 h 315072"/>
              <a:gd name="connsiteX1" fmla="*/ 321374 w 642747"/>
              <a:gd name="connsiteY1" fmla="*/ 0 h 315072"/>
              <a:gd name="connsiteX2" fmla="*/ 642747 w 642747"/>
              <a:gd name="connsiteY2" fmla="*/ 315072 h 315072"/>
            </a:gdLst>
            <a:ahLst/>
            <a:cxnLst>
              <a:cxn ang="0">
                <a:pos x="connsiteX0" y="connsiteY0"/>
              </a:cxn>
              <a:cxn ang="0">
                <a:pos x="connsiteX1" y="connsiteY1"/>
              </a:cxn>
              <a:cxn ang="0">
                <a:pos x="connsiteX2" y="connsiteY2"/>
              </a:cxn>
            </a:cxnLst>
            <a:rect l="l" t="t" r="r" b="b"/>
            <a:pathLst>
              <a:path w="642747" h="315072">
                <a:moveTo>
                  <a:pt x="0" y="315072"/>
                </a:moveTo>
                <a:cubicBezTo>
                  <a:pt x="0" y="141101"/>
                  <a:pt x="143923" y="0"/>
                  <a:pt x="321374" y="0"/>
                </a:cubicBezTo>
                <a:cubicBezTo>
                  <a:pt x="498824" y="0"/>
                  <a:pt x="642747" y="141101"/>
                  <a:pt x="642747" y="315072"/>
                </a:cubicBezTo>
              </a:path>
            </a:pathLst>
          </a:custGeom>
          <a:noFill/>
          <a:ln w="19050" cap="flat">
            <a:solidFill>
              <a:schemeClr val="tx1"/>
            </a:solidFill>
            <a:prstDash val="solid"/>
            <a:miter/>
            <a:headEnd type="triangle" w="lg" len="lg"/>
            <a:tailEnd w="lg" len="lg"/>
          </a:ln>
        </p:spPr>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10" name="Graphic 85">
            <a:extLst>
              <a:ext uri="{FF2B5EF4-FFF2-40B4-BE49-F238E27FC236}">
                <a16:creationId xmlns:a16="http://schemas.microsoft.com/office/drawing/2014/main" id="{BB0F5C1F-2ECA-CD97-9319-299C10D67DCF}"/>
              </a:ext>
            </a:extLst>
          </p:cNvPr>
          <p:cNvSpPr/>
          <p:nvPr/>
        </p:nvSpPr>
        <p:spPr>
          <a:xfrm>
            <a:off x="7155614" y="3355284"/>
            <a:ext cx="492137" cy="581872"/>
          </a:xfrm>
          <a:custGeom>
            <a:avLst/>
            <a:gdLst>
              <a:gd name="connsiteX0" fmla="*/ 0 w 1000154"/>
              <a:gd name="connsiteY0" fmla="*/ 1182520 h 1182519"/>
              <a:gd name="connsiteX1" fmla="*/ 1000155 w 1000154"/>
              <a:gd name="connsiteY1" fmla="*/ 0 h 1182519"/>
            </a:gdLst>
            <a:ahLst/>
            <a:cxnLst>
              <a:cxn ang="0">
                <a:pos x="connsiteX0" y="connsiteY0"/>
              </a:cxn>
              <a:cxn ang="0">
                <a:pos x="connsiteX1" y="connsiteY1"/>
              </a:cxn>
            </a:cxnLst>
            <a:rect l="l" t="t" r="r" b="b"/>
            <a:pathLst>
              <a:path w="1000154" h="1182519">
                <a:moveTo>
                  <a:pt x="0" y="1182520"/>
                </a:moveTo>
                <a:cubicBezTo>
                  <a:pt x="0" y="583462"/>
                  <a:pt x="433924" y="87200"/>
                  <a:pt x="1000155" y="0"/>
                </a:cubicBezTo>
              </a:path>
            </a:pathLst>
          </a:custGeom>
          <a:noFill/>
          <a:ln w="19050" cap="flat">
            <a:solidFill>
              <a:schemeClr val="tx1"/>
            </a:solidFill>
            <a:prstDash val="solid"/>
            <a:miter/>
            <a:headEnd type="triangle" w="lg" len="lg"/>
            <a:tailEnd w="lg" len="lg"/>
          </a:ln>
        </p:spPr>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11" name="Graphic 85">
            <a:extLst>
              <a:ext uri="{FF2B5EF4-FFF2-40B4-BE49-F238E27FC236}">
                <a16:creationId xmlns:a16="http://schemas.microsoft.com/office/drawing/2014/main" id="{C36C2650-FE5E-7CF1-1816-52F0B46D7614}"/>
              </a:ext>
            </a:extLst>
          </p:cNvPr>
          <p:cNvSpPr/>
          <p:nvPr/>
        </p:nvSpPr>
        <p:spPr>
          <a:xfrm rot="5400000">
            <a:off x="7815333" y="3309430"/>
            <a:ext cx="492137" cy="581872"/>
          </a:xfrm>
          <a:custGeom>
            <a:avLst/>
            <a:gdLst>
              <a:gd name="connsiteX0" fmla="*/ 0 w 1000154"/>
              <a:gd name="connsiteY0" fmla="*/ 1182520 h 1182519"/>
              <a:gd name="connsiteX1" fmla="*/ 1000155 w 1000154"/>
              <a:gd name="connsiteY1" fmla="*/ 0 h 1182519"/>
            </a:gdLst>
            <a:ahLst/>
            <a:cxnLst>
              <a:cxn ang="0">
                <a:pos x="connsiteX0" y="connsiteY0"/>
              </a:cxn>
              <a:cxn ang="0">
                <a:pos x="connsiteX1" y="connsiteY1"/>
              </a:cxn>
            </a:cxnLst>
            <a:rect l="l" t="t" r="r" b="b"/>
            <a:pathLst>
              <a:path w="1000154" h="1182519">
                <a:moveTo>
                  <a:pt x="0" y="1182520"/>
                </a:moveTo>
                <a:cubicBezTo>
                  <a:pt x="0" y="583462"/>
                  <a:pt x="433924" y="87200"/>
                  <a:pt x="1000155" y="0"/>
                </a:cubicBezTo>
              </a:path>
            </a:pathLst>
          </a:custGeom>
          <a:noFill/>
          <a:ln w="19050" cap="flat">
            <a:solidFill>
              <a:schemeClr val="tx1"/>
            </a:solidFill>
            <a:prstDash val="solid"/>
            <a:miter/>
            <a:headEnd type="triangle" w="lg" len="lg"/>
            <a:tailEnd w="lg" len="lg"/>
          </a:ln>
        </p:spPr>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12" name="Graphic 85">
            <a:extLst>
              <a:ext uri="{FF2B5EF4-FFF2-40B4-BE49-F238E27FC236}">
                <a16:creationId xmlns:a16="http://schemas.microsoft.com/office/drawing/2014/main" id="{12FA3918-0226-7290-78E9-E7BC8E087291}"/>
              </a:ext>
            </a:extLst>
          </p:cNvPr>
          <p:cNvSpPr/>
          <p:nvPr/>
        </p:nvSpPr>
        <p:spPr>
          <a:xfrm rot="10800000">
            <a:off x="7860201" y="3969840"/>
            <a:ext cx="492137" cy="581872"/>
          </a:xfrm>
          <a:custGeom>
            <a:avLst/>
            <a:gdLst>
              <a:gd name="connsiteX0" fmla="*/ 0 w 1000154"/>
              <a:gd name="connsiteY0" fmla="*/ 1182520 h 1182519"/>
              <a:gd name="connsiteX1" fmla="*/ 1000155 w 1000154"/>
              <a:gd name="connsiteY1" fmla="*/ 0 h 1182519"/>
            </a:gdLst>
            <a:ahLst/>
            <a:cxnLst>
              <a:cxn ang="0">
                <a:pos x="connsiteX0" y="connsiteY0"/>
              </a:cxn>
              <a:cxn ang="0">
                <a:pos x="connsiteX1" y="connsiteY1"/>
              </a:cxn>
            </a:cxnLst>
            <a:rect l="l" t="t" r="r" b="b"/>
            <a:pathLst>
              <a:path w="1000154" h="1182519">
                <a:moveTo>
                  <a:pt x="0" y="1182520"/>
                </a:moveTo>
                <a:cubicBezTo>
                  <a:pt x="0" y="583462"/>
                  <a:pt x="433924" y="87200"/>
                  <a:pt x="1000155" y="0"/>
                </a:cubicBezTo>
              </a:path>
            </a:pathLst>
          </a:custGeom>
          <a:noFill/>
          <a:ln w="19050" cap="flat">
            <a:solidFill>
              <a:schemeClr val="tx1"/>
            </a:solidFill>
            <a:prstDash val="solid"/>
            <a:miter/>
            <a:headEnd type="triangle" w="lg" len="lg"/>
            <a:tailEnd w="lg" len="lg"/>
          </a:ln>
        </p:spPr>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13" name="Graphic 85">
            <a:extLst>
              <a:ext uri="{FF2B5EF4-FFF2-40B4-BE49-F238E27FC236}">
                <a16:creationId xmlns:a16="http://schemas.microsoft.com/office/drawing/2014/main" id="{1942D7EA-C303-B6FE-190F-4C92A2CFEF16}"/>
              </a:ext>
            </a:extLst>
          </p:cNvPr>
          <p:cNvSpPr/>
          <p:nvPr/>
        </p:nvSpPr>
        <p:spPr>
          <a:xfrm rot="16200000">
            <a:off x="7200481" y="4014708"/>
            <a:ext cx="492137" cy="581872"/>
          </a:xfrm>
          <a:custGeom>
            <a:avLst/>
            <a:gdLst>
              <a:gd name="connsiteX0" fmla="*/ 0 w 1000154"/>
              <a:gd name="connsiteY0" fmla="*/ 1182520 h 1182519"/>
              <a:gd name="connsiteX1" fmla="*/ 1000155 w 1000154"/>
              <a:gd name="connsiteY1" fmla="*/ 0 h 1182519"/>
            </a:gdLst>
            <a:ahLst/>
            <a:cxnLst>
              <a:cxn ang="0">
                <a:pos x="connsiteX0" y="connsiteY0"/>
              </a:cxn>
              <a:cxn ang="0">
                <a:pos x="connsiteX1" y="connsiteY1"/>
              </a:cxn>
            </a:cxnLst>
            <a:rect l="l" t="t" r="r" b="b"/>
            <a:pathLst>
              <a:path w="1000154" h="1182519">
                <a:moveTo>
                  <a:pt x="0" y="1182520"/>
                </a:moveTo>
                <a:cubicBezTo>
                  <a:pt x="0" y="583462"/>
                  <a:pt x="433924" y="87200"/>
                  <a:pt x="1000155" y="0"/>
                </a:cubicBezTo>
              </a:path>
            </a:pathLst>
          </a:custGeom>
          <a:noFill/>
          <a:ln w="19050" cap="flat">
            <a:solidFill>
              <a:schemeClr val="tx1"/>
            </a:solidFill>
            <a:prstDash val="solid"/>
            <a:miter/>
            <a:headEnd type="triangle" w="lg" len="lg"/>
            <a:tailEnd w="lg" len="lg"/>
          </a:ln>
        </p:spPr>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cxnSp>
        <p:nvCxnSpPr>
          <p:cNvPr id="14" name="Straight Connector 13">
            <a:extLst>
              <a:ext uri="{FF2B5EF4-FFF2-40B4-BE49-F238E27FC236}">
                <a16:creationId xmlns:a16="http://schemas.microsoft.com/office/drawing/2014/main" id="{BD8A9217-3DA4-04F0-FEC5-00F3535FF6EB}"/>
              </a:ext>
            </a:extLst>
          </p:cNvPr>
          <p:cNvCxnSpPr>
            <a:cxnSpLocks/>
          </p:cNvCxnSpPr>
          <p:nvPr/>
        </p:nvCxnSpPr>
        <p:spPr>
          <a:xfrm flipV="1">
            <a:off x="9617819" y="1571232"/>
            <a:ext cx="0" cy="494833"/>
          </a:xfrm>
          <a:prstGeom prst="line">
            <a:avLst/>
          </a:prstGeom>
          <a:noFill/>
          <a:ln w="19050" cap="flat">
            <a:solidFill>
              <a:schemeClr val="tx1"/>
            </a:solidFill>
            <a:prstDash val="solid"/>
            <a:miter/>
            <a:headEnd type="triangle" w="lg" len="lg"/>
            <a:tailEnd w="lg" len="med"/>
          </a:ln>
        </p:spPr>
      </p:cxnSp>
      <p:cxnSp>
        <p:nvCxnSpPr>
          <p:cNvPr id="15" name="Straight Connector 14">
            <a:extLst>
              <a:ext uri="{FF2B5EF4-FFF2-40B4-BE49-F238E27FC236}">
                <a16:creationId xmlns:a16="http://schemas.microsoft.com/office/drawing/2014/main" id="{EC21267E-1B97-69A3-FB9A-5648C0B08614}"/>
              </a:ext>
            </a:extLst>
          </p:cNvPr>
          <p:cNvCxnSpPr>
            <a:cxnSpLocks/>
          </p:cNvCxnSpPr>
          <p:nvPr/>
        </p:nvCxnSpPr>
        <p:spPr>
          <a:xfrm>
            <a:off x="10129204" y="1571232"/>
            <a:ext cx="0" cy="494833"/>
          </a:xfrm>
          <a:prstGeom prst="line">
            <a:avLst/>
          </a:prstGeom>
          <a:noFill/>
          <a:ln w="19050" cap="flat">
            <a:solidFill>
              <a:schemeClr val="tx1"/>
            </a:solidFill>
            <a:prstDash val="solid"/>
            <a:miter/>
            <a:headEnd type="triangle" w="lg" len="lg"/>
            <a:tailEnd w="lg" len="med"/>
          </a:ln>
        </p:spPr>
      </p:cxnSp>
      <p:cxnSp>
        <p:nvCxnSpPr>
          <p:cNvPr id="16" name="Straight Connector 15">
            <a:extLst>
              <a:ext uri="{FF2B5EF4-FFF2-40B4-BE49-F238E27FC236}">
                <a16:creationId xmlns:a16="http://schemas.microsoft.com/office/drawing/2014/main" id="{91ACBC7C-309C-0ED8-5203-0C9007BE4E1D}"/>
              </a:ext>
            </a:extLst>
          </p:cNvPr>
          <p:cNvCxnSpPr>
            <a:cxnSpLocks/>
          </p:cNvCxnSpPr>
          <p:nvPr/>
        </p:nvCxnSpPr>
        <p:spPr>
          <a:xfrm>
            <a:off x="10640589" y="1579342"/>
            <a:ext cx="0" cy="494833"/>
          </a:xfrm>
          <a:prstGeom prst="line">
            <a:avLst/>
          </a:prstGeom>
          <a:noFill/>
          <a:ln w="19050" cap="flat" cmpd="sng" algn="ctr">
            <a:solidFill>
              <a:schemeClr val="tx1"/>
            </a:solidFill>
            <a:prstDash val="solid"/>
            <a:miter lim="800000"/>
            <a:headEnd w="lg" len="med"/>
            <a:tailEnd w="lg" len="med"/>
          </a:ln>
          <a:effectLst/>
        </p:spPr>
      </p:cxnSp>
      <p:cxnSp>
        <p:nvCxnSpPr>
          <p:cNvPr id="17" name="Straight Connector 16">
            <a:extLst>
              <a:ext uri="{FF2B5EF4-FFF2-40B4-BE49-F238E27FC236}">
                <a16:creationId xmlns:a16="http://schemas.microsoft.com/office/drawing/2014/main" id="{A459D427-4C34-6863-84BD-A6FB8B12561C}"/>
              </a:ext>
            </a:extLst>
          </p:cNvPr>
          <p:cNvCxnSpPr>
            <a:cxnSpLocks/>
          </p:cNvCxnSpPr>
          <p:nvPr/>
        </p:nvCxnSpPr>
        <p:spPr>
          <a:xfrm>
            <a:off x="11151974" y="1579342"/>
            <a:ext cx="0" cy="494833"/>
          </a:xfrm>
          <a:prstGeom prst="line">
            <a:avLst/>
          </a:prstGeom>
          <a:noFill/>
          <a:ln w="19050" cap="rnd" cmpd="sng" algn="ctr">
            <a:solidFill>
              <a:schemeClr val="tx1"/>
            </a:solidFill>
            <a:prstDash val="sysDash"/>
            <a:miter lim="800000"/>
            <a:headEnd w="lg" len="med"/>
            <a:tailEnd type="none" w="lg" len="med"/>
          </a:ln>
          <a:effectLst/>
        </p:spPr>
      </p:cxnSp>
      <p:cxnSp>
        <p:nvCxnSpPr>
          <p:cNvPr id="18" name="Straight Connector 17">
            <a:extLst>
              <a:ext uri="{FF2B5EF4-FFF2-40B4-BE49-F238E27FC236}">
                <a16:creationId xmlns:a16="http://schemas.microsoft.com/office/drawing/2014/main" id="{93FB8AF1-FF28-3232-5B28-8BD408618904}"/>
              </a:ext>
            </a:extLst>
          </p:cNvPr>
          <p:cNvCxnSpPr>
            <a:cxnSpLocks/>
          </p:cNvCxnSpPr>
          <p:nvPr/>
        </p:nvCxnSpPr>
        <p:spPr>
          <a:xfrm flipV="1">
            <a:off x="9617819" y="2335742"/>
            <a:ext cx="0" cy="494833"/>
          </a:xfrm>
          <a:prstGeom prst="line">
            <a:avLst/>
          </a:prstGeom>
          <a:solidFill>
            <a:srgbClr val="FFFFFF"/>
          </a:solidFill>
          <a:ln w="19050" cap="flat" cmpd="sng" algn="ctr">
            <a:solidFill>
              <a:schemeClr val="tx1"/>
            </a:solidFill>
            <a:prstDash val="solid"/>
            <a:miter lim="800000"/>
            <a:headEnd type="triangle" w="lg" len="lg"/>
            <a:tailEnd w="lg" len="med"/>
          </a:ln>
          <a:effectLst/>
        </p:spPr>
      </p:cxnSp>
      <p:cxnSp>
        <p:nvCxnSpPr>
          <p:cNvPr id="19" name="Straight Connector 18">
            <a:extLst>
              <a:ext uri="{FF2B5EF4-FFF2-40B4-BE49-F238E27FC236}">
                <a16:creationId xmlns:a16="http://schemas.microsoft.com/office/drawing/2014/main" id="{1D620CB1-1732-6562-9AE4-D42ECC9974FA}"/>
              </a:ext>
            </a:extLst>
          </p:cNvPr>
          <p:cNvCxnSpPr>
            <a:cxnSpLocks/>
          </p:cNvCxnSpPr>
          <p:nvPr/>
        </p:nvCxnSpPr>
        <p:spPr>
          <a:xfrm>
            <a:off x="10129204" y="2335742"/>
            <a:ext cx="0" cy="494833"/>
          </a:xfrm>
          <a:prstGeom prst="line">
            <a:avLst/>
          </a:prstGeom>
          <a:solidFill>
            <a:srgbClr val="FFFFFF"/>
          </a:solidFill>
          <a:ln w="19050" cap="flat" cmpd="sng" algn="ctr">
            <a:solidFill>
              <a:schemeClr val="tx1"/>
            </a:solidFill>
            <a:prstDash val="solid"/>
            <a:miter lim="800000"/>
            <a:headEnd type="triangle" w="lg" len="lg"/>
            <a:tailEnd w="lg" len="med"/>
          </a:ln>
          <a:effectLst/>
        </p:spPr>
      </p:cxnSp>
      <p:cxnSp>
        <p:nvCxnSpPr>
          <p:cNvPr id="20" name="Straight Connector 19">
            <a:extLst>
              <a:ext uri="{FF2B5EF4-FFF2-40B4-BE49-F238E27FC236}">
                <a16:creationId xmlns:a16="http://schemas.microsoft.com/office/drawing/2014/main" id="{53400DC4-1C3C-5960-ACA5-A0133B4F63F0}"/>
              </a:ext>
            </a:extLst>
          </p:cNvPr>
          <p:cNvCxnSpPr>
            <a:cxnSpLocks/>
          </p:cNvCxnSpPr>
          <p:nvPr/>
        </p:nvCxnSpPr>
        <p:spPr>
          <a:xfrm>
            <a:off x="10640589" y="2343851"/>
            <a:ext cx="0" cy="494833"/>
          </a:xfrm>
          <a:prstGeom prst="line">
            <a:avLst/>
          </a:prstGeom>
          <a:solidFill>
            <a:srgbClr val="FFFFFF"/>
          </a:solidFill>
          <a:ln w="19050" cap="flat" cmpd="sng" algn="ctr">
            <a:solidFill>
              <a:schemeClr val="tx1"/>
            </a:solidFill>
            <a:prstDash val="solid"/>
            <a:miter lim="800000"/>
            <a:headEnd w="lg" len="med"/>
            <a:tailEnd w="lg" len="med"/>
          </a:ln>
          <a:effectLst/>
        </p:spPr>
      </p:cxnSp>
      <p:cxnSp>
        <p:nvCxnSpPr>
          <p:cNvPr id="21" name="Straight Connector 20">
            <a:extLst>
              <a:ext uri="{FF2B5EF4-FFF2-40B4-BE49-F238E27FC236}">
                <a16:creationId xmlns:a16="http://schemas.microsoft.com/office/drawing/2014/main" id="{BF1344E5-3A9E-A264-D99F-268EA93992B2}"/>
              </a:ext>
            </a:extLst>
          </p:cNvPr>
          <p:cNvCxnSpPr>
            <a:cxnSpLocks/>
          </p:cNvCxnSpPr>
          <p:nvPr/>
        </p:nvCxnSpPr>
        <p:spPr>
          <a:xfrm>
            <a:off x="11151974" y="2343851"/>
            <a:ext cx="0" cy="494833"/>
          </a:xfrm>
          <a:prstGeom prst="line">
            <a:avLst/>
          </a:prstGeom>
          <a:noFill/>
          <a:ln w="19050" cap="rnd" cmpd="sng" algn="ctr">
            <a:solidFill>
              <a:schemeClr val="tx1"/>
            </a:solidFill>
            <a:prstDash val="sysDash"/>
            <a:miter lim="800000"/>
            <a:headEnd w="lg" len="med"/>
            <a:tailEnd type="none" w="lg" len="med"/>
          </a:ln>
          <a:effectLst/>
        </p:spPr>
      </p:cxnSp>
      <p:cxnSp>
        <p:nvCxnSpPr>
          <p:cNvPr id="22" name="Straight Connector 21">
            <a:extLst>
              <a:ext uri="{FF2B5EF4-FFF2-40B4-BE49-F238E27FC236}">
                <a16:creationId xmlns:a16="http://schemas.microsoft.com/office/drawing/2014/main" id="{EFE59B0D-04E2-4CEC-1FC6-A948EA066618}"/>
              </a:ext>
            </a:extLst>
          </p:cNvPr>
          <p:cNvCxnSpPr>
            <a:cxnSpLocks/>
          </p:cNvCxnSpPr>
          <p:nvPr/>
        </p:nvCxnSpPr>
        <p:spPr>
          <a:xfrm rot="16200000" flipV="1">
            <a:off x="9844266" y="4643977"/>
            <a:ext cx="0" cy="837836"/>
          </a:xfrm>
          <a:prstGeom prst="line">
            <a:avLst/>
          </a:prstGeom>
          <a:noFill/>
          <a:ln w="19050" cap="flat">
            <a:solidFill>
              <a:schemeClr val="tx1"/>
            </a:solidFill>
            <a:prstDash val="solid"/>
            <a:miter/>
            <a:headEnd type="triangle" w="lg" len="lg"/>
          </a:ln>
        </p:spPr>
      </p:cxnSp>
      <p:cxnSp>
        <p:nvCxnSpPr>
          <p:cNvPr id="23" name="Straight Connector 22">
            <a:extLst>
              <a:ext uri="{FF2B5EF4-FFF2-40B4-BE49-F238E27FC236}">
                <a16:creationId xmlns:a16="http://schemas.microsoft.com/office/drawing/2014/main" id="{43BF1977-EDD7-7030-EA82-8FC5066CEC1B}"/>
              </a:ext>
            </a:extLst>
          </p:cNvPr>
          <p:cNvCxnSpPr>
            <a:cxnSpLocks/>
          </p:cNvCxnSpPr>
          <p:nvPr/>
        </p:nvCxnSpPr>
        <p:spPr>
          <a:xfrm rot="16200000">
            <a:off x="9844266" y="4292270"/>
            <a:ext cx="0" cy="837836"/>
          </a:xfrm>
          <a:prstGeom prst="line">
            <a:avLst/>
          </a:prstGeom>
          <a:noFill/>
          <a:ln w="19050" cap="flat">
            <a:solidFill>
              <a:schemeClr val="tx1"/>
            </a:solidFill>
            <a:prstDash val="solid"/>
            <a:miter/>
            <a:headEnd type="triangle" w="lg" len="lg"/>
          </a:ln>
        </p:spPr>
      </p:cxnSp>
      <p:cxnSp>
        <p:nvCxnSpPr>
          <p:cNvPr id="24" name="Straight Connector 23">
            <a:extLst>
              <a:ext uri="{FF2B5EF4-FFF2-40B4-BE49-F238E27FC236}">
                <a16:creationId xmlns:a16="http://schemas.microsoft.com/office/drawing/2014/main" id="{EECCBCDE-D200-C7D4-79DE-B52894AEFBB4}"/>
              </a:ext>
            </a:extLst>
          </p:cNvPr>
          <p:cNvCxnSpPr>
            <a:cxnSpLocks/>
          </p:cNvCxnSpPr>
          <p:nvPr/>
        </p:nvCxnSpPr>
        <p:spPr>
          <a:xfrm rot="16200000">
            <a:off x="9852376" y="3940564"/>
            <a:ext cx="0" cy="837836"/>
          </a:xfrm>
          <a:prstGeom prst="line">
            <a:avLst/>
          </a:prstGeom>
          <a:noFill/>
          <a:ln w="19050" cap="flat" cmpd="sng" algn="ctr">
            <a:solidFill>
              <a:schemeClr val="tx1"/>
            </a:solidFill>
            <a:prstDash val="solid"/>
            <a:miter lim="800000"/>
          </a:ln>
          <a:effectLst/>
        </p:spPr>
      </p:cxnSp>
      <p:cxnSp>
        <p:nvCxnSpPr>
          <p:cNvPr id="25" name="Straight Connector 24">
            <a:extLst>
              <a:ext uri="{FF2B5EF4-FFF2-40B4-BE49-F238E27FC236}">
                <a16:creationId xmlns:a16="http://schemas.microsoft.com/office/drawing/2014/main" id="{42ACFD2A-CE2E-9A08-12C2-ACCE818862AF}"/>
              </a:ext>
            </a:extLst>
          </p:cNvPr>
          <p:cNvCxnSpPr>
            <a:cxnSpLocks/>
          </p:cNvCxnSpPr>
          <p:nvPr/>
        </p:nvCxnSpPr>
        <p:spPr>
          <a:xfrm rot="16200000">
            <a:off x="9852376" y="3588858"/>
            <a:ext cx="0" cy="837836"/>
          </a:xfrm>
          <a:prstGeom prst="line">
            <a:avLst/>
          </a:prstGeom>
          <a:noFill/>
          <a:ln w="19050" cap="rnd" cmpd="sng" algn="ctr">
            <a:solidFill>
              <a:schemeClr val="tx1"/>
            </a:solidFill>
            <a:prstDash val="sysDash"/>
            <a:miter lim="800000"/>
            <a:tailEnd type="none"/>
          </a:ln>
          <a:effectLst/>
        </p:spPr>
      </p:cxnSp>
      <p:cxnSp>
        <p:nvCxnSpPr>
          <p:cNvPr id="26" name="Straight Connector 25">
            <a:extLst>
              <a:ext uri="{FF2B5EF4-FFF2-40B4-BE49-F238E27FC236}">
                <a16:creationId xmlns:a16="http://schemas.microsoft.com/office/drawing/2014/main" id="{3F2A7BDE-11E7-26A8-99BB-61ADA07C8BC6}"/>
              </a:ext>
            </a:extLst>
          </p:cNvPr>
          <p:cNvCxnSpPr>
            <a:cxnSpLocks/>
          </p:cNvCxnSpPr>
          <p:nvPr/>
        </p:nvCxnSpPr>
        <p:spPr>
          <a:xfrm rot="16200000" flipV="1">
            <a:off x="10974138" y="4643977"/>
            <a:ext cx="0" cy="837836"/>
          </a:xfrm>
          <a:prstGeom prst="line">
            <a:avLst/>
          </a:prstGeom>
          <a:solidFill>
            <a:srgbClr val="FFFFFF"/>
          </a:solidFill>
          <a:ln w="19050" cap="flat" cmpd="sng" algn="ctr">
            <a:solidFill>
              <a:schemeClr val="tx1"/>
            </a:solidFill>
            <a:prstDash val="solid"/>
            <a:miter lim="800000"/>
            <a:headEnd type="triangle" w="lg" len="lg"/>
          </a:ln>
          <a:effectLst/>
        </p:spPr>
      </p:cxnSp>
      <p:cxnSp>
        <p:nvCxnSpPr>
          <p:cNvPr id="27" name="Straight Connector 26">
            <a:extLst>
              <a:ext uri="{FF2B5EF4-FFF2-40B4-BE49-F238E27FC236}">
                <a16:creationId xmlns:a16="http://schemas.microsoft.com/office/drawing/2014/main" id="{4EDD9105-8FB1-A6EB-EE6C-95C887BE05FD}"/>
              </a:ext>
            </a:extLst>
          </p:cNvPr>
          <p:cNvCxnSpPr>
            <a:cxnSpLocks/>
          </p:cNvCxnSpPr>
          <p:nvPr/>
        </p:nvCxnSpPr>
        <p:spPr>
          <a:xfrm rot="16200000">
            <a:off x="10974138" y="4292270"/>
            <a:ext cx="0" cy="837836"/>
          </a:xfrm>
          <a:prstGeom prst="line">
            <a:avLst/>
          </a:prstGeom>
          <a:solidFill>
            <a:srgbClr val="FFFFFF"/>
          </a:solidFill>
          <a:ln w="19050" cap="flat" cmpd="sng" algn="ctr">
            <a:solidFill>
              <a:schemeClr val="tx1"/>
            </a:solidFill>
            <a:prstDash val="solid"/>
            <a:miter lim="800000"/>
            <a:headEnd type="triangle" w="lg" len="lg"/>
          </a:ln>
          <a:effectLst/>
        </p:spPr>
      </p:cxnSp>
      <p:cxnSp>
        <p:nvCxnSpPr>
          <p:cNvPr id="28" name="Straight Connector 27">
            <a:extLst>
              <a:ext uri="{FF2B5EF4-FFF2-40B4-BE49-F238E27FC236}">
                <a16:creationId xmlns:a16="http://schemas.microsoft.com/office/drawing/2014/main" id="{45672215-D803-AF66-08E8-12E38A250AF2}"/>
              </a:ext>
            </a:extLst>
          </p:cNvPr>
          <p:cNvCxnSpPr>
            <a:cxnSpLocks/>
          </p:cNvCxnSpPr>
          <p:nvPr/>
        </p:nvCxnSpPr>
        <p:spPr>
          <a:xfrm rot="16200000">
            <a:off x="10982247" y="3940564"/>
            <a:ext cx="0" cy="837836"/>
          </a:xfrm>
          <a:prstGeom prst="line">
            <a:avLst/>
          </a:prstGeom>
          <a:solidFill>
            <a:srgbClr val="FFFFFF"/>
          </a:solidFill>
          <a:ln w="19050" cap="flat" cmpd="sng" algn="ctr">
            <a:solidFill>
              <a:schemeClr val="tx1"/>
            </a:solidFill>
            <a:prstDash val="solid"/>
            <a:miter lim="800000"/>
          </a:ln>
          <a:effectLst/>
        </p:spPr>
      </p:cxnSp>
      <p:cxnSp>
        <p:nvCxnSpPr>
          <p:cNvPr id="29" name="Straight Connector 28">
            <a:extLst>
              <a:ext uri="{FF2B5EF4-FFF2-40B4-BE49-F238E27FC236}">
                <a16:creationId xmlns:a16="http://schemas.microsoft.com/office/drawing/2014/main" id="{FCF645AD-7B55-62AD-6BCC-756F8405D8A0}"/>
              </a:ext>
            </a:extLst>
          </p:cNvPr>
          <p:cNvCxnSpPr>
            <a:cxnSpLocks/>
          </p:cNvCxnSpPr>
          <p:nvPr/>
        </p:nvCxnSpPr>
        <p:spPr>
          <a:xfrm rot="16200000">
            <a:off x="10982247" y="3588858"/>
            <a:ext cx="0" cy="837836"/>
          </a:xfrm>
          <a:prstGeom prst="line">
            <a:avLst/>
          </a:prstGeom>
          <a:noFill/>
          <a:ln w="19050" cap="rnd" cmpd="sng" algn="ctr">
            <a:solidFill>
              <a:schemeClr val="tx1"/>
            </a:solidFill>
            <a:prstDash val="sysDash"/>
            <a:miter lim="800000"/>
            <a:tailEnd type="none"/>
          </a:ln>
          <a:effectLst/>
        </p:spPr>
      </p:cxnSp>
      <p:sp>
        <p:nvSpPr>
          <p:cNvPr id="30" name="Rounded Rectangle 77">
            <a:extLst>
              <a:ext uri="{FF2B5EF4-FFF2-40B4-BE49-F238E27FC236}">
                <a16:creationId xmlns:a16="http://schemas.microsoft.com/office/drawing/2014/main" id="{8B8A81CA-9342-A032-405D-73E1E937DA1B}"/>
              </a:ext>
            </a:extLst>
          </p:cNvPr>
          <p:cNvSpPr/>
          <p:nvPr/>
        </p:nvSpPr>
        <p:spPr>
          <a:xfrm>
            <a:off x="7098103" y="1585137"/>
            <a:ext cx="640592" cy="561264"/>
          </a:xfrm>
          <a:custGeom>
            <a:avLst/>
            <a:gdLst>
              <a:gd name="connsiteX0" fmla="*/ 0 w 1583661"/>
              <a:gd name="connsiteY0" fmla="*/ 120833 h 1583661"/>
              <a:gd name="connsiteX1" fmla="*/ 120833 w 1583661"/>
              <a:gd name="connsiteY1" fmla="*/ 0 h 1583661"/>
              <a:gd name="connsiteX2" fmla="*/ 1462828 w 1583661"/>
              <a:gd name="connsiteY2" fmla="*/ 0 h 1583661"/>
              <a:gd name="connsiteX3" fmla="*/ 1583661 w 1583661"/>
              <a:gd name="connsiteY3" fmla="*/ 120833 h 1583661"/>
              <a:gd name="connsiteX4" fmla="*/ 1583661 w 1583661"/>
              <a:gd name="connsiteY4" fmla="*/ 1462828 h 1583661"/>
              <a:gd name="connsiteX5" fmla="*/ 1462828 w 1583661"/>
              <a:gd name="connsiteY5" fmla="*/ 1583661 h 1583661"/>
              <a:gd name="connsiteX6" fmla="*/ 120833 w 1583661"/>
              <a:gd name="connsiteY6" fmla="*/ 1583661 h 1583661"/>
              <a:gd name="connsiteX7" fmla="*/ 0 w 1583661"/>
              <a:gd name="connsiteY7" fmla="*/ 1462828 h 1583661"/>
              <a:gd name="connsiteX8" fmla="*/ 0 w 1583661"/>
              <a:gd name="connsiteY8" fmla="*/ 120833 h 1583661"/>
              <a:gd name="connsiteX0" fmla="*/ 0 w 1583661"/>
              <a:gd name="connsiteY0" fmla="*/ 131438 h 1594266"/>
              <a:gd name="connsiteX1" fmla="*/ 120833 w 1583661"/>
              <a:gd name="connsiteY1" fmla="*/ 10605 h 1594266"/>
              <a:gd name="connsiteX2" fmla="*/ 1113339 w 1583661"/>
              <a:gd name="connsiteY2" fmla="*/ 0 h 1594266"/>
              <a:gd name="connsiteX3" fmla="*/ 1462828 w 1583661"/>
              <a:gd name="connsiteY3" fmla="*/ 10605 h 1594266"/>
              <a:gd name="connsiteX4" fmla="*/ 1583661 w 1583661"/>
              <a:gd name="connsiteY4" fmla="*/ 131438 h 1594266"/>
              <a:gd name="connsiteX5" fmla="*/ 1583661 w 1583661"/>
              <a:gd name="connsiteY5" fmla="*/ 1473433 h 1594266"/>
              <a:gd name="connsiteX6" fmla="*/ 1462828 w 1583661"/>
              <a:gd name="connsiteY6" fmla="*/ 1594266 h 1594266"/>
              <a:gd name="connsiteX7" fmla="*/ 120833 w 1583661"/>
              <a:gd name="connsiteY7" fmla="*/ 1594266 h 1594266"/>
              <a:gd name="connsiteX8" fmla="*/ 0 w 1583661"/>
              <a:gd name="connsiteY8" fmla="*/ 1473433 h 1594266"/>
              <a:gd name="connsiteX9" fmla="*/ 0 w 1583661"/>
              <a:gd name="connsiteY9" fmla="*/ 131438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204779 w 1583661"/>
              <a:gd name="connsiteY9" fmla="*/ 91440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015593 w 1583661"/>
              <a:gd name="connsiteY9" fmla="*/ 14865 h 1594266"/>
              <a:gd name="connsiteX0" fmla="*/ 1462828 w 1583661"/>
              <a:gd name="connsiteY0" fmla="*/ 0 h 1583661"/>
              <a:gd name="connsiteX1" fmla="*/ 1583661 w 1583661"/>
              <a:gd name="connsiteY1" fmla="*/ 120833 h 1583661"/>
              <a:gd name="connsiteX2" fmla="*/ 1583661 w 1583661"/>
              <a:gd name="connsiteY2" fmla="*/ 1462828 h 1583661"/>
              <a:gd name="connsiteX3" fmla="*/ 1462828 w 1583661"/>
              <a:gd name="connsiteY3" fmla="*/ 1583661 h 1583661"/>
              <a:gd name="connsiteX4" fmla="*/ 120833 w 1583661"/>
              <a:gd name="connsiteY4" fmla="*/ 1583661 h 1583661"/>
              <a:gd name="connsiteX5" fmla="*/ 0 w 1583661"/>
              <a:gd name="connsiteY5" fmla="*/ 1462828 h 1583661"/>
              <a:gd name="connsiteX6" fmla="*/ 0 w 1583661"/>
              <a:gd name="connsiteY6" fmla="*/ 120833 h 1583661"/>
              <a:gd name="connsiteX7" fmla="*/ 120833 w 1583661"/>
              <a:gd name="connsiteY7" fmla="*/ 0 h 1583661"/>
              <a:gd name="connsiteX8" fmla="*/ 1015593 w 1583661"/>
              <a:gd name="connsiteY8" fmla="*/ 4260 h 1583661"/>
              <a:gd name="connsiteX0" fmla="*/ 1583661 w 1583661"/>
              <a:gd name="connsiteY0" fmla="*/ 120833 h 1583661"/>
              <a:gd name="connsiteX1" fmla="*/ 1583661 w 1583661"/>
              <a:gd name="connsiteY1" fmla="*/ 1462828 h 1583661"/>
              <a:gd name="connsiteX2" fmla="*/ 1462828 w 1583661"/>
              <a:gd name="connsiteY2" fmla="*/ 1583661 h 1583661"/>
              <a:gd name="connsiteX3" fmla="*/ 120833 w 1583661"/>
              <a:gd name="connsiteY3" fmla="*/ 1583661 h 1583661"/>
              <a:gd name="connsiteX4" fmla="*/ 0 w 1583661"/>
              <a:gd name="connsiteY4" fmla="*/ 1462828 h 1583661"/>
              <a:gd name="connsiteX5" fmla="*/ 0 w 1583661"/>
              <a:gd name="connsiteY5" fmla="*/ 120833 h 1583661"/>
              <a:gd name="connsiteX6" fmla="*/ 120833 w 1583661"/>
              <a:gd name="connsiteY6" fmla="*/ 0 h 1583661"/>
              <a:gd name="connsiteX7" fmla="*/ 1015593 w 1583661"/>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123184 w 1586012"/>
              <a:gd name="connsiteY3" fmla="*/ 1583661 h 1583661"/>
              <a:gd name="connsiteX4" fmla="*/ 2351 w 1586012"/>
              <a:gd name="connsiteY4" fmla="*/ 1462828 h 1583661"/>
              <a:gd name="connsiteX5" fmla="*/ 0 w 1586012"/>
              <a:gd name="connsiteY5" fmla="*/ 891887 h 1583661"/>
              <a:gd name="connsiteX6" fmla="*/ 2351 w 1586012"/>
              <a:gd name="connsiteY6" fmla="*/ 120833 h 1583661"/>
              <a:gd name="connsiteX7" fmla="*/ 123184 w 1586012"/>
              <a:gd name="connsiteY7" fmla="*/ 0 h 1583661"/>
              <a:gd name="connsiteX8" fmla="*/ 1017944 w 1586012"/>
              <a:gd name="connsiteY8" fmla="*/ 4260 h 1583661"/>
              <a:gd name="connsiteX0" fmla="*/ 1608572 w 1608572"/>
              <a:gd name="connsiteY0" fmla="*/ 120833 h 1583661"/>
              <a:gd name="connsiteX1" fmla="*/ 1608572 w 1608572"/>
              <a:gd name="connsiteY1" fmla="*/ 1462828 h 1583661"/>
              <a:gd name="connsiteX2" fmla="*/ 1487739 w 1608572"/>
              <a:gd name="connsiteY2" fmla="*/ 1583661 h 1583661"/>
              <a:gd name="connsiteX3" fmla="*/ 145744 w 1608572"/>
              <a:gd name="connsiteY3" fmla="*/ 1583661 h 1583661"/>
              <a:gd name="connsiteX4" fmla="*/ 22560 w 1608572"/>
              <a:gd name="connsiteY4" fmla="*/ 891887 h 1583661"/>
              <a:gd name="connsiteX5" fmla="*/ 24911 w 1608572"/>
              <a:gd name="connsiteY5" fmla="*/ 120833 h 1583661"/>
              <a:gd name="connsiteX6" fmla="*/ 145744 w 1608572"/>
              <a:gd name="connsiteY6" fmla="*/ 0 h 1583661"/>
              <a:gd name="connsiteX7" fmla="*/ 1040504 w 1608572"/>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0 w 1586012"/>
              <a:gd name="connsiteY3" fmla="*/ 891887 h 1583661"/>
              <a:gd name="connsiteX4" fmla="*/ 2351 w 1586012"/>
              <a:gd name="connsiteY4" fmla="*/ 120833 h 1583661"/>
              <a:gd name="connsiteX5" fmla="*/ 123184 w 1586012"/>
              <a:gd name="connsiteY5" fmla="*/ 0 h 1583661"/>
              <a:gd name="connsiteX6" fmla="*/ 1017944 w 1586012"/>
              <a:gd name="connsiteY6" fmla="*/ 4260 h 1583661"/>
              <a:gd name="connsiteX0" fmla="*/ 1586012 w 1586012"/>
              <a:gd name="connsiteY0" fmla="*/ 120833 h 1484491"/>
              <a:gd name="connsiteX1" fmla="*/ 1586012 w 1586012"/>
              <a:gd name="connsiteY1" fmla="*/ 1462828 h 1484491"/>
              <a:gd name="connsiteX2" fmla="*/ 0 w 1586012"/>
              <a:gd name="connsiteY2" fmla="*/ 891887 h 1484491"/>
              <a:gd name="connsiteX3" fmla="*/ 2351 w 1586012"/>
              <a:gd name="connsiteY3" fmla="*/ 120833 h 1484491"/>
              <a:gd name="connsiteX4" fmla="*/ 123184 w 1586012"/>
              <a:gd name="connsiteY4" fmla="*/ 0 h 1484491"/>
              <a:gd name="connsiteX5" fmla="*/ 1017944 w 1586012"/>
              <a:gd name="connsiteY5" fmla="*/ 4260 h 1484491"/>
              <a:gd name="connsiteX0" fmla="*/ 1586012 w 1586012"/>
              <a:gd name="connsiteY0" fmla="*/ 120833 h 891887"/>
              <a:gd name="connsiteX1" fmla="*/ 0 w 1586012"/>
              <a:gd name="connsiteY1" fmla="*/ 891887 h 891887"/>
              <a:gd name="connsiteX2" fmla="*/ 2351 w 1586012"/>
              <a:gd name="connsiteY2" fmla="*/ 120833 h 891887"/>
              <a:gd name="connsiteX3" fmla="*/ 123184 w 1586012"/>
              <a:gd name="connsiteY3" fmla="*/ 0 h 891887"/>
              <a:gd name="connsiteX4" fmla="*/ 1017944 w 1586012"/>
              <a:gd name="connsiteY4" fmla="*/ 4260 h 891887"/>
              <a:gd name="connsiteX0" fmla="*/ 0 w 1017944"/>
              <a:gd name="connsiteY0" fmla="*/ 891887 h 891887"/>
              <a:gd name="connsiteX1" fmla="*/ 2351 w 1017944"/>
              <a:gd name="connsiteY1" fmla="*/ 120833 h 891887"/>
              <a:gd name="connsiteX2" fmla="*/ 123184 w 1017944"/>
              <a:gd name="connsiteY2" fmla="*/ 0 h 891887"/>
              <a:gd name="connsiteX3" fmla="*/ 1017944 w 1017944"/>
              <a:gd name="connsiteY3" fmla="*/ 4260 h 891887"/>
            </a:gdLst>
            <a:ahLst/>
            <a:cxnLst>
              <a:cxn ang="0">
                <a:pos x="connsiteX0" y="connsiteY0"/>
              </a:cxn>
              <a:cxn ang="0">
                <a:pos x="connsiteX1" y="connsiteY1"/>
              </a:cxn>
              <a:cxn ang="0">
                <a:pos x="connsiteX2" y="connsiteY2"/>
              </a:cxn>
              <a:cxn ang="0">
                <a:pos x="connsiteX3" y="connsiteY3"/>
              </a:cxn>
            </a:cxnLst>
            <a:rect l="l" t="t" r="r" b="b"/>
            <a:pathLst>
              <a:path w="1017944" h="891887">
                <a:moveTo>
                  <a:pt x="0" y="891887"/>
                </a:moveTo>
                <a:cubicBezTo>
                  <a:pt x="784" y="634869"/>
                  <a:pt x="1567" y="377851"/>
                  <a:pt x="2351" y="120833"/>
                </a:cubicBezTo>
                <a:cubicBezTo>
                  <a:pt x="2351" y="54099"/>
                  <a:pt x="56450" y="0"/>
                  <a:pt x="123184" y="0"/>
                </a:cubicBezTo>
                <a:lnTo>
                  <a:pt x="1017944" y="4260"/>
                </a:lnTo>
              </a:path>
            </a:pathLst>
          </a:custGeom>
          <a:noFill/>
          <a:ln w="19050" cap="flat">
            <a:solidFill>
              <a:schemeClr val="tx1"/>
            </a:solidFill>
            <a:prstDash val="solid"/>
            <a:miter/>
            <a:headEnd type="none" w="lg" len="med"/>
            <a:tailEnd type="triangle" w="lg" len="lg"/>
          </a:ln>
        </p:spPr>
        <p:txBody>
          <a:bodyPr rtlCol="0" anchor="ct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31" name="Rounded Rectangle 77">
            <a:extLst>
              <a:ext uri="{FF2B5EF4-FFF2-40B4-BE49-F238E27FC236}">
                <a16:creationId xmlns:a16="http://schemas.microsoft.com/office/drawing/2014/main" id="{BC26EA99-06DC-4FDA-34F9-37B589583747}"/>
              </a:ext>
            </a:extLst>
          </p:cNvPr>
          <p:cNvSpPr/>
          <p:nvPr/>
        </p:nvSpPr>
        <p:spPr>
          <a:xfrm rot="5400000">
            <a:off x="7793587" y="1628530"/>
            <a:ext cx="640592" cy="561264"/>
          </a:xfrm>
          <a:custGeom>
            <a:avLst/>
            <a:gdLst>
              <a:gd name="connsiteX0" fmla="*/ 0 w 1583661"/>
              <a:gd name="connsiteY0" fmla="*/ 120833 h 1583661"/>
              <a:gd name="connsiteX1" fmla="*/ 120833 w 1583661"/>
              <a:gd name="connsiteY1" fmla="*/ 0 h 1583661"/>
              <a:gd name="connsiteX2" fmla="*/ 1462828 w 1583661"/>
              <a:gd name="connsiteY2" fmla="*/ 0 h 1583661"/>
              <a:gd name="connsiteX3" fmla="*/ 1583661 w 1583661"/>
              <a:gd name="connsiteY3" fmla="*/ 120833 h 1583661"/>
              <a:gd name="connsiteX4" fmla="*/ 1583661 w 1583661"/>
              <a:gd name="connsiteY4" fmla="*/ 1462828 h 1583661"/>
              <a:gd name="connsiteX5" fmla="*/ 1462828 w 1583661"/>
              <a:gd name="connsiteY5" fmla="*/ 1583661 h 1583661"/>
              <a:gd name="connsiteX6" fmla="*/ 120833 w 1583661"/>
              <a:gd name="connsiteY6" fmla="*/ 1583661 h 1583661"/>
              <a:gd name="connsiteX7" fmla="*/ 0 w 1583661"/>
              <a:gd name="connsiteY7" fmla="*/ 1462828 h 1583661"/>
              <a:gd name="connsiteX8" fmla="*/ 0 w 1583661"/>
              <a:gd name="connsiteY8" fmla="*/ 120833 h 1583661"/>
              <a:gd name="connsiteX0" fmla="*/ 0 w 1583661"/>
              <a:gd name="connsiteY0" fmla="*/ 131438 h 1594266"/>
              <a:gd name="connsiteX1" fmla="*/ 120833 w 1583661"/>
              <a:gd name="connsiteY1" fmla="*/ 10605 h 1594266"/>
              <a:gd name="connsiteX2" fmla="*/ 1113339 w 1583661"/>
              <a:gd name="connsiteY2" fmla="*/ 0 h 1594266"/>
              <a:gd name="connsiteX3" fmla="*/ 1462828 w 1583661"/>
              <a:gd name="connsiteY3" fmla="*/ 10605 h 1594266"/>
              <a:gd name="connsiteX4" fmla="*/ 1583661 w 1583661"/>
              <a:gd name="connsiteY4" fmla="*/ 131438 h 1594266"/>
              <a:gd name="connsiteX5" fmla="*/ 1583661 w 1583661"/>
              <a:gd name="connsiteY5" fmla="*/ 1473433 h 1594266"/>
              <a:gd name="connsiteX6" fmla="*/ 1462828 w 1583661"/>
              <a:gd name="connsiteY6" fmla="*/ 1594266 h 1594266"/>
              <a:gd name="connsiteX7" fmla="*/ 120833 w 1583661"/>
              <a:gd name="connsiteY7" fmla="*/ 1594266 h 1594266"/>
              <a:gd name="connsiteX8" fmla="*/ 0 w 1583661"/>
              <a:gd name="connsiteY8" fmla="*/ 1473433 h 1594266"/>
              <a:gd name="connsiteX9" fmla="*/ 0 w 1583661"/>
              <a:gd name="connsiteY9" fmla="*/ 131438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204779 w 1583661"/>
              <a:gd name="connsiteY9" fmla="*/ 91440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015593 w 1583661"/>
              <a:gd name="connsiteY9" fmla="*/ 14865 h 1594266"/>
              <a:gd name="connsiteX0" fmla="*/ 1462828 w 1583661"/>
              <a:gd name="connsiteY0" fmla="*/ 0 h 1583661"/>
              <a:gd name="connsiteX1" fmla="*/ 1583661 w 1583661"/>
              <a:gd name="connsiteY1" fmla="*/ 120833 h 1583661"/>
              <a:gd name="connsiteX2" fmla="*/ 1583661 w 1583661"/>
              <a:gd name="connsiteY2" fmla="*/ 1462828 h 1583661"/>
              <a:gd name="connsiteX3" fmla="*/ 1462828 w 1583661"/>
              <a:gd name="connsiteY3" fmla="*/ 1583661 h 1583661"/>
              <a:gd name="connsiteX4" fmla="*/ 120833 w 1583661"/>
              <a:gd name="connsiteY4" fmla="*/ 1583661 h 1583661"/>
              <a:gd name="connsiteX5" fmla="*/ 0 w 1583661"/>
              <a:gd name="connsiteY5" fmla="*/ 1462828 h 1583661"/>
              <a:gd name="connsiteX6" fmla="*/ 0 w 1583661"/>
              <a:gd name="connsiteY6" fmla="*/ 120833 h 1583661"/>
              <a:gd name="connsiteX7" fmla="*/ 120833 w 1583661"/>
              <a:gd name="connsiteY7" fmla="*/ 0 h 1583661"/>
              <a:gd name="connsiteX8" fmla="*/ 1015593 w 1583661"/>
              <a:gd name="connsiteY8" fmla="*/ 4260 h 1583661"/>
              <a:gd name="connsiteX0" fmla="*/ 1583661 w 1583661"/>
              <a:gd name="connsiteY0" fmla="*/ 120833 h 1583661"/>
              <a:gd name="connsiteX1" fmla="*/ 1583661 w 1583661"/>
              <a:gd name="connsiteY1" fmla="*/ 1462828 h 1583661"/>
              <a:gd name="connsiteX2" fmla="*/ 1462828 w 1583661"/>
              <a:gd name="connsiteY2" fmla="*/ 1583661 h 1583661"/>
              <a:gd name="connsiteX3" fmla="*/ 120833 w 1583661"/>
              <a:gd name="connsiteY3" fmla="*/ 1583661 h 1583661"/>
              <a:gd name="connsiteX4" fmla="*/ 0 w 1583661"/>
              <a:gd name="connsiteY4" fmla="*/ 1462828 h 1583661"/>
              <a:gd name="connsiteX5" fmla="*/ 0 w 1583661"/>
              <a:gd name="connsiteY5" fmla="*/ 120833 h 1583661"/>
              <a:gd name="connsiteX6" fmla="*/ 120833 w 1583661"/>
              <a:gd name="connsiteY6" fmla="*/ 0 h 1583661"/>
              <a:gd name="connsiteX7" fmla="*/ 1015593 w 1583661"/>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123184 w 1586012"/>
              <a:gd name="connsiteY3" fmla="*/ 1583661 h 1583661"/>
              <a:gd name="connsiteX4" fmla="*/ 2351 w 1586012"/>
              <a:gd name="connsiteY4" fmla="*/ 1462828 h 1583661"/>
              <a:gd name="connsiteX5" fmla="*/ 0 w 1586012"/>
              <a:gd name="connsiteY5" fmla="*/ 891887 h 1583661"/>
              <a:gd name="connsiteX6" fmla="*/ 2351 w 1586012"/>
              <a:gd name="connsiteY6" fmla="*/ 120833 h 1583661"/>
              <a:gd name="connsiteX7" fmla="*/ 123184 w 1586012"/>
              <a:gd name="connsiteY7" fmla="*/ 0 h 1583661"/>
              <a:gd name="connsiteX8" fmla="*/ 1017944 w 1586012"/>
              <a:gd name="connsiteY8" fmla="*/ 4260 h 1583661"/>
              <a:gd name="connsiteX0" fmla="*/ 1608572 w 1608572"/>
              <a:gd name="connsiteY0" fmla="*/ 120833 h 1583661"/>
              <a:gd name="connsiteX1" fmla="*/ 1608572 w 1608572"/>
              <a:gd name="connsiteY1" fmla="*/ 1462828 h 1583661"/>
              <a:gd name="connsiteX2" fmla="*/ 1487739 w 1608572"/>
              <a:gd name="connsiteY2" fmla="*/ 1583661 h 1583661"/>
              <a:gd name="connsiteX3" fmla="*/ 145744 w 1608572"/>
              <a:gd name="connsiteY3" fmla="*/ 1583661 h 1583661"/>
              <a:gd name="connsiteX4" fmla="*/ 22560 w 1608572"/>
              <a:gd name="connsiteY4" fmla="*/ 891887 h 1583661"/>
              <a:gd name="connsiteX5" fmla="*/ 24911 w 1608572"/>
              <a:gd name="connsiteY5" fmla="*/ 120833 h 1583661"/>
              <a:gd name="connsiteX6" fmla="*/ 145744 w 1608572"/>
              <a:gd name="connsiteY6" fmla="*/ 0 h 1583661"/>
              <a:gd name="connsiteX7" fmla="*/ 1040504 w 1608572"/>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0 w 1586012"/>
              <a:gd name="connsiteY3" fmla="*/ 891887 h 1583661"/>
              <a:gd name="connsiteX4" fmla="*/ 2351 w 1586012"/>
              <a:gd name="connsiteY4" fmla="*/ 120833 h 1583661"/>
              <a:gd name="connsiteX5" fmla="*/ 123184 w 1586012"/>
              <a:gd name="connsiteY5" fmla="*/ 0 h 1583661"/>
              <a:gd name="connsiteX6" fmla="*/ 1017944 w 1586012"/>
              <a:gd name="connsiteY6" fmla="*/ 4260 h 1583661"/>
              <a:gd name="connsiteX0" fmla="*/ 1586012 w 1586012"/>
              <a:gd name="connsiteY0" fmla="*/ 120833 h 1484491"/>
              <a:gd name="connsiteX1" fmla="*/ 1586012 w 1586012"/>
              <a:gd name="connsiteY1" fmla="*/ 1462828 h 1484491"/>
              <a:gd name="connsiteX2" fmla="*/ 0 w 1586012"/>
              <a:gd name="connsiteY2" fmla="*/ 891887 h 1484491"/>
              <a:gd name="connsiteX3" fmla="*/ 2351 w 1586012"/>
              <a:gd name="connsiteY3" fmla="*/ 120833 h 1484491"/>
              <a:gd name="connsiteX4" fmla="*/ 123184 w 1586012"/>
              <a:gd name="connsiteY4" fmla="*/ 0 h 1484491"/>
              <a:gd name="connsiteX5" fmla="*/ 1017944 w 1586012"/>
              <a:gd name="connsiteY5" fmla="*/ 4260 h 1484491"/>
              <a:gd name="connsiteX0" fmla="*/ 1586012 w 1586012"/>
              <a:gd name="connsiteY0" fmla="*/ 120833 h 891887"/>
              <a:gd name="connsiteX1" fmla="*/ 0 w 1586012"/>
              <a:gd name="connsiteY1" fmla="*/ 891887 h 891887"/>
              <a:gd name="connsiteX2" fmla="*/ 2351 w 1586012"/>
              <a:gd name="connsiteY2" fmla="*/ 120833 h 891887"/>
              <a:gd name="connsiteX3" fmla="*/ 123184 w 1586012"/>
              <a:gd name="connsiteY3" fmla="*/ 0 h 891887"/>
              <a:gd name="connsiteX4" fmla="*/ 1017944 w 1586012"/>
              <a:gd name="connsiteY4" fmla="*/ 4260 h 891887"/>
              <a:gd name="connsiteX0" fmla="*/ 0 w 1017944"/>
              <a:gd name="connsiteY0" fmla="*/ 891887 h 891887"/>
              <a:gd name="connsiteX1" fmla="*/ 2351 w 1017944"/>
              <a:gd name="connsiteY1" fmla="*/ 120833 h 891887"/>
              <a:gd name="connsiteX2" fmla="*/ 123184 w 1017944"/>
              <a:gd name="connsiteY2" fmla="*/ 0 h 891887"/>
              <a:gd name="connsiteX3" fmla="*/ 1017944 w 1017944"/>
              <a:gd name="connsiteY3" fmla="*/ 4260 h 891887"/>
            </a:gdLst>
            <a:ahLst/>
            <a:cxnLst>
              <a:cxn ang="0">
                <a:pos x="connsiteX0" y="connsiteY0"/>
              </a:cxn>
              <a:cxn ang="0">
                <a:pos x="connsiteX1" y="connsiteY1"/>
              </a:cxn>
              <a:cxn ang="0">
                <a:pos x="connsiteX2" y="connsiteY2"/>
              </a:cxn>
              <a:cxn ang="0">
                <a:pos x="connsiteX3" y="connsiteY3"/>
              </a:cxn>
            </a:cxnLst>
            <a:rect l="l" t="t" r="r" b="b"/>
            <a:pathLst>
              <a:path w="1017944" h="891887">
                <a:moveTo>
                  <a:pt x="0" y="891887"/>
                </a:moveTo>
                <a:cubicBezTo>
                  <a:pt x="784" y="634869"/>
                  <a:pt x="1567" y="377851"/>
                  <a:pt x="2351" y="120833"/>
                </a:cubicBezTo>
                <a:cubicBezTo>
                  <a:pt x="2351" y="54099"/>
                  <a:pt x="56450" y="0"/>
                  <a:pt x="123184" y="0"/>
                </a:cubicBezTo>
                <a:lnTo>
                  <a:pt x="1017944" y="4260"/>
                </a:lnTo>
              </a:path>
            </a:pathLst>
          </a:custGeom>
          <a:noFill/>
          <a:ln w="19050" cap="flat">
            <a:solidFill>
              <a:schemeClr val="tx1"/>
            </a:solidFill>
            <a:prstDash val="solid"/>
            <a:miter/>
            <a:headEnd type="none" w="lg" len="med"/>
            <a:tailEnd type="triangle" w="lg" len="lg"/>
          </a:ln>
        </p:spPr>
        <p:txBody>
          <a:bodyPr rtlCol="0" anchor="ct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32" name="Rounded Rectangle 77">
            <a:extLst>
              <a:ext uri="{FF2B5EF4-FFF2-40B4-BE49-F238E27FC236}">
                <a16:creationId xmlns:a16="http://schemas.microsoft.com/office/drawing/2014/main" id="{F7B346B4-BCF4-95E3-55D8-AFE38C3DA218}"/>
              </a:ext>
            </a:extLst>
          </p:cNvPr>
          <p:cNvSpPr/>
          <p:nvPr/>
        </p:nvSpPr>
        <p:spPr>
          <a:xfrm rot="10800000">
            <a:off x="7753923" y="2310663"/>
            <a:ext cx="640592" cy="561264"/>
          </a:xfrm>
          <a:custGeom>
            <a:avLst/>
            <a:gdLst>
              <a:gd name="connsiteX0" fmla="*/ 0 w 1583661"/>
              <a:gd name="connsiteY0" fmla="*/ 120833 h 1583661"/>
              <a:gd name="connsiteX1" fmla="*/ 120833 w 1583661"/>
              <a:gd name="connsiteY1" fmla="*/ 0 h 1583661"/>
              <a:gd name="connsiteX2" fmla="*/ 1462828 w 1583661"/>
              <a:gd name="connsiteY2" fmla="*/ 0 h 1583661"/>
              <a:gd name="connsiteX3" fmla="*/ 1583661 w 1583661"/>
              <a:gd name="connsiteY3" fmla="*/ 120833 h 1583661"/>
              <a:gd name="connsiteX4" fmla="*/ 1583661 w 1583661"/>
              <a:gd name="connsiteY4" fmla="*/ 1462828 h 1583661"/>
              <a:gd name="connsiteX5" fmla="*/ 1462828 w 1583661"/>
              <a:gd name="connsiteY5" fmla="*/ 1583661 h 1583661"/>
              <a:gd name="connsiteX6" fmla="*/ 120833 w 1583661"/>
              <a:gd name="connsiteY6" fmla="*/ 1583661 h 1583661"/>
              <a:gd name="connsiteX7" fmla="*/ 0 w 1583661"/>
              <a:gd name="connsiteY7" fmla="*/ 1462828 h 1583661"/>
              <a:gd name="connsiteX8" fmla="*/ 0 w 1583661"/>
              <a:gd name="connsiteY8" fmla="*/ 120833 h 1583661"/>
              <a:gd name="connsiteX0" fmla="*/ 0 w 1583661"/>
              <a:gd name="connsiteY0" fmla="*/ 131438 h 1594266"/>
              <a:gd name="connsiteX1" fmla="*/ 120833 w 1583661"/>
              <a:gd name="connsiteY1" fmla="*/ 10605 h 1594266"/>
              <a:gd name="connsiteX2" fmla="*/ 1113339 w 1583661"/>
              <a:gd name="connsiteY2" fmla="*/ 0 h 1594266"/>
              <a:gd name="connsiteX3" fmla="*/ 1462828 w 1583661"/>
              <a:gd name="connsiteY3" fmla="*/ 10605 h 1594266"/>
              <a:gd name="connsiteX4" fmla="*/ 1583661 w 1583661"/>
              <a:gd name="connsiteY4" fmla="*/ 131438 h 1594266"/>
              <a:gd name="connsiteX5" fmla="*/ 1583661 w 1583661"/>
              <a:gd name="connsiteY5" fmla="*/ 1473433 h 1594266"/>
              <a:gd name="connsiteX6" fmla="*/ 1462828 w 1583661"/>
              <a:gd name="connsiteY6" fmla="*/ 1594266 h 1594266"/>
              <a:gd name="connsiteX7" fmla="*/ 120833 w 1583661"/>
              <a:gd name="connsiteY7" fmla="*/ 1594266 h 1594266"/>
              <a:gd name="connsiteX8" fmla="*/ 0 w 1583661"/>
              <a:gd name="connsiteY8" fmla="*/ 1473433 h 1594266"/>
              <a:gd name="connsiteX9" fmla="*/ 0 w 1583661"/>
              <a:gd name="connsiteY9" fmla="*/ 131438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204779 w 1583661"/>
              <a:gd name="connsiteY9" fmla="*/ 91440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015593 w 1583661"/>
              <a:gd name="connsiteY9" fmla="*/ 14865 h 1594266"/>
              <a:gd name="connsiteX0" fmla="*/ 1462828 w 1583661"/>
              <a:gd name="connsiteY0" fmla="*/ 0 h 1583661"/>
              <a:gd name="connsiteX1" fmla="*/ 1583661 w 1583661"/>
              <a:gd name="connsiteY1" fmla="*/ 120833 h 1583661"/>
              <a:gd name="connsiteX2" fmla="*/ 1583661 w 1583661"/>
              <a:gd name="connsiteY2" fmla="*/ 1462828 h 1583661"/>
              <a:gd name="connsiteX3" fmla="*/ 1462828 w 1583661"/>
              <a:gd name="connsiteY3" fmla="*/ 1583661 h 1583661"/>
              <a:gd name="connsiteX4" fmla="*/ 120833 w 1583661"/>
              <a:gd name="connsiteY4" fmla="*/ 1583661 h 1583661"/>
              <a:gd name="connsiteX5" fmla="*/ 0 w 1583661"/>
              <a:gd name="connsiteY5" fmla="*/ 1462828 h 1583661"/>
              <a:gd name="connsiteX6" fmla="*/ 0 w 1583661"/>
              <a:gd name="connsiteY6" fmla="*/ 120833 h 1583661"/>
              <a:gd name="connsiteX7" fmla="*/ 120833 w 1583661"/>
              <a:gd name="connsiteY7" fmla="*/ 0 h 1583661"/>
              <a:gd name="connsiteX8" fmla="*/ 1015593 w 1583661"/>
              <a:gd name="connsiteY8" fmla="*/ 4260 h 1583661"/>
              <a:gd name="connsiteX0" fmla="*/ 1583661 w 1583661"/>
              <a:gd name="connsiteY0" fmla="*/ 120833 h 1583661"/>
              <a:gd name="connsiteX1" fmla="*/ 1583661 w 1583661"/>
              <a:gd name="connsiteY1" fmla="*/ 1462828 h 1583661"/>
              <a:gd name="connsiteX2" fmla="*/ 1462828 w 1583661"/>
              <a:gd name="connsiteY2" fmla="*/ 1583661 h 1583661"/>
              <a:gd name="connsiteX3" fmla="*/ 120833 w 1583661"/>
              <a:gd name="connsiteY3" fmla="*/ 1583661 h 1583661"/>
              <a:gd name="connsiteX4" fmla="*/ 0 w 1583661"/>
              <a:gd name="connsiteY4" fmla="*/ 1462828 h 1583661"/>
              <a:gd name="connsiteX5" fmla="*/ 0 w 1583661"/>
              <a:gd name="connsiteY5" fmla="*/ 120833 h 1583661"/>
              <a:gd name="connsiteX6" fmla="*/ 120833 w 1583661"/>
              <a:gd name="connsiteY6" fmla="*/ 0 h 1583661"/>
              <a:gd name="connsiteX7" fmla="*/ 1015593 w 1583661"/>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123184 w 1586012"/>
              <a:gd name="connsiteY3" fmla="*/ 1583661 h 1583661"/>
              <a:gd name="connsiteX4" fmla="*/ 2351 w 1586012"/>
              <a:gd name="connsiteY4" fmla="*/ 1462828 h 1583661"/>
              <a:gd name="connsiteX5" fmla="*/ 0 w 1586012"/>
              <a:gd name="connsiteY5" fmla="*/ 891887 h 1583661"/>
              <a:gd name="connsiteX6" fmla="*/ 2351 w 1586012"/>
              <a:gd name="connsiteY6" fmla="*/ 120833 h 1583661"/>
              <a:gd name="connsiteX7" fmla="*/ 123184 w 1586012"/>
              <a:gd name="connsiteY7" fmla="*/ 0 h 1583661"/>
              <a:gd name="connsiteX8" fmla="*/ 1017944 w 1586012"/>
              <a:gd name="connsiteY8" fmla="*/ 4260 h 1583661"/>
              <a:gd name="connsiteX0" fmla="*/ 1608572 w 1608572"/>
              <a:gd name="connsiteY0" fmla="*/ 120833 h 1583661"/>
              <a:gd name="connsiteX1" fmla="*/ 1608572 w 1608572"/>
              <a:gd name="connsiteY1" fmla="*/ 1462828 h 1583661"/>
              <a:gd name="connsiteX2" fmla="*/ 1487739 w 1608572"/>
              <a:gd name="connsiteY2" fmla="*/ 1583661 h 1583661"/>
              <a:gd name="connsiteX3" fmla="*/ 145744 w 1608572"/>
              <a:gd name="connsiteY3" fmla="*/ 1583661 h 1583661"/>
              <a:gd name="connsiteX4" fmla="*/ 22560 w 1608572"/>
              <a:gd name="connsiteY4" fmla="*/ 891887 h 1583661"/>
              <a:gd name="connsiteX5" fmla="*/ 24911 w 1608572"/>
              <a:gd name="connsiteY5" fmla="*/ 120833 h 1583661"/>
              <a:gd name="connsiteX6" fmla="*/ 145744 w 1608572"/>
              <a:gd name="connsiteY6" fmla="*/ 0 h 1583661"/>
              <a:gd name="connsiteX7" fmla="*/ 1040504 w 1608572"/>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0 w 1586012"/>
              <a:gd name="connsiteY3" fmla="*/ 891887 h 1583661"/>
              <a:gd name="connsiteX4" fmla="*/ 2351 w 1586012"/>
              <a:gd name="connsiteY4" fmla="*/ 120833 h 1583661"/>
              <a:gd name="connsiteX5" fmla="*/ 123184 w 1586012"/>
              <a:gd name="connsiteY5" fmla="*/ 0 h 1583661"/>
              <a:gd name="connsiteX6" fmla="*/ 1017944 w 1586012"/>
              <a:gd name="connsiteY6" fmla="*/ 4260 h 1583661"/>
              <a:gd name="connsiteX0" fmla="*/ 1586012 w 1586012"/>
              <a:gd name="connsiteY0" fmla="*/ 120833 h 1484491"/>
              <a:gd name="connsiteX1" fmla="*/ 1586012 w 1586012"/>
              <a:gd name="connsiteY1" fmla="*/ 1462828 h 1484491"/>
              <a:gd name="connsiteX2" fmla="*/ 0 w 1586012"/>
              <a:gd name="connsiteY2" fmla="*/ 891887 h 1484491"/>
              <a:gd name="connsiteX3" fmla="*/ 2351 w 1586012"/>
              <a:gd name="connsiteY3" fmla="*/ 120833 h 1484491"/>
              <a:gd name="connsiteX4" fmla="*/ 123184 w 1586012"/>
              <a:gd name="connsiteY4" fmla="*/ 0 h 1484491"/>
              <a:gd name="connsiteX5" fmla="*/ 1017944 w 1586012"/>
              <a:gd name="connsiteY5" fmla="*/ 4260 h 1484491"/>
              <a:gd name="connsiteX0" fmla="*/ 1586012 w 1586012"/>
              <a:gd name="connsiteY0" fmla="*/ 120833 h 891887"/>
              <a:gd name="connsiteX1" fmla="*/ 0 w 1586012"/>
              <a:gd name="connsiteY1" fmla="*/ 891887 h 891887"/>
              <a:gd name="connsiteX2" fmla="*/ 2351 w 1586012"/>
              <a:gd name="connsiteY2" fmla="*/ 120833 h 891887"/>
              <a:gd name="connsiteX3" fmla="*/ 123184 w 1586012"/>
              <a:gd name="connsiteY3" fmla="*/ 0 h 891887"/>
              <a:gd name="connsiteX4" fmla="*/ 1017944 w 1586012"/>
              <a:gd name="connsiteY4" fmla="*/ 4260 h 891887"/>
              <a:gd name="connsiteX0" fmla="*/ 0 w 1017944"/>
              <a:gd name="connsiteY0" fmla="*/ 891887 h 891887"/>
              <a:gd name="connsiteX1" fmla="*/ 2351 w 1017944"/>
              <a:gd name="connsiteY1" fmla="*/ 120833 h 891887"/>
              <a:gd name="connsiteX2" fmla="*/ 123184 w 1017944"/>
              <a:gd name="connsiteY2" fmla="*/ 0 h 891887"/>
              <a:gd name="connsiteX3" fmla="*/ 1017944 w 1017944"/>
              <a:gd name="connsiteY3" fmla="*/ 4260 h 891887"/>
            </a:gdLst>
            <a:ahLst/>
            <a:cxnLst>
              <a:cxn ang="0">
                <a:pos x="connsiteX0" y="connsiteY0"/>
              </a:cxn>
              <a:cxn ang="0">
                <a:pos x="connsiteX1" y="connsiteY1"/>
              </a:cxn>
              <a:cxn ang="0">
                <a:pos x="connsiteX2" y="connsiteY2"/>
              </a:cxn>
              <a:cxn ang="0">
                <a:pos x="connsiteX3" y="connsiteY3"/>
              </a:cxn>
            </a:cxnLst>
            <a:rect l="l" t="t" r="r" b="b"/>
            <a:pathLst>
              <a:path w="1017944" h="891887">
                <a:moveTo>
                  <a:pt x="0" y="891887"/>
                </a:moveTo>
                <a:cubicBezTo>
                  <a:pt x="784" y="634869"/>
                  <a:pt x="1567" y="377851"/>
                  <a:pt x="2351" y="120833"/>
                </a:cubicBezTo>
                <a:cubicBezTo>
                  <a:pt x="2351" y="54099"/>
                  <a:pt x="56450" y="0"/>
                  <a:pt x="123184" y="0"/>
                </a:cubicBezTo>
                <a:lnTo>
                  <a:pt x="1017944" y="4260"/>
                </a:lnTo>
              </a:path>
            </a:pathLst>
          </a:custGeom>
          <a:noFill/>
          <a:ln w="19050" cap="flat">
            <a:solidFill>
              <a:schemeClr val="tx1"/>
            </a:solidFill>
            <a:prstDash val="solid"/>
            <a:miter/>
            <a:headEnd type="none" w="lg" len="med"/>
            <a:tailEnd type="triangle" w="lg" len="lg"/>
          </a:ln>
        </p:spPr>
        <p:txBody>
          <a:bodyPr rtlCol="0" anchor="ct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33" name="Rounded Rectangle 77">
            <a:extLst>
              <a:ext uri="{FF2B5EF4-FFF2-40B4-BE49-F238E27FC236}">
                <a16:creationId xmlns:a16="http://schemas.microsoft.com/office/drawing/2014/main" id="{06628AE9-BFB4-0F28-002A-7C431564D619}"/>
              </a:ext>
            </a:extLst>
          </p:cNvPr>
          <p:cNvSpPr/>
          <p:nvPr/>
        </p:nvSpPr>
        <p:spPr>
          <a:xfrm rot="16200000">
            <a:off x="7058439" y="2267271"/>
            <a:ext cx="640592" cy="561264"/>
          </a:xfrm>
          <a:custGeom>
            <a:avLst/>
            <a:gdLst>
              <a:gd name="connsiteX0" fmla="*/ 0 w 1583661"/>
              <a:gd name="connsiteY0" fmla="*/ 120833 h 1583661"/>
              <a:gd name="connsiteX1" fmla="*/ 120833 w 1583661"/>
              <a:gd name="connsiteY1" fmla="*/ 0 h 1583661"/>
              <a:gd name="connsiteX2" fmla="*/ 1462828 w 1583661"/>
              <a:gd name="connsiteY2" fmla="*/ 0 h 1583661"/>
              <a:gd name="connsiteX3" fmla="*/ 1583661 w 1583661"/>
              <a:gd name="connsiteY3" fmla="*/ 120833 h 1583661"/>
              <a:gd name="connsiteX4" fmla="*/ 1583661 w 1583661"/>
              <a:gd name="connsiteY4" fmla="*/ 1462828 h 1583661"/>
              <a:gd name="connsiteX5" fmla="*/ 1462828 w 1583661"/>
              <a:gd name="connsiteY5" fmla="*/ 1583661 h 1583661"/>
              <a:gd name="connsiteX6" fmla="*/ 120833 w 1583661"/>
              <a:gd name="connsiteY6" fmla="*/ 1583661 h 1583661"/>
              <a:gd name="connsiteX7" fmla="*/ 0 w 1583661"/>
              <a:gd name="connsiteY7" fmla="*/ 1462828 h 1583661"/>
              <a:gd name="connsiteX8" fmla="*/ 0 w 1583661"/>
              <a:gd name="connsiteY8" fmla="*/ 120833 h 1583661"/>
              <a:gd name="connsiteX0" fmla="*/ 0 w 1583661"/>
              <a:gd name="connsiteY0" fmla="*/ 131438 h 1594266"/>
              <a:gd name="connsiteX1" fmla="*/ 120833 w 1583661"/>
              <a:gd name="connsiteY1" fmla="*/ 10605 h 1594266"/>
              <a:gd name="connsiteX2" fmla="*/ 1113339 w 1583661"/>
              <a:gd name="connsiteY2" fmla="*/ 0 h 1594266"/>
              <a:gd name="connsiteX3" fmla="*/ 1462828 w 1583661"/>
              <a:gd name="connsiteY3" fmla="*/ 10605 h 1594266"/>
              <a:gd name="connsiteX4" fmla="*/ 1583661 w 1583661"/>
              <a:gd name="connsiteY4" fmla="*/ 131438 h 1594266"/>
              <a:gd name="connsiteX5" fmla="*/ 1583661 w 1583661"/>
              <a:gd name="connsiteY5" fmla="*/ 1473433 h 1594266"/>
              <a:gd name="connsiteX6" fmla="*/ 1462828 w 1583661"/>
              <a:gd name="connsiteY6" fmla="*/ 1594266 h 1594266"/>
              <a:gd name="connsiteX7" fmla="*/ 120833 w 1583661"/>
              <a:gd name="connsiteY7" fmla="*/ 1594266 h 1594266"/>
              <a:gd name="connsiteX8" fmla="*/ 0 w 1583661"/>
              <a:gd name="connsiteY8" fmla="*/ 1473433 h 1594266"/>
              <a:gd name="connsiteX9" fmla="*/ 0 w 1583661"/>
              <a:gd name="connsiteY9" fmla="*/ 131438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204779 w 1583661"/>
              <a:gd name="connsiteY9" fmla="*/ 91440 h 1594266"/>
              <a:gd name="connsiteX0" fmla="*/ 1113339 w 1583661"/>
              <a:gd name="connsiteY0" fmla="*/ 0 h 1594266"/>
              <a:gd name="connsiteX1" fmla="*/ 1462828 w 1583661"/>
              <a:gd name="connsiteY1" fmla="*/ 10605 h 1594266"/>
              <a:gd name="connsiteX2" fmla="*/ 1583661 w 1583661"/>
              <a:gd name="connsiteY2" fmla="*/ 131438 h 1594266"/>
              <a:gd name="connsiteX3" fmla="*/ 1583661 w 1583661"/>
              <a:gd name="connsiteY3" fmla="*/ 1473433 h 1594266"/>
              <a:gd name="connsiteX4" fmla="*/ 1462828 w 1583661"/>
              <a:gd name="connsiteY4" fmla="*/ 1594266 h 1594266"/>
              <a:gd name="connsiteX5" fmla="*/ 120833 w 1583661"/>
              <a:gd name="connsiteY5" fmla="*/ 1594266 h 1594266"/>
              <a:gd name="connsiteX6" fmla="*/ 0 w 1583661"/>
              <a:gd name="connsiteY6" fmla="*/ 1473433 h 1594266"/>
              <a:gd name="connsiteX7" fmla="*/ 0 w 1583661"/>
              <a:gd name="connsiteY7" fmla="*/ 131438 h 1594266"/>
              <a:gd name="connsiteX8" fmla="*/ 120833 w 1583661"/>
              <a:gd name="connsiteY8" fmla="*/ 10605 h 1594266"/>
              <a:gd name="connsiteX9" fmla="*/ 1015593 w 1583661"/>
              <a:gd name="connsiteY9" fmla="*/ 14865 h 1594266"/>
              <a:gd name="connsiteX0" fmla="*/ 1462828 w 1583661"/>
              <a:gd name="connsiteY0" fmla="*/ 0 h 1583661"/>
              <a:gd name="connsiteX1" fmla="*/ 1583661 w 1583661"/>
              <a:gd name="connsiteY1" fmla="*/ 120833 h 1583661"/>
              <a:gd name="connsiteX2" fmla="*/ 1583661 w 1583661"/>
              <a:gd name="connsiteY2" fmla="*/ 1462828 h 1583661"/>
              <a:gd name="connsiteX3" fmla="*/ 1462828 w 1583661"/>
              <a:gd name="connsiteY3" fmla="*/ 1583661 h 1583661"/>
              <a:gd name="connsiteX4" fmla="*/ 120833 w 1583661"/>
              <a:gd name="connsiteY4" fmla="*/ 1583661 h 1583661"/>
              <a:gd name="connsiteX5" fmla="*/ 0 w 1583661"/>
              <a:gd name="connsiteY5" fmla="*/ 1462828 h 1583661"/>
              <a:gd name="connsiteX6" fmla="*/ 0 w 1583661"/>
              <a:gd name="connsiteY6" fmla="*/ 120833 h 1583661"/>
              <a:gd name="connsiteX7" fmla="*/ 120833 w 1583661"/>
              <a:gd name="connsiteY7" fmla="*/ 0 h 1583661"/>
              <a:gd name="connsiteX8" fmla="*/ 1015593 w 1583661"/>
              <a:gd name="connsiteY8" fmla="*/ 4260 h 1583661"/>
              <a:gd name="connsiteX0" fmla="*/ 1583661 w 1583661"/>
              <a:gd name="connsiteY0" fmla="*/ 120833 h 1583661"/>
              <a:gd name="connsiteX1" fmla="*/ 1583661 w 1583661"/>
              <a:gd name="connsiteY1" fmla="*/ 1462828 h 1583661"/>
              <a:gd name="connsiteX2" fmla="*/ 1462828 w 1583661"/>
              <a:gd name="connsiteY2" fmla="*/ 1583661 h 1583661"/>
              <a:gd name="connsiteX3" fmla="*/ 120833 w 1583661"/>
              <a:gd name="connsiteY3" fmla="*/ 1583661 h 1583661"/>
              <a:gd name="connsiteX4" fmla="*/ 0 w 1583661"/>
              <a:gd name="connsiteY4" fmla="*/ 1462828 h 1583661"/>
              <a:gd name="connsiteX5" fmla="*/ 0 w 1583661"/>
              <a:gd name="connsiteY5" fmla="*/ 120833 h 1583661"/>
              <a:gd name="connsiteX6" fmla="*/ 120833 w 1583661"/>
              <a:gd name="connsiteY6" fmla="*/ 0 h 1583661"/>
              <a:gd name="connsiteX7" fmla="*/ 1015593 w 1583661"/>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123184 w 1586012"/>
              <a:gd name="connsiteY3" fmla="*/ 1583661 h 1583661"/>
              <a:gd name="connsiteX4" fmla="*/ 2351 w 1586012"/>
              <a:gd name="connsiteY4" fmla="*/ 1462828 h 1583661"/>
              <a:gd name="connsiteX5" fmla="*/ 0 w 1586012"/>
              <a:gd name="connsiteY5" fmla="*/ 891887 h 1583661"/>
              <a:gd name="connsiteX6" fmla="*/ 2351 w 1586012"/>
              <a:gd name="connsiteY6" fmla="*/ 120833 h 1583661"/>
              <a:gd name="connsiteX7" fmla="*/ 123184 w 1586012"/>
              <a:gd name="connsiteY7" fmla="*/ 0 h 1583661"/>
              <a:gd name="connsiteX8" fmla="*/ 1017944 w 1586012"/>
              <a:gd name="connsiteY8" fmla="*/ 4260 h 1583661"/>
              <a:gd name="connsiteX0" fmla="*/ 1608572 w 1608572"/>
              <a:gd name="connsiteY0" fmla="*/ 120833 h 1583661"/>
              <a:gd name="connsiteX1" fmla="*/ 1608572 w 1608572"/>
              <a:gd name="connsiteY1" fmla="*/ 1462828 h 1583661"/>
              <a:gd name="connsiteX2" fmla="*/ 1487739 w 1608572"/>
              <a:gd name="connsiteY2" fmla="*/ 1583661 h 1583661"/>
              <a:gd name="connsiteX3" fmla="*/ 145744 w 1608572"/>
              <a:gd name="connsiteY3" fmla="*/ 1583661 h 1583661"/>
              <a:gd name="connsiteX4" fmla="*/ 22560 w 1608572"/>
              <a:gd name="connsiteY4" fmla="*/ 891887 h 1583661"/>
              <a:gd name="connsiteX5" fmla="*/ 24911 w 1608572"/>
              <a:gd name="connsiteY5" fmla="*/ 120833 h 1583661"/>
              <a:gd name="connsiteX6" fmla="*/ 145744 w 1608572"/>
              <a:gd name="connsiteY6" fmla="*/ 0 h 1583661"/>
              <a:gd name="connsiteX7" fmla="*/ 1040504 w 1608572"/>
              <a:gd name="connsiteY7" fmla="*/ 4260 h 1583661"/>
              <a:gd name="connsiteX0" fmla="*/ 1586012 w 1586012"/>
              <a:gd name="connsiteY0" fmla="*/ 120833 h 1583661"/>
              <a:gd name="connsiteX1" fmla="*/ 1586012 w 1586012"/>
              <a:gd name="connsiteY1" fmla="*/ 1462828 h 1583661"/>
              <a:gd name="connsiteX2" fmla="*/ 1465179 w 1586012"/>
              <a:gd name="connsiteY2" fmla="*/ 1583661 h 1583661"/>
              <a:gd name="connsiteX3" fmla="*/ 0 w 1586012"/>
              <a:gd name="connsiteY3" fmla="*/ 891887 h 1583661"/>
              <a:gd name="connsiteX4" fmla="*/ 2351 w 1586012"/>
              <a:gd name="connsiteY4" fmla="*/ 120833 h 1583661"/>
              <a:gd name="connsiteX5" fmla="*/ 123184 w 1586012"/>
              <a:gd name="connsiteY5" fmla="*/ 0 h 1583661"/>
              <a:gd name="connsiteX6" fmla="*/ 1017944 w 1586012"/>
              <a:gd name="connsiteY6" fmla="*/ 4260 h 1583661"/>
              <a:gd name="connsiteX0" fmla="*/ 1586012 w 1586012"/>
              <a:gd name="connsiteY0" fmla="*/ 120833 h 1484491"/>
              <a:gd name="connsiteX1" fmla="*/ 1586012 w 1586012"/>
              <a:gd name="connsiteY1" fmla="*/ 1462828 h 1484491"/>
              <a:gd name="connsiteX2" fmla="*/ 0 w 1586012"/>
              <a:gd name="connsiteY2" fmla="*/ 891887 h 1484491"/>
              <a:gd name="connsiteX3" fmla="*/ 2351 w 1586012"/>
              <a:gd name="connsiteY3" fmla="*/ 120833 h 1484491"/>
              <a:gd name="connsiteX4" fmla="*/ 123184 w 1586012"/>
              <a:gd name="connsiteY4" fmla="*/ 0 h 1484491"/>
              <a:gd name="connsiteX5" fmla="*/ 1017944 w 1586012"/>
              <a:gd name="connsiteY5" fmla="*/ 4260 h 1484491"/>
              <a:gd name="connsiteX0" fmla="*/ 1586012 w 1586012"/>
              <a:gd name="connsiteY0" fmla="*/ 120833 h 891887"/>
              <a:gd name="connsiteX1" fmla="*/ 0 w 1586012"/>
              <a:gd name="connsiteY1" fmla="*/ 891887 h 891887"/>
              <a:gd name="connsiteX2" fmla="*/ 2351 w 1586012"/>
              <a:gd name="connsiteY2" fmla="*/ 120833 h 891887"/>
              <a:gd name="connsiteX3" fmla="*/ 123184 w 1586012"/>
              <a:gd name="connsiteY3" fmla="*/ 0 h 891887"/>
              <a:gd name="connsiteX4" fmla="*/ 1017944 w 1586012"/>
              <a:gd name="connsiteY4" fmla="*/ 4260 h 891887"/>
              <a:gd name="connsiteX0" fmla="*/ 0 w 1017944"/>
              <a:gd name="connsiteY0" fmla="*/ 891887 h 891887"/>
              <a:gd name="connsiteX1" fmla="*/ 2351 w 1017944"/>
              <a:gd name="connsiteY1" fmla="*/ 120833 h 891887"/>
              <a:gd name="connsiteX2" fmla="*/ 123184 w 1017944"/>
              <a:gd name="connsiteY2" fmla="*/ 0 h 891887"/>
              <a:gd name="connsiteX3" fmla="*/ 1017944 w 1017944"/>
              <a:gd name="connsiteY3" fmla="*/ 4260 h 891887"/>
            </a:gdLst>
            <a:ahLst/>
            <a:cxnLst>
              <a:cxn ang="0">
                <a:pos x="connsiteX0" y="connsiteY0"/>
              </a:cxn>
              <a:cxn ang="0">
                <a:pos x="connsiteX1" y="connsiteY1"/>
              </a:cxn>
              <a:cxn ang="0">
                <a:pos x="connsiteX2" y="connsiteY2"/>
              </a:cxn>
              <a:cxn ang="0">
                <a:pos x="connsiteX3" y="connsiteY3"/>
              </a:cxn>
            </a:cxnLst>
            <a:rect l="l" t="t" r="r" b="b"/>
            <a:pathLst>
              <a:path w="1017944" h="891887">
                <a:moveTo>
                  <a:pt x="0" y="891887"/>
                </a:moveTo>
                <a:cubicBezTo>
                  <a:pt x="784" y="634869"/>
                  <a:pt x="1567" y="377851"/>
                  <a:pt x="2351" y="120833"/>
                </a:cubicBezTo>
                <a:cubicBezTo>
                  <a:pt x="2351" y="54099"/>
                  <a:pt x="56450" y="0"/>
                  <a:pt x="123184" y="0"/>
                </a:cubicBezTo>
                <a:lnTo>
                  <a:pt x="1017944" y="4260"/>
                </a:lnTo>
              </a:path>
            </a:pathLst>
          </a:custGeom>
          <a:noFill/>
          <a:ln w="19050" cap="flat">
            <a:solidFill>
              <a:schemeClr val="tx1"/>
            </a:solidFill>
            <a:prstDash val="solid"/>
            <a:miter/>
            <a:headEnd type="none" w="lg" len="med"/>
            <a:tailEnd type="triangle" w="lg" len="lg"/>
          </a:ln>
        </p:spPr>
        <p:txBody>
          <a:bodyPr rtlCol="0" anchor="ctr"/>
          <a:lstStyle/>
          <a:p>
            <a:pPr marL="0" marR="0" lvl="0" indent="0"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cs typeface="Ember Modern Text" panose="020B0503020204020204" pitchFamily="34" charset="0"/>
              <a:sym typeface="Ember Modern Text" panose="020B0503020204020204" pitchFamily="34" charset="0"/>
            </a:endParaRPr>
          </a:p>
        </p:txBody>
      </p:sp>
      <p:sp>
        <p:nvSpPr>
          <p:cNvPr id="34" name="Rounded Rectangle 72">
            <a:extLst>
              <a:ext uri="{FF2B5EF4-FFF2-40B4-BE49-F238E27FC236}">
                <a16:creationId xmlns:a16="http://schemas.microsoft.com/office/drawing/2014/main" id="{41EADF09-8D7D-21AF-E2A2-412897E43683}"/>
              </a:ext>
            </a:extLst>
          </p:cNvPr>
          <p:cNvSpPr/>
          <p:nvPr/>
        </p:nvSpPr>
        <p:spPr>
          <a:xfrm>
            <a:off x="571500" y="2064572"/>
            <a:ext cx="2538772" cy="1939235"/>
          </a:xfrm>
          <a:prstGeom prst="roundRect">
            <a:avLst>
              <a:gd name="adj" fmla="val 0"/>
            </a:avLst>
          </a:prstGeom>
          <a:noFill/>
          <a:ln w="19050" cap="flat" cmpd="sng" algn="ctr">
            <a:solidFill>
              <a:schemeClr val="tx1"/>
            </a:solidFill>
            <a:prstDash val="solid"/>
            <a:miter lim="800000"/>
          </a:ln>
          <a:effectLst/>
        </p:spPr>
        <p:txBody>
          <a:bodyPr rtlCol="0" anchor="ctr"/>
          <a:lstStyle/>
          <a:p>
            <a:pPr marL="0" marR="0" lvl="0" indent="0" algn="ctr"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ea typeface="+mn-ea"/>
              <a:cs typeface="+mn-cs"/>
              <a:sym typeface="Ember Modern Text" panose="020B0503020204020204" pitchFamily="34" charset="0"/>
            </a:endParaRPr>
          </a:p>
        </p:txBody>
      </p:sp>
      <p:sp>
        <p:nvSpPr>
          <p:cNvPr id="35" name="Rounded Rectangle 73">
            <a:extLst>
              <a:ext uri="{FF2B5EF4-FFF2-40B4-BE49-F238E27FC236}">
                <a16:creationId xmlns:a16="http://schemas.microsoft.com/office/drawing/2014/main" id="{AFF689F6-9A3F-D8F2-C17C-0B0711EED844}"/>
              </a:ext>
            </a:extLst>
          </p:cNvPr>
          <p:cNvSpPr/>
          <p:nvPr/>
        </p:nvSpPr>
        <p:spPr>
          <a:xfrm>
            <a:off x="541288" y="4216947"/>
            <a:ext cx="2563816" cy="1775165"/>
          </a:xfrm>
          <a:prstGeom prst="roundRect">
            <a:avLst>
              <a:gd name="adj" fmla="val 0"/>
            </a:avLst>
          </a:prstGeom>
          <a:solidFill>
            <a:schemeClr val="tx1">
              <a:alpha val="20000"/>
            </a:schemeClr>
          </a:solidFill>
          <a:ln w="25400" cap="flat" cmpd="sng" algn="ctr">
            <a:noFill/>
            <a:prstDash val="solid"/>
            <a:miter lim="800000"/>
          </a:ln>
          <a:effectLst/>
        </p:spPr>
        <p:txBody>
          <a:bodyPr rtlCol="0" anchor="ctr"/>
          <a:lstStyle/>
          <a:p>
            <a:pPr marL="0" marR="0" lvl="0" indent="0" algn="ctr" defTabSz="1904061" eaLnBrk="1" fontAlgn="auto" latinLnBrk="0" hangingPunct="1">
              <a:lnSpc>
                <a:spcPct val="100000"/>
              </a:lnSpc>
              <a:spcBef>
                <a:spcPts val="0"/>
              </a:spcBef>
              <a:spcAft>
                <a:spcPts val="0"/>
              </a:spcAft>
              <a:buClrTx/>
              <a:buSzTx/>
              <a:buFont typeface="Ember Modern Text" panose="020B0503020204020204" pitchFamily="34" charset="0"/>
              <a:buNone/>
              <a:tabLst/>
              <a:defRPr/>
            </a:pPr>
            <a:endParaRPr kumimoji="0" lang="en-US" sz="7495" b="0" i="0" u="none" strike="noStrike" kern="0" cap="none" spc="0" normalizeH="0" baseline="0" noProof="0">
              <a:ln>
                <a:noFill/>
              </a:ln>
              <a:solidFill>
                <a:srgbClr val="FFFFFF"/>
              </a:solidFill>
              <a:effectLst/>
              <a:uLnTx/>
              <a:uFillTx/>
              <a:latin typeface="Ember Modern Text" panose="020B0503020204020204" pitchFamily="34" charset="0"/>
              <a:ea typeface="+mn-ea"/>
              <a:cs typeface="+mn-cs"/>
              <a:sym typeface="Ember Modern Text" panose="020B0503020204020204" pitchFamily="34" charset="0"/>
            </a:endParaRPr>
          </a:p>
        </p:txBody>
      </p:sp>
      <p:sp>
        <p:nvSpPr>
          <p:cNvPr id="36" name="Rounded Rectangle 78">
            <a:extLst>
              <a:ext uri="{FF2B5EF4-FFF2-40B4-BE49-F238E27FC236}">
                <a16:creationId xmlns:a16="http://schemas.microsoft.com/office/drawing/2014/main" id="{3CCBBE6D-FFAA-683A-C833-C0BC1FDF9873}"/>
              </a:ext>
            </a:extLst>
          </p:cNvPr>
          <p:cNvSpPr/>
          <p:nvPr/>
        </p:nvSpPr>
        <p:spPr>
          <a:xfrm>
            <a:off x="3523730" y="5512063"/>
            <a:ext cx="2062578" cy="469595"/>
          </a:xfrm>
          <a:prstGeom prst="roundRect">
            <a:avLst>
              <a:gd name="adj" fmla="val 0"/>
            </a:avLst>
          </a:prstGeom>
          <a:noFill/>
          <a:ln w="19050" cap="flat" cmpd="sng" algn="ctr">
            <a:solidFill>
              <a:schemeClr val="accent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FFFFF"/>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endParaRPr>
          </a:p>
        </p:txBody>
      </p:sp>
      <p:sp>
        <p:nvSpPr>
          <p:cNvPr id="37" name="Rounded Rectangle 79">
            <a:extLst>
              <a:ext uri="{FF2B5EF4-FFF2-40B4-BE49-F238E27FC236}">
                <a16:creationId xmlns:a16="http://schemas.microsoft.com/office/drawing/2014/main" id="{1B92A84A-0562-4CD6-7947-5B23105AEC42}"/>
              </a:ext>
            </a:extLst>
          </p:cNvPr>
          <p:cNvSpPr/>
          <p:nvPr/>
        </p:nvSpPr>
        <p:spPr>
          <a:xfrm>
            <a:off x="3523730" y="4869731"/>
            <a:ext cx="2062578" cy="469595"/>
          </a:xfrm>
          <a:prstGeom prst="roundRect">
            <a:avLst>
              <a:gd name="adj" fmla="val 0"/>
            </a:avLst>
          </a:prstGeom>
          <a:noFill/>
          <a:ln w="1905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Ember Modern Text" panose="020B0503020204020204" pitchFamily="34" charset="0"/>
              <a:ea typeface="Ember Modern Text" panose="020B0503020204020204" pitchFamily="34" charset="0"/>
              <a:cs typeface="Ember Modern Text" panose="020B0503020204020204" pitchFamily="34" charset="0"/>
            </a:endParaRPr>
          </a:p>
        </p:txBody>
      </p:sp>
      <p:sp>
        <p:nvSpPr>
          <p:cNvPr id="38" name="Rounded Rectangle 81">
            <a:extLst>
              <a:ext uri="{FF2B5EF4-FFF2-40B4-BE49-F238E27FC236}">
                <a16:creationId xmlns:a16="http://schemas.microsoft.com/office/drawing/2014/main" id="{22712F38-D87C-1772-050F-BBDDE3567A4D}"/>
              </a:ext>
            </a:extLst>
          </p:cNvPr>
          <p:cNvSpPr/>
          <p:nvPr/>
        </p:nvSpPr>
        <p:spPr>
          <a:xfrm>
            <a:off x="3523729" y="4230537"/>
            <a:ext cx="2062578" cy="469595"/>
          </a:xfrm>
          <a:prstGeom prst="roundRect">
            <a:avLst>
              <a:gd name="adj" fmla="val 0"/>
            </a:avLst>
          </a:prstGeom>
          <a:noFill/>
          <a:ln w="19050" cap="flat" cmpd="sng" algn="ctr">
            <a:solidFill>
              <a:schemeClr val="accent1"/>
            </a:solidFill>
            <a:prstDash val="solid"/>
            <a:miter lim="800000"/>
          </a:ln>
          <a:effectLst/>
        </p:spPr>
        <p:txBody>
          <a:bodyPr lIns="182880" tIns="91440" rIns="182880" bIns="91440" rtlCol="0" anchor="ctr">
            <a:norm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Ember Modern Text" panose="020B0503020204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Ember Modern Text" panose="020B0503020204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Ember Modern Text" panose="020B0503020204020204" pitchFamily="34" charset="0"/>
              <a:ea typeface="+mn-ea"/>
              <a:cs typeface="+mn-cs"/>
            </a:endParaRPr>
          </a:p>
        </p:txBody>
      </p:sp>
      <p:cxnSp>
        <p:nvCxnSpPr>
          <p:cNvPr id="41" name="Straight Connector 40">
            <a:extLst>
              <a:ext uri="{FF2B5EF4-FFF2-40B4-BE49-F238E27FC236}">
                <a16:creationId xmlns:a16="http://schemas.microsoft.com/office/drawing/2014/main" id="{E59B5203-3F31-82A7-4556-EBE170A5C984}"/>
              </a:ext>
            </a:extLst>
          </p:cNvPr>
          <p:cNvCxnSpPr>
            <a:cxnSpLocks/>
          </p:cNvCxnSpPr>
          <p:nvPr/>
        </p:nvCxnSpPr>
        <p:spPr>
          <a:xfrm>
            <a:off x="6474538" y="2074175"/>
            <a:ext cx="0" cy="3988633"/>
          </a:xfrm>
          <a:prstGeom prst="line">
            <a:avLst/>
          </a:prstGeom>
          <a:noFill/>
          <a:ln w="25400" cap="flat" cmpd="sng" algn="ctr">
            <a:solidFill>
              <a:schemeClr val="tx1"/>
            </a:solidFill>
            <a:prstDash val="solid"/>
            <a:miter lim="800000"/>
          </a:ln>
          <a:effectLst/>
        </p:spPr>
      </p:cxnSp>
      <p:cxnSp>
        <p:nvCxnSpPr>
          <p:cNvPr id="42" name="Straight Connector 41">
            <a:extLst>
              <a:ext uri="{FF2B5EF4-FFF2-40B4-BE49-F238E27FC236}">
                <a16:creationId xmlns:a16="http://schemas.microsoft.com/office/drawing/2014/main" id="{BA46D0AD-ECEB-59BC-CA87-ABF799C104C8}"/>
              </a:ext>
            </a:extLst>
          </p:cNvPr>
          <p:cNvCxnSpPr>
            <a:cxnSpLocks/>
          </p:cNvCxnSpPr>
          <p:nvPr/>
        </p:nvCxnSpPr>
        <p:spPr>
          <a:xfrm>
            <a:off x="6093538" y="2074175"/>
            <a:ext cx="0" cy="3988633"/>
          </a:xfrm>
          <a:prstGeom prst="line">
            <a:avLst/>
          </a:prstGeom>
          <a:noFill/>
          <a:ln w="25400" cap="flat" cmpd="sng" algn="ctr">
            <a:solidFill>
              <a:schemeClr val="accent1"/>
            </a:solidFill>
            <a:prstDash val="solid"/>
            <a:miter lim="800000"/>
          </a:ln>
          <a:effectLst/>
        </p:spPr>
      </p:cxnSp>
      <p:sp>
        <p:nvSpPr>
          <p:cNvPr id="43" name="Rounded Rectangle 7">
            <a:extLst>
              <a:ext uri="{FF2B5EF4-FFF2-40B4-BE49-F238E27FC236}">
                <a16:creationId xmlns:a16="http://schemas.microsoft.com/office/drawing/2014/main" id="{19622918-33D2-C45A-EFC6-5A140D98AF47}"/>
              </a:ext>
            </a:extLst>
          </p:cNvPr>
          <p:cNvSpPr/>
          <p:nvPr/>
        </p:nvSpPr>
        <p:spPr>
          <a:xfrm>
            <a:off x="3523729" y="2040229"/>
            <a:ext cx="1363373" cy="352437"/>
          </a:xfrm>
          <a:prstGeom prst="roundRect">
            <a:avLst>
              <a:gd name="adj" fmla="val 0"/>
            </a:avLst>
          </a:prstGeom>
          <a:solidFill>
            <a:schemeClr val="tx1"/>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i="0" u="none" strike="noStrike" kern="0" cap="none" normalizeH="0" noProof="0" dirty="0">
                <a:ln>
                  <a:noFill/>
                </a:ln>
                <a:solidFill>
                  <a:schemeClr val="bg1"/>
                </a:solidFill>
                <a:effectLst/>
                <a:uLnTx/>
                <a:uFillTx/>
                <a:latin typeface="+mj-lt"/>
                <a:ea typeface="Ember Modern SemiMono Beta 08" panose="020B0503020204020204" pitchFamily="34" charset="0"/>
                <a:cs typeface="Ember Modern SemiMono Beta 08" panose="020B0503020204020204" pitchFamily="34" charset="0"/>
              </a:rPr>
              <a:t>Improved</a:t>
            </a:r>
          </a:p>
        </p:txBody>
      </p:sp>
      <p:sp>
        <p:nvSpPr>
          <p:cNvPr id="46" name="Rounded Rectangle 7">
            <a:extLst>
              <a:ext uri="{FF2B5EF4-FFF2-40B4-BE49-F238E27FC236}">
                <a16:creationId xmlns:a16="http://schemas.microsoft.com/office/drawing/2014/main" id="{59B8B208-61DC-E196-9039-60A396E81BE2}"/>
              </a:ext>
            </a:extLst>
          </p:cNvPr>
          <p:cNvSpPr/>
          <p:nvPr/>
        </p:nvSpPr>
        <p:spPr>
          <a:xfrm>
            <a:off x="3523730" y="3374523"/>
            <a:ext cx="1095404" cy="612230"/>
          </a:xfrm>
          <a:prstGeom prst="roundRect">
            <a:avLst>
              <a:gd name="adj" fmla="val 0"/>
            </a:avLst>
          </a:prstGeom>
          <a:solidFill>
            <a:schemeClr val="accent2"/>
          </a:solidFill>
          <a:ln w="19050" cap="flat" cmpd="sng" algn="ctr">
            <a:noFill/>
            <a:prstDash val="solid"/>
            <a:miter lim="800000"/>
          </a:ln>
          <a:effectLst/>
        </p:spPr>
        <p:txBody>
          <a:bodyPr lIns="36576" tIns="27432" rIns="0" bIns="0" rtlCol="0" anchor="ctr"/>
          <a:lstStyle/>
          <a:p>
            <a:pPr marL="0" marR="0" lvl="0" indent="0" algn="ctr" defTabSz="914411" rtl="0" eaLnBrk="1" fontAlgn="auto" latinLnBrk="0" hangingPunct="1">
              <a:lnSpc>
                <a:spcPct val="100000"/>
              </a:lnSpc>
              <a:spcBef>
                <a:spcPts val="0"/>
              </a:spcBef>
              <a:spcAft>
                <a:spcPts val="0"/>
              </a:spcAft>
              <a:buClrTx/>
              <a:buSzTx/>
              <a:buFontTx/>
              <a:buNone/>
              <a:tabLst/>
              <a:defRPr/>
            </a:pPr>
            <a:r>
              <a:rPr kumimoji="0" lang="en-US" sz="1600" i="0" u="none" strike="noStrike" kern="0" cap="all" spc="400" normalizeH="0" noProof="0" dirty="0">
                <a:ln>
                  <a:noFill/>
                </a:ln>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rPr>
              <a:t>New</a:t>
            </a:r>
          </a:p>
        </p:txBody>
      </p:sp>
      <p:sp>
        <p:nvSpPr>
          <p:cNvPr id="48" name="Rectangle 47">
            <a:extLst>
              <a:ext uri="{FF2B5EF4-FFF2-40B4-BE49-F238E27FC236}">
                <a16:creationId xmlns:a16="http://schemas.microsoft.com/office/drawing/2014/main" id="{A6CFE3D6-C650-1114-482C-11283A1A38E5}"/>
              </a:ext>
            </a:extLst>
          </p:cNvPr>
          <p:cNvSpPr/>
          <p:nvPr/>
        </p:nvSpPr>
        <p:spPr>
          <a:xfrm>
            <a:off x="3523729" y="2668341"/>
            <a:ext cx="807169" cy="4288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18872"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i="0" u="none" strike="noStrike" kern="0" cap="none" spc="300" normalizeH="0" baseline="0" noProof="0" dirty="0">
                <a:ln>
                  <a:noFill/>
                </a:ln>
                <a:solidFill>
                  <a:schemeClr val="tx1"/>
                </a:solidFill>
                <a:effectLst/>
                <a:uLnTx/>
                <a:uFillTx/>
                <a:latin typeface="Ember Modern SemiMono Beta 08" panose="020B0503020204020204" pitchFamily="34" charset="0"/>
                <a:ea typeface="Ember Modern SemiMono Beta 08" panose="020B0503020204020204" pitchFamily="34" charset="0"/>
                <a:cs typeface="Ember Modern SemiMono Beta 08" panose="020B0503020204020204" pitchFamily="34" charset="0"/>
                <a:sym typeface="Ember Modern Text" panose="020B0503020204020204" pitchFamily="34" charset="0"/>
              </a:rPr>
              <a:t>01</a:t>
            </a:r>
          </a:p>
        </p:txBody>
      </p:sp>
    </p:spTree>
    <p:extLst>
      <p:ext uri="{BB962C8B-B14F-4D97-AF65-F5344CB8AC3E}">
        <p14:creationId xmlns:p14="http://schemas.microsoft.com/office/powerpoint/2010/main" val="39720838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AWS reInvent 26">
  <a:themeElements>
    <a:clrScheme name="reInvent 26 V2">
      <a:dk1>
        <a:sysClr val="windowText" lastClr="000000"/>
      </a:dk1>
      <a:lt1>
        <a:sysClr val="window" lastClr="FFFFFF"/>
      </a:lt1>
      <a:dk2>
        <a:srgbClr val="7E7A72"/>
      </a:dk2>
      <a:lt2>
        <a:srgbClr val="F5F3EF"/>
      </a:lt2>
      <a:accent1>
        <a:srgbClr val="FF6200"/>
      </a:accent1>
      <a:accent2>
        <a:srgbClr val="F3C300"/>
      </a:accent2>
      <a:accent3>
        <a:srgbClr val="FF4D8B"/>
      </a:accent3>
      <a:accent4>
        <a:srgbClr val="B052FF"/>
      </a:accent4>
      <a:accent5>
        <a:srgbClr val="0578FF"/>
      </a:accent5>
      <a:accent6>
        <a:srgbClr val="6EE750"/>
      </a:accent6>
      <a:hlink>
        <a:srgbClr val="68ADFF"/>
      </a:hlink>
      <a:folHlink>
        <a:srgbClr val="68ADFF"/>
      </a:folHlink>
    </a:clrScheme>
    <a:fontScheme name="reInvent 26 V1">
      <a:majorFont>
        <a:latin typeface="Ember Modern Display Medium"/>
        <a:ea typeface=""/>
        <a:cs typeface=""/>
      </a:majorFont>
      <a:minorFont>
        <a:latin typeface="Ember Modern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err="1"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9050" cap="flat">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spAutoFit/>
      </a:bodyPr>
      <a:lstStyle>
        <a:defPPr algn="l">
          <a:defRPr dirty="0" err="1" smtClean="0"/>
        </a:defPPr>
      </a:lstStyle>
    </a:txDef>
  </a:objectDefaults>
  <a:extraClrSchemeLst/>
  <a:extLst>
    <a:ext uri="{05A4C25C-085E-4340-85A3-A5531E510DB2}">
      <thm15:themeFamily xmlns:thm15="http://schemas.microsoft.com/office/thememl/2012/main" name="Presentation2" id="{1764E263-A14C-4332-960F-BD35B3A60083}" vid="{695226D9-C674-46D6-9D97-2D3A5FC6DFC9}"/>
    </a:ext>
  </a:extLst>
</a:theme>
</file>

<file path=ppt/theme/theme2.xml><?xml version="1.0" encoding="utf-8"?>
<a:theme xmlns:a="http://schemas.openxmlformats.org/drawingml/2006/main" name="Office Theme">
  <a:themeElements>
    <a:clrScheme name="reInvent 26 V2">
      <a:dk1>
        <a:sysClr val="windowText" lastClr="000000"/>
      </a:dk1>
      <a:lt1>
        <a:sysClr val="window" lastClr="FFFFFF"/>
      </a:lt1>
      <a:dk2>
        <a:srgbClr val="232F3E"/>
      </a:dk2>
      <a:lt2>
        <a:srgbClr val="F5F3EF"/>
      </a:lt2>
      <a:accent1>
        <a:srgbClr val="FF6200"/>
      </a:accent1>
      <a:accent2>
        <a:srgbClr val="F3C300"/>
      </a:accent2>
      <a:accent3>
        <a:srgbClr val="FF4D8B"/>
      </a:accent3>
      <a:accent4>
        <a:srgbClr val="B052FF"/>
      </a:accent4>
      <a:accent5>
        <a:srgbClr val="0578FF"/>
      </a:accent5>
      <a:accent6>
        <a:srgbClr val="6EE750"/>
      </a:accent6>
      <a:hlink>
        <a:srgbClr val="0578FF"/>
      </a:hlink>
      <a:folHlink>
        <a:srgbClr val="0578FF"/>
      </a:folHlink>
    </a:clrScheme>
    <a:fontScheme name="reInvent 26 V1">
      <a:majorFont>
        <a:latin typeface="Ember Modern Display Medium"/>
        <a:ea typeface=""/>
        <a:cs typeface=""/>
      </a:majorFont>
      <a:minorFont>
        <a:latin typeface="Ember Modern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reInvent 26 V2">
      <a:dk1>
        <a:sysClr val="windowText" lastClr="000000"/>
      </a:dk1>
      <a:lt1>
        <a:sysClr val="window" lastClr="FFFFFF"/>
      </a:lt1>
      <a:dk2>
        <a:srgbClr val="232F3E"/>
      </a:dk2>
      <a:lt2>
        <a:srgbClr val="F5F3EF"/>
      </a:lt2>
      <a:accent1>
        <a:srgbClr val="FF6200"/>
      </a:accent1>
      <a:accent2>
        <a:srgbClr val="F3C300"/>
      </a:accent2>
      <a:accent3>
        <a:srgbClr val="FF4D8B"/>
      </a:accent3>
      <a:accent4>
        <a:srgbClr val="B052FF"/>
      </a:accent4>
      <a:accent5>
        <a:srgbClr val="0578FF"/>
      </a:accent5>
      <a:accent6>
        <a:srgbClr val="6EE750"/>
      </a:accent6>
      <a:hlink>
        <a:srgbClr val="0578FF"/>
      </a:hlink>
      <a:folHlink>
        <a:srgbClr val="0578FF"/>
      </a:folHlink>
    </a:clrScheme>
    <a:fontScheme name="reInvent 26 V1">
      <a:majorFont>
        <a:latin typeface="Ember Modern Display Medium"/>
        <a:ea typeface=""/>
        <a:cs typeface=""/>
      </a:majorFont>
      <a:minorFont>
        <a:latin typeface="Ember Modern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AWS_RIV">
    <a:dk1>
      <a:srgbClr val="FFFFFF"/>
    </a:dk1>
    <a:lt1>
      <a:srgbClr val="232E3D"/>
    </a:lt1>
    <a:dk2>
      <a:srgbClr val="E7E7E7"/>
    </a:dk2>
    <a:lt2>
      <a:srgbClr val="232E3D"/>
    </a:lt2>
    <a:accent1>
      <a:srgbClr val="43004C"/>
    </a:accent1>
    <a:accent2>
      <a:srgbClr val="AA0071"/>
    </a:accent2>
    <a:accent3>
      <a:srgbClr val="942EFF"/>
    </a:accent3>
    <a:accent4>
      <a:srgbClr val="E333FF"/>
    </a:accent4>
    <a:accent5>
      <a:srgbClr val="007DFF"/>
    </a:accent5>
    <a:accent6>
      <a:srgbClr val="00D5C7"/>
    </a:accent6>
    <a:hlink>
      <a:srgbClr val="2E77FA"/>
    </a:hlink>
    <a:folHlink>
      <a:srgbClr val="2E77FA"/>
    </a:folHlink>
  </a:clrScheme>
  <a:fontScheme name="Office">
    <a:majorFont>
      <a:latin typeface="AmazonEmberDisplay_Bd.ttf"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mazonEmberDisplay_Rg.ttf"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AWS_RIV">
    <a:dk1>
      <a:srgbClr val="FFFFFF"/>
    </a:dk1>
    <a:lt1>
      <a:srgbClr val="232E3D"/>
    </a:lt1>
    <a:dk2>
      <a:srgbClr val="E7E7E7"/>
    </a:dk2>
    <a:lt2>
      <a:srgbClr val="232E3D"/>
    </a:lt2>
    <a:accent1>
      <a:srgbClr val="43004C"/>
    </a:accent1>
    <a:accent2>
      <a:srgbClr val="AA0071"/>
    </a:accent2>
    <a:accent3>
      <a:srgbClr val="942EFF"/>
    </a:accent3>
    <a:accent4>
      <a:srgbClr val="E333FF"/>
    </a:accent4>
    <a:accent5>
      <a:srgbClr val="007DFF"/>
    </a:accent5>
    <a:accent6>
      <a:srgbClr val="00D5C7"/>
    </a:accent6>
    <a:hlink>
      <a:srgbClr val="2E77FA"/>
    </a:hlink>
    <a:folHlink>
      <a:srgbClr val="2E77FA"/>
    </a:folHlink>
  </a:clrScheme>
  <a:fontScheme name="Office">
    <a:majorFont>
      <a:latin typeface="AmazonEmberDisplay_Bd.ttf"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mazonEmberDisplay_Rg.ttf"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
  <Relationship Id="rId1" Type="http://schemas.microsoft.com/office/2011/relationships/webextension" Target="webextension1.xml"/>
</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E9B7388-D3D4-4612-B479-6D06ACD7AB9A}">
  <we:reference id="WA200010606" version="1.0.10036.0" store="en-us"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da415b8-1ef7-4544-812b-494f68f6f6de">
      <Terms xmlns="http://schemas.microsoft.com/office/infopath/2007/PartnerControls"/>
    </lcf76f155ced4ddcb4097134ff3c332f>
    <TaxCatchAll xmlns="f74c7e22-0077-4c7e-9325-8e2e82e04a65"/>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530ED623678BD409B9FFD12B25FADCF" ma:contentTypeVersion="12" ma:contentTypeDescription="Create a new document." ma:contentTypeScope="" ma:versionID="3e4c3ec8731ecc5e16b297f346557906">
  <xsd:schema xmlns:xsd="http://www.w3.org/2001/XMLSchema" xmlns:xs="http://www.w3.org/2001/XMLSchema" xmlns:p="http://schemas.microsoft.com/office/2006/metadata/properties" xmlns:ns2="cda415b8-1ef7-4544-812b-494f68f6f6de" xmlns:ns3="f74c7e22-0077-4c7e-9325-8e2e82e04a65" targetNamespace="http://schemas.microsoft.com/office/2006/metadata/properties" ma:root="true" ma:fieldsID="38cea5c2612276267bb25dfb5822df82" ns2:_="" ns3:_="">
    <xsd:import namespace="cda415b8-1ef7-4544-812b-494f68f6f6de"/>
    <xsd:import namespace="f74c7e22-0077-4c7e-9325-8e2e82e04a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a415b8-1ef7-4544-812b-494f68f6f6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7839dc8-c537-42b6-a5a9-a537040d25b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74c7e22-0077-4c7e-9325-8e2e82e04a6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e3ed127-8361-4f5b-92cc-1ab652c222db}" ma:internalName="TaxCatchAll" ma:showField="CatchAllData" ma:web="f74c7e22-0077-4c7e-9325-8e2e82e04a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414A46-590A-4832-8846-8DAF7F180301}">
  <ds:schemaRefs>
    <ds:schemaRef ds:uri="http://schemas.microsoft.com/sharepoint/v3/contenttype/forms"/>
  </ds:schemaRefs>
</ds:datastoreItem>
</file>

<file path=customXml/itemProps2.xml><?xml version="1.0" encoding="utf-8"?>
<ds:datastoreItem xmlns:ds="http://schemas.openxmlformats.org/officeDocument/2006/customXml" ds:itemID="{91C8CD74-0702-4BA2-B1FB-9AF678C54C6C}">
  <ds:schemaRefs>
    <ds:schemaRef ds:uri="http://www.w3.org/XML/1998/namespace"/>
    <ds:schemaRef ds:uri="http://purl.org/dc/dcmitype/"/>
    <ds:schemaRef ds:uri="http://schemas.microsoft.com/office/2006/metadata/properties"/>
    <ds:schemaRef ds:uri="http://purl.org/dc/elements/1.1/"/>
    <ds:schemaRef ds:uri="http://schemas.microsoft.com/office/2006/documentManagement/types"/>
    <ds:schemaRef ds:uri="http://schemas.openxmlformats.org/package/2006/metadata/core-properties"/>
    <ds:schemaRef ds:uri="f74c7e22-0077-4c7e-9325-8e2e82e04a65"/>
    <ds:schemaRef ds:uri="cda415b8-1ef7-4544-812b-494f68f6f6de"/>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709D0A16-69CD-4BF2-97E3-639DE8D06B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a415b8-1ef7-4544-812b-494f68f6f6de"/>
    <ds:schemaRef ds:uri="f74c7e22-0077-4c7e-9325-8e2e82e04a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2871</Words>
  <Application>Microsoft Office PowerPoint</Application>
  <PresentationFormat>Widescreen</PresentationFormat>
  <Paragraphs>432</Paragraphs>
  <Slides>57</Slides>
  <Notes>2</Notes>
  <HiddenSlides>48</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Aptos</vt:lpstr>
      <vt:lpstr>Amazon Ember</vt:lpstr>
      <vt:lpstr>Ember Modern SemiMono Beta 08</vt:lpstr>
      <vt:lpstr>Ember Modern Display</vt:lpstr>
      <vt:lpstr>Ember Modern Text</vt:lpstr>
      <vt:lpstr>Ember Modern Display Medium</vt:lpstr>
      <vt:lpstr>Amazon Ember Display</vt:lpstr>
      <vt:lpstr>Wingdings</vt:lpstr>
      <vt:lpstr>AWS reInvent 26</vt:lpstr>
      <vt:lpstr>Using this event template</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Thank you slide</vt:lpstr>
      <vt:lpstr>Workshop Studio instructions</vt:lpstr>
      <vt:lpstr>Workshop Studio instructions</vt:lpstr>
      <vt:lpstr>PowerPoint Presentation</vt:lpstr>
      <vt:lpstr>Amazon SageMaker new features</vt:lpstr>
      <vt:lpstr>Amazon SageMaker</vt:lpstr>
      <vt:lpstr>Amazon SageMaker</vt:lpstr>
      <vt:lpstr>Amazon SageMaker AI</vt:lpstr>
      <vt:lpstr>Amazon SageMaker AI new features</vt:lpstr>
      <vt:lpstr>Presentation slide examples and best practices</vt:lpstr>
      <vt:lpstr>Agenda</vt:lpstr>
      <vt:lpstr>Meet the speakers</vt:lpstr>
      <vt:lpstr>Engage your audience</vt:lpstr>
      <vt:lpstr>Engage your audience</vt:lpstr>
      <vt:lpstr>Engage your audience</vt:lpstr>
      <vt:lpstr>Engage your audience</vt:lpstr>
      <vt:lpstr>Engage your audience</vt:lpstr>
      <vt:lpstr>Three content example</vt:lpstr>
      <vt:lpstr>Use simple slides</vt:lpstr>
      <vt:lpstr>Use simple slides</vt:lpstr>
      <vt:lpstr>Use simple slides</vt:lpstr>
      <vt:lpstr>Engage your audience</vt:lpstr>
      <vt:lpstr>Timeline example</vt:lpstr>
      <vt:lpstr>We transformed from a model of chasing tickets and racking servers to a model of durable teams that can move and pursue value quickly on AWS.</vt:lpstr>
      <vt:lpstr>Case study: Slide guidance</vt:lpstr>
      <vt:lpstr>Case study: Slide guidance</vt:lpstr>
      <vt:lpstr>Thank you</vt:lpstr>
      <vt:lpstr>Example for a statement slide</vt:lpstr>
      <vt:lpstr>A game plan you can   trust</vt:lpstr>
      <vt:lpstr>Critical  uptime for critical infrastructure</vt:lpstr>
      <vt:lpstr>Example photo slide 2</vt:lpstr>
      <vt:lpstr>Example photo slide 3</vt:lpstr>
      <vt:lpstr>Use subtle motion to aid understanding</vt:lpstr>
      <vt:lpstr>Make diagrams large</vt:lpstr>
      <vt:lpstr>Don’t use the default PowerPoint tables</vt:lpstr>
      <vt:lpstr>Keep charts simple</vt:lpstr>
      <vt:lpstr>Keep charts simple</vt:lpstr>
      <vt:lpstr>Use large labels</vt:lpstr>
      <vt:lpstr>Highlight the data that’s important</vt:lpstr>
      <vt:lpstr>Additional chart and data resources</vt:lpstr>
      <vt:lpstr>Applying the template to an existing slide deck</vt:lpstr>
      <vt:lpstr>Creating new slides within the template file</vt:lpstr>
      <vt:lpstr>Font guidance</vt:lpstr>
      <vt:lpstr>Visual elements</vt:lpstr>
      <vt:lpstr>Content development guidance</vt:lpstr>
      <vt:lpstr>Visibility and accessibility guidance</vt:lpstr>
      <vt:lpstr>Kit of parts</vt:lpstr>
      <vt:lpstr>Kit of parts</vt:lpstr>
    </vt:vector>
  </TitlesOfParts>
  <Company>Amazon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Yoh, Kara</dc:creator>
  <cp:lastModifiedBy>Yoh, Kara</cp:lastModifiedBy>
  <cp:revision>1</cp:revision>
  <dcterms:created xsi:type="dcterms:W3CDTF">2026-08-31T16:07:00Z</dcterms:created>
  <dcterms:modified xsi:type="dcterms:W3CDTF">2026-08-31T16:20:25Z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0x0101001530ED623678BD409B9FFD12B25FADCF</vt:lpwstr>
  </property>
  <property fmtid="{D5CDD505-2E9C-101B-9397-08002B2CF9AE}" pid="3" name="MediaServiceImageTags">
    <vt:lpwstr/>
  </property>
  <property fmtid="{D5CDD505-2E9C-101B-9397-08002B2CF9AE}" pid="4" name="MSIP_Label_19e68092-05df-4271-8e3e-b2a4c82ba797_Enabled">
    <vt:lpwstr>true</vt:lpwstr>
  </property>
  <property fmtid="{D5CDD505-2E9C-101B-9397-08002B2CF9AE}" pid="5" name="MSIP_Label_19e68092-05df-4271-8e3e-b2a4c82ba797_SetDate">
    <vt:lpwstr>2026-08-31T16:20:24Z</vt:lpwstr>
  </property>
  <property fmtid="{D5CDD505-2E9C-101B-9397-08002B2CF9AE}" pid="6" name="MSIP_Label_19e68092-05df-4271-8e3e-b2a4c82ba797_Method">
    <vt:lpwstr>Standard</vt:lpwstr>
  </property>
  <property fmtid="{D5CDD505-2E9C-101B-9397-08002B2CF9AE}" pid="7" name="MSIP_Label_19e68092-05df-4271-8e3e-b2a4c82ba797_Name">
    <vt:lpwstr>Amazon Confidential</vt:lpwstr>
  </property>
  <property fmtid="{D5CDD505-2E9C-101B-9397-08002B2CF9AE}" pid="8" name="MSIP_Label_19e68092-05df-4271-8e3e-b2a4c82ba797_SiteId">
    <vt:lpwstr>5280104a-472d-4538-9ccf-1e1d0efe8b1b</vt:lpwstr>
  </property>
  <property fmtid="{D5CDD505-2E9C-101B-9397-08002B2CF9AE}" pid="9" name="MSIP_Label_19e68092-05df-4271-8e3e-b2a4c82ba797_ActionId">
    <vt:lpwstr>434272f4-3221-4ca3-9300-503e41ec83eb</vt:lpwstr>
  </property>
  <property fmtid="{D5CDD505-2E9C-101B-9397-08002B2CF9AE}" pid="10" name="MSIP_Label_19e68092-05df-4271-8e3e-b2a4c82ba797_ContentBits">
    <vt:lpwstr>0</vt:lpwstr>
  </property>
  <property fmtid="{D5CDD505-2E9C-101B-9397-08002B2CF9AE}" pid="11" name="MSIP_Label_19e68092-05df-4271-8e3e-b2a4c82ba797_Tag">
    <vt:lpwstr>10, 3, 0, 1</vt:lpwstr>
  </property>
</Properties>
</file>